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xml" ContentType="application/vnd.openxmlformats-officedocument.presentationml.tags+xml"/>
  <Override PartName="/ppt/tags/tag2.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82" r:id="rId5"/>
  </p:sldMasterIdLst>
  <p:notesMasterIdLst>
    <p:notesMasterId r:id="rId26"/>
  </p:notesMasterIdLst>
  <p:sldIdLst>
    <p:sldId id="280" r:id="rId6"/>
    <p:sldId id="257" r:id="rId7"/>
    <p:sldId id="301" r:id="rId8"/>
    <p:sldId id="296" r:id="rId9"/>
    <p:sldId id="298" r:id="rId10"/>
    <p:sldId id="259" r:id="rId11"/>
    <p:sldId id="260" r:id="rId12"/>
    <p:sldId id="297" r:id="rId13"/>
    <p:sldId id="261" r:id="rId14"/>
    <p:sldId id="264" r:id="rId15"/>
    <p:sldId id="266" r:id="rId16"/>
    <p:sldId id="268" r:id="rId17"/>
    <p:sldId id="271" r:id="rId18"/>
    <p:sldId id="274" r:id="rId19"/>
    <p:sldId id="288" r:id="rId20"/>
    <p:sldId id="289" r:id="rId21"/>
    <p:sldId id="278" r:id="rId22"/>
    <p:sldId id="279" r:id="rId23"/>
    <p:sldId id="282" r:id="rId24"/>
    <p:sldId id="283" r:id="rId25"/>
  </p:sldIdLst>
  <p:sldSz cx="12192000" cy="6858000"/>
  <p:notesSz cx="6858000" cy="9144000"/>
  <p:embeddedFontLst>
    <p:embeddedFont>
      <p:font typeface="Fivo Sans Heavy" charset="0"/>
      <p:bold r:id="rId27"/>
      <p:boldItalic r:id="rId28"/>
    </p:embeddedFont>
    <p:embeddedFont>
      <p:font typeface="Glacial Indifference" panose="00000800000000000000" charset="0"/>
      <p:regular r:id="rId29"/>
      <p:bold r:id="rId30"/>
      <p:italic r:id="rId31"/>
    </p:embeddedFont>
    <p:embeddedFont>
      <p:font typeface="Metropolis Extra Light" panose="00000500000000000000" charset="0"/>
      <p:regular r:id="rId32"/>
      <p:italic r:id="rId33"/>
    </p:embeddedFont>
    <p:embeddedFont>
      <p:font typeface="Metropolis Semi Bold" panose="020B0604020202020204" charset="0"/>
      <p:bold r:id="rId34"/>
      <p:boldItalic r:id="rId35"/>
    </p:embeddedFont>
    <p:embeddedFont>
      <p:font typeface="Verdana" panose="020B0604030504040204" pitchFamily="34" charset="0"/>
      <p:regular r:id="rId36"/>
      <p:bold r:id="rId37"/>
      <p:italic r:id="rId38"/>
      <p:boldItalic r:id="rId39"/>
    </p:embeddedFont>
    <p:embeddedFont>
      <p:font typeface="Wingdings 3" panose="05040102010807070707" pitchFamily="18" charset="2"/>
      <p:regular r:id="rId40"/>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otices" id="{141E2F35-4B6D-479B-85B7-83FB8C22E8AF}">
          <p14:sldIdLst>
            <p14:sldId id="280"/>
          </p14:sldIdLst>
        </p14:section>
        <p14:section name="Votre masque" id="{22B54FBF-D14E-481A-BE2E-B9CEA4A25C45}">
          <p14:sldIdLst>
            <p14:sldId id="257"/>
            <p14:sldId id="301"/>
            <p14:sldId id="296"/>
            <p14:sldId id="298"/>
            <p14:sldId id="259"/>
            <p14:sldId id="260"/>
            <p14:sldId id="297"/>
            <p14:sldId id="261"/>
            <p14:sldId id="264"/>
            <p14:sldId id="266"/>
            <p14:sldId id="268"/>
            <p14:sldId id="271"/>
            <p14:sldId id="274"/>
            <p14:sldId id="288"/>
            <p14:sldId id="289"/>
          </p14:sldIdLst>
        </p14:section>
        <p14:section name="Toolbox" id="{4CDBA502-A8C1-4432-9B43-FCFF645C8E26}">
          <p14:sldIdLst>
            <p14:sldId id="278"/>
            <p14:sldId id="279"/>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FFFFFF"/>
    <a:srgbClr val="001746"/>
    <a:srgbClr val="D33F17"/>
    <a:srgbClr val="C53B15"/>
    <a:srgbClr val="4B3249"/>
    <a:srgbClr val="040B1D"/>
    <a:srgbClr val="020025"/>
    <a:srgbClr val="1C0922"/>
    <a:srgbClr val="E9E5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87EFC6-1140-4D16-82D9-29B669BDF284}" v="469" dt="2024-12-12T13:26:48.193"/>
    <p1510:client id="{CE61DB54-9DED-4113-A147-58121AEB10B9}" v="4" dt="2024-12-12T13:29:53.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3103" autoAdjust="0"/>
  </p:normalViewPr>
  <p:slideViewPr>
    <p:cSldViewPr>
      <p:cViewPr varScale="1">
        <p:scale>
          <a:sx n="60" d="100"/>
          <a:sy n="60" d="100"/>
        </p:scale>
        <p:origin x="884" y="40"/>
      </p:cViewPr>
      <p:guideLst/>
    </p:cSldViewPr>
  </p:slideViewPr>
  <p:outlineViewPr>
    <p:cViewPr>
      <p:scale>
        <a:sx n="33" d="100"/>
        <a:sy n="33" d="100"/>
      </p:scale>
      <p:origin x="0" y="-25668"/>
    </p:cViewPr>
  </p:outlin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8.fntdata"/><Relationship Id="rId4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7.fntdata"/><Relationship Id="rId38"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5.fntdata"/><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a:solidFill>
                  <a:schemeClr val="bg1"/>
                </a:solidFill>
              </a:rPr>
              <a:t>Titre</a:t>
            </a:r>
            <a:r>
              <a:rPr lang="en-US" sz="1600">
                <a:solidFill>
                  <a:schemeClr val="bg1"/>
                </a:solidFill>
              </a:rPr>
              <a:t> </a:t>
            </a:r>
            <a:br>
              <a:rPr lang="en-US" sz="1600">
                <a:solidFill>
                  <a:schemeClr val="bg1"/>
                </a:solidFill>
              </a:rPr>
            </a:br>
            <a:r>
              <a:rPr lang="en-US" sz="1600">
                <a:solidFill>
                  <a:schemeClr val="bg1"/>
                </a:solidFill>
              </a:rPr>
              <a:t>du graphique</a:t>
            </a:r>
          </a:p>
        </c:rich>
      </c:tx>
      <c:layout>
        <c:manualLayout>
          <c:xMode val="edge"/>
          <c:yMode val="edge"/>
          <c:x val="0.34160315174773775"/>
          <c:y val="0.4050982182535273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5.5954335565855308E-2"/>
          <c:y val="9.282779343961782E-2"/>
          <c:w val="0.88809132886828934"/>
          <c:h val="0.7556274129263415"/>
        </c:manualLayout>
      </c:layout>
      <c:doughnutChart>
        <c:varyColors val="1"/>
        <c:ser>
          <c:idx val="0"/>
          <c:order val="0"/>
          <c:tx>
            <c:strRef>
              <c:f>Feuil1!$B$1</c:f>
              <c:strCache>
                <c:ptCount val="1"/>
                <c:pt idx="0">
                  <c:v>Série 1</c:v>
                </c:pt>
              </c:strCache>
            </c:strRef>
          </c:tx>
          <c:spPr>
            <a:solidFill>
              <a:schemeClr val="tx1">
                <a:alpha val="70000"/>
              </a:schemeClr>
            </a:solidFill>
          </c:spPr>
          <c:dPt>
            <c:idx val="0"/>
            <c:bubble3D val="0"/>
            <c:spPr>
              <a:solidFill>
                <a:schemeClr val="bg1"/>
              </a:solidFill>
              <a:ln>
                <a:noFill/>
              </a:ln>
              <a:effectLst/>
            </c:spPr>
            <c:extLst>
              <c:ext xmlns:c16="http://schemas.microsoft.com/office/drawing/2014/chart" uri="{C3380CC4-5D6E-409C-BE32-E72D297353CC}">
                <c16:uniqueId val="{00000000-2E17-4FDF-A01E-EC45387F926F}"/>
              </c:ext>
            </c:extLst>
          </c:dPt>
          <c:dPt>
            <c:idx val="1"/>
            <c:bubble3D val="0"/>
            <c:spPr>
              <a:solidFill>
                <a:schemeClr val="tx2">
                  <a:lumMod val="60000"/>
                  <a:lumOff val="40000"/>
                </a:schemeClr>
              </a:solidFill>
              <a:ln>
                <a:noFill/>
              </a:ln>
              <a:effectLst/>
            </c:spPr>
            <c:extLst>
              <c:ext xmlns:c16="http://schemas.microsoft.com/office/drawing/2014/chart" uri="{C3380CC4-5D6E-409C-BE32-E72D297353CC}">
                <c16:uniqueId val="{00000001-2E17-4FDF-A01E-EC45387F926F}"/>
              </c:ext>
            </c:extLst>
          </c:dPt>
          <c:dPt>
            <c:idx val="2"/>
            <c:bubble3D val="0"/>
            <c:spPr>
              <a:solidFill>
                <a:schemeClr val="tx2"/>
              </a:solidFill>
              <a:ln>
                <a:noFill/>
              </a:ln>
              <a:effectLst/>
            </c:spPr>
            <c:extLst>
              <c:ext xmlns:c16="http://schemas.microsoft.com/office/drawing/2014/chart" uri="{C3380CC4-5D6E-409C-BE32-E72D297353CC}">
                <c16:uniqueId val="{00000002-2E17-4FDF-A01E-EC45387F926F}"/>
              </c:ext>
            </c:extLst>
          </c:dPt>
          <c:dPt>
            <c:idx val="3"/>
            <c:bubble3D val="0"/>
            <c:spPr>
              <a:solidFill>
                <a:schemeClr val="tx1">
                  <a:alpha val="78000"/>
                </a:schemeClr>
              </a:solidFill>
              <a:ln>
                <a:noFill/>
              </a:ln>
              <a:effectLst/>
            </c:spPr>
            <c:extLst>
              <c:ext xmlns:c16="http://schemas.microsoft.com/office/drawing/2014/chart" uri="{C3380CC4-5D6E-409C-BE32-E72D297353CC}">
                <c16:uniqueId val="{00000003-2E17-4FDF-A01E-EC45387F926F}"/>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fr-FR"/>
                </a:p>
              </c:txPr>
              <c:showLegendKey val="0"/>
              <c:showVal val="1"/>
              <c:showCatName val="0"/>
              <c:showSerName val="0"/>
              <c:showPercent val="0"/>
              <c:showBubbleSize val="0"/>
              <c:extLst>
                <c:ext xmlns:c16="http://schemas.microsoft.com/office/drawing/2014/chart" uri="{C3380CC4-5D6E-409C-BE32-E72D297353CC}">
                  <c16:uniqueId val="{00000000-2E17-4FDF-A01E-EC45387F926F}"/>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extLst>
                <c:ext xmlns:c16="http://schemas.microsoft.com/office/drawing/2014/chart" uri="{C3380CC4-5D6E-409C-BE32-E72D297353CC}">
                  <c16:uniqueId val="{00000001-2E17-4FDF-A01E-EC45387F926F}"/>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extLst>
                <c:ext xmlns:c16="http://schemas.microsoft.com/office/drawing/2014/chart" uri="{C3380CC4-5D6E-409C-BE32-E72D297353CC}">
                  <c16:uniqueId val="{00000002-2E17-4FDF-A01E-EC45387F926F}"/>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extLst>
                <c:ext xmlns:c16="http://schemas.microsoft.com/office/drawing/2014/chart" uri="{C3380CC4-5D6E-409C-BE32-E72D297353CC}">
                  <c16:uniqueId val="{00000003-2E17-4FDF-A01E-EC45387F926F}"/>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alpha val="70000"/>
                      </a:schemeClr>
                    </a:solidFill>
                    <a:latin typeface="+mn-lt"/>
                    <a:ea typeface="+mn-ea"/>
                    <a:cs typeface="+mn-cs"/>
                  </a:defRPr>
                </a:pPr>
                <a:endParaRPr lang="fr-FR"/>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Feuil1!$A$2:$A$5</c:f>
              <c:strCache>
                <c:ptCount val="4"/>
                <c:pt idx="0">
                  <c:v>Catégorie 1</c:v>
                </c:pt>
                <c:pt idx="1">
                  <c:v>Catégorie 2</c:v>
                </c:pt>
                <c:pt idx="2">
                  <c:v>Catégorie 3</c:v>
                </c:pt>
                <c:pt idx="3">
                  <c:v>Catégorie 4</c:v>
                </c:pt>
              </c:strCache>
            </c:strRef>
          </c:cat>
          <c:val>
            <c:numRef>
              <c:f>Feuil1!$B$2:$B$5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4B4-47B2-AEDA-7E453DB4F6D2}"/>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39CA8-8D83-46FF-A14D-72759E5C8F76}" type="datetimeFigureOut">
              <a:rPr lang="en-US" smtClean="0"/>
              <a:t>3/3/2025</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5D8929-3859-4488-A614-6236F5ADD27C}" type="slidenum">
              <a:rPr lang="en-US" smtClean="0"/>
              <a:t>‹N°›</a:t>
            </a:fld>
            <a:endParaRPr lang="en-US"/>
          </a:p>
        </p:txBody>
      </p:sp>
    </p:spTree>
    <p:extLst>
      <p:ext uri="{BB962C8B-B14F-4D97-AF65-F5344CB8AC3E}">
        <p14:creationId xmlns:p14="http://schemas.microsoft.com/office/powerpoint/2010/main" val="422948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A85D8929-3859-4488-A614-6236F5ADD27C}" type="slidenum">
              <a:rPr lang="en-US" smtClean="0"/>
              <a:t>1</a:t>
            </a:fld>
            <a:endParaRPr lang="en-US" dirty="0"/>
          </a:p>
        </p:txBody>
      </p:sp>
    </p:spTree>
    <p:extLst>
      <p:ext uri="{BB962C8B-B14F-4D97-AF65-F5344CB8AC3E}">
        <p14:creationId xmlns:p14="http://schemas.microsoft.com/office/powerpoint/2010/main" val="21066645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e-Couverture">
    <p:spTree>
      <p:nvGrpSpPr>
        <p:cNvPr id="1" name=""/>
        <p:cNvGrpSpPr/>
        <p:nvPr/>
      </p:nvGrpSpPr>
      <p:grpSpPr>
        <a:xfrm>
          <a:off x="0" y="0"/>
          <a:ext cx="0" cy="0"/>
          <a:chOff x="0" y="0"/>
          <a:chExt cx="0" cy="0"/>
        </a:xfrm>
      </p:grpSpPr>
      <p:sp>
        <p:nvSpPr>
          <p:cNvPr id="10" name="Espace réservé du texte 9">
            <a:extLst>
              <a:ext uri="{FF2B5EF4-FFF2-40B4-BE49-F238E27FC236}">
                <a16:creationId xmlns:a16="http://schemas.microsoft.com/office/drawing/2014/main" id="{9C450AF8-9373-538E-8295-D62B411CF2B4}"/>
              </a:ext>
            </a:extLst>
          </p:cNvPr>
          <p:cNvSpPr>
            <a:spLocks noGrp="1"/>
          </p:cNvSpPr>
          <p:nvPr>
            <p:ph type="body" sz="quarter" idx="13" hasCustomPrompt="1"/>
          </p:nvPr>
        </p:nvSpPr>
        <p:spPr>
          <a:xfrm>
            <a:off x="4205288" y="5190808"/>
            <a:ext cx="3781425" cy="179548"/>
          </a:xfrm>
        </p:spPr>
        <p:txBody>
          <a:bodyPr>
            <a:normAutofit/>
          </a:bodyPr>
          <a:lstStyle>
            <a:lvl1pPr marL="0" indent="0" algn="ctr">
              <a:buNone/>
              <a:defRPr sz="1200" cap="all" spc="300" baseline="0">
                <a:solidFill>
                  <a:schemeClr val="tx2"/>
                </a:solidFill>
              </a:defRPr>
            </a:lvl1pPr>
          </a:lstStyle>
          <a:p>
            <a:pPr lvl="0"/>
            <a:r>
              <a:rPr lang="fr-FR"/>
              <a:t>Votre texte ici</a:t>
            </a:r>
            <a:endParaRPr lang="en-US"/>
          </a:p>
        </p:txBody>
      </p:sp>
      <p:sp>
        <p:nvSpPr>
          <p:cNvPr id="11" name="Espace réservé de la date 10">
            <a:extLst>
              <a:ext uri="{FF2B5EF4-FFF2-40B4-BE49-F238E27FC236}">
                <a16:creationId xmlns:a16="http://schemas.microsoft.com/office/drawing/2014/main" id="{3725407C-F6B5-7C14-4183-4FE339778F69}"/>
              </a:ext>
            </a:extLst>
          </p:cNvPr>
          <p:cNvSpPr>
            <a:spLocks noGrp="1"/>
          </p:cNvSpPr>
          <p:nvPr>
            <p:ph type="dt" sz="half" idx="14"/>
          </p:nvPr>
        </p:nvSpPr>
        <p:spPr>
          <a:xfrm>
            <a:off x="4724400" y="5370356"/>
            <a:ext cx="2743200" cy="365125"/>
          </a:xfrm>
        </p:spPr>
        <p:txBody>
          <a:bodyPr/>
          <a:lstStyle>
            <a:lvl1pPr algn="ctr">
              <a:defRPr b="0" spc="300">
                <a:solidFill>
                  <a:schemeClr val="tx2"/>
                </a:solidFill>
              </a:defRPr>
            </a:lvl1pPr>
          </a:lstStyle>
          <a:p>
            <a:fld id="{63B9228A-3045-4432-B0E5-C33219956C82}" type="datetime1">
              <a:rPr lang="fr-FR" smtClean="0"/>
              <a:pPr/>
              <a:t>03/03/2025</a:t>
            </a:fld>
            <a:endParaRPr lang="fr-FR"/>
          </a:p>
        </p:txBody>
      </p:sp>
      <p:sp>
        <p:nvSpPr>
          <p:cNvPr id="14" name="Espace réservé pour une image  12">
            <a:extLst>
              <a:ext uri="{FF2B5EF4-FFF2-40B4-BE49-F238E27FC236}">
                <a16:creationId xmlns:a16="http://schemas.microsoft.com/office/drawing/2014/main" id="{0B5DCDBF-18BC-DA87-31E3-D6D2F7C19211}"/>
              </a:ext>
            </a:extLst>
          </p:cNvPr>
          <p:cNvSpPr>
            <a:spLocks noGrp="1" noChangeAspect="1"/>
          </p:cNvSpPr>
          <p:nvPr>
            <p:ph type="pic" sz="quarter" idx="15" hasCustomPrompt="1"/>
          </p:nvPr>
        </p:nvSpPr>
        <p:spPr>
          <a:xfrm>
            <a:off x="5585837" y="1240284"/>
            <a:ext cx="1011600" cy="702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r>
              <a:rPr lang="en-US"/>
              <a:t>  </a:t>
            </a:r>
          </a:p>
        </p:txBody>
      </p:sp>
      <p:grpSp>
        <p:nvGrpSpPr>
          <p:cNvPr id="5" name="Groupe 4">
            <a:extLst>
              <a:ext uri="{FF2B5EF4-FFF2-40B4-BE49-F238E27FC236}">
                <a16:creationId xmlns:a16="http://schemas.microsoft.com/office/drawing/2014/main" id="{F0A8FDBC-9552-AF45-4BA2-CC702A379AC3}"/>
              </a:ext>
            </a:extLst>
          </p:cNvPr>
          <p:cNvGrpSpPr/>
          <p:nvPr userDrawn="1"/>
        </p:nvGrpSpPr>
        <p:grpSpPr>
          <a:xfrm>
            <a:off x="3859272" y="2931866"/>
            <a:ext cx="4473460" cy="994272"/>
            <a:chOff x="3859272" y="2931866"/>
            <a:chExt cx="4473460" cy="994272"/>
          </a:xfrm>
        </p:grpSpPr>
        <p:sp>
          <p:nvSpPr>
            <p:cNvPr id="6" name="Graphique 8">
              <a:extLst>
                <a:ext uri="{FF2B5EF4-FFF2-40B4-BE49-F238E27FC236}">
                  <a16:creationId xmlns:a16="http://schemas.microsoft.com/office/drawing/2014/main" id="{14C78501-E508-2E38-6213-E700B7AA257C}"/>
                </a:ext>
              </a:extLst>
            </p:cNvPr>
            <p:cNvSpPr/>
            <p:nvPr userDrawn="1"/>
          </p:nvSpPr>
          <p:spPr>
            <a:xfrm>
              <a:off x="3860799" y="2932197"/>
              <a:ext cx="4470402" cy="993606"/>
            </a:xfrm>
            <a:custGeom>
              <a:avLst/>
              <a:gdLst>
                <a:gd name="connsiteX0" fmla="*/ 2458403 w 7709535"/>
                <a:gd name="connsiteY0" fmla="*/ 617220 h 1713547"/>
                <a:gd name="connsiteX1" fmla="*/ 2457450 w 7709535"/>
                <a:gd name="connsiteY1" fmla="*/ 617220 h 1713547"/>
                <a:gd name="connsiteX2" fmla="*/ 2338387 w 7709535"/>
                <a:gd name="connsiteY2" fmla="*/ 556260 h 1713547"/>
                <a:gd name="connsiteX3" fmla="*/ 2161223 w 7709535"/>
                <a:gd name="connsiteY3" fmla="*/ 546735 h 1713547"/>
                <a:gd name="connsiteX4" fmla="*/ 1715452 w 7709535"/>
                <a:gd name="connsiteY4" fmla="*/ 589598 h 1713547"/>
                <a:gd name="connsiteX5" fmla="*/ 1795462 w 7709535"/>
                <a:gd name="connsiteY5" fmla="*/ 1101090 h 1713547"/>
                <a:gd name="connsiteX6" fmla="*/ 1673543 w 7709535"/>
                <a:gd name="connsiteY6" fmla="*/ 1552575 h 1713547"/>
                <a:gd name="connsiteX7" fmla="*/ 1977390 w 7709535"/>
                <a:gd name="connsiteY7" fmla="*/ 1523048 h 1713547"/>
                <a:gd name="connsiteX8" fmla="*/ 1991677 w 7709535"/>
                <a:gd name="connsiteY8" fmla="*/ 1197293 h 1713547"/>
                <a:gd name="connsiteX9" fmla="*/ 2132648 w 7709535"/>
                <a:gd name="connsiteY9" fmla="*/ 1183958 h 1713547"/>
                <a:gd name="connsiteX10" fmla="*/ 2312670 w 7709535"/>
                <a:gd name="connsiteY10" fmla="*/ 1141095 h 1713547"/>
                <a:gd name="connsiteX11" fmla="*/ 2438400 w 7709535"/>
                <a:gd name="connsiteY11" fmla="*/ 1057275 h 1713547"/>
                <a:gd name="connsiteX12" fmla="*/ 2509837 w 7709535"/>
                <a:gd name="connsiteY12" fmla="*/ 948690 h 1713547"/>
                <a:gd name="connsiteX13" fmla="*/ 2538412 w 7709535"/>
                <a:gd name="connsiteY13" fmla="*/ 827723 h 1713547"/>
                <a:gd name="connsiteX14" fmla="*/ 2521268 w 7709535"/>
                <a:gd name="connsiteY14" fmla="*/ 711518 h 1713547"/>
                <a:gd name="connsiteX15" fmla="*/ 2458403 w 7709535"/>
                <a:gd name="connsiteY15" fmla="*/ 617220 h 1713547"/>
                <a:gd name="connsiteX16" fmla="*/ 2232660 w 7709535"/>
                <a:gd name="connsiteY16" fmla="*/ 856298 h 1713547"/>
                <a:gd name="connsiteX17" fmla="*/ 2201228 w 7709535"/>
                <a:gd name="connsiteY17" fmla="*/ 941070 h 1713547"/>
                <a:gd name="connsiteX18" fmla="*/ 2201228 w 7709535"/>
                <a:gd name="connsiteY18" fmla="*/ 941070 h 1713547"/>
                <a:gd name="connsiteX19" fmla="*/ 2123123 w 7709535"/>
                <a:gd name="connsiteY19" fmla="*/ 981075 h 1713547"/>
                <a:gd name="connsiteX20" fmla="*/ 1998345 w 7709535"/>
                <a:gd name="connsiteY20" fmla="*/ 993457 h 1713547"/>
                <a:gd name="connsiteX21" fmla="*/ 2009775 w 7709535"/>
                <a:gd name="connsiteY21" fmla="*/ 764857 h 1713547"/>
                <a:gd name="connsiteX22" fmla="*/ 2134553 w 7709535"/>
                <a:gd name="connsiteY22" fmla="*/ 752475 h 1713547"/>
                <a:gd name="connsiteX23" fmla="*/ 2207895 w 7709535"/>
                <a:gd name="connsiteY23" fmla="*/ 778193 h 1713547"/>
                <a:gd name="connsiteX24" fmla="*/ 2231708 w 7709535"/>
                <a:gd name="connsiteY24" fmla="*/ 856298 h 1713547"/>
                <a:gd name="connsiteX25" fmla="*/ 1585913 w 7709535"/>
                <a:gd name="connsiteY25" fmla="*/ 601980 h 1713547"/>
                <a:gd name="connsiteX26" fmla="*/ 1193483 w 7709535"/>
                <a:gd name="connsiteY26" fmla="*/ 640080 h 1713547"/>
                <a:gd name="connsiteX27" fmla="*/ 1014413 w 7709535"/>
                <a:gd name="connsiteY27" fmla="*/ 1222058 h 1713547"/>
                <a:gd name="connsiteX28" fmla="*/ 885825 w 7709535"/>
                <a:gd name="connsiteY28" fmla="*/ 669607 h 1713547"/>
                <a:gd name="connsiteX29" fmla="*/ 476250 w 7709535"/>
                <a:gd name="connsiteY29" fmla="*/ 708660 h 1713547"/>
                <a:gd name="connsiteX30" fmla="*/ 434340 w 7709535"/>
                <a:gd name="connsiteY30" fmla="*/ 1671638 h 1713547"/>
                <a:gd name="connsiteX31" fmla="*/ 721995 w 7709535"/>
                <a:gd name="connsiteY31" fmla="*/ 1644015 h 1713547"/>
                <a:gd name="connsiteX32" fmla="*/ 748665 w 7709535"/>
                <a:gd name="connsiteY32" fmla="*/ 1037273 h 1713547"/>
                <a:gd name="connsiteX33" fmla="*/ 898208 w 7709535"/>
                <a:gd name="connsiteY33" fmla="*/ 1626870 h 1713547"/>
                <a:gd name="connsiteX34" fmla="*/ 1080135 w 7709535"/>
                <a:gd name="connsiteY34" fmla="*/ 1609725 h 1713547"/>
                <a:gd name="connsiteX35" fmla="*/ 1283970 w 7709535"/>
                <a:gd name="connsiteY35" fmla="*/ 985838 h 1713547"/>
                <a:gd name="connsiteX36" fmla="*/ 1257300 w 7709535"/>
                <a:gd name="connsiteY36" fmla="*/ 1592580 h 1713547"/>
                <a:gd name="connsiteX37" fmla="*/ 1544002 w 7709535"/>
                <a:gd name="connsiteY37" fmla="*/ 1564958 h 1713547"/>
                <a:gd name="connsiteX38" fmla="*/ 1544002 w 7709535"/>
                <a:gd name="connsiteY38" fmla="*/ 1562100 h 1713547"/>
                <a:gd name="connsiteX39" fmla="*/ 1664970 w 7709535"/>
                <a:gd name="connsiteY39" fmla="*/ 1114425 h 1713547"/>
                <a:gd name="connsiteX40" fmla="*/ 1585913 w 7709535"/>
                <a:gd name="connsiteY40" fmla="*/ 607695 h 1713547"/>
                <a:gd name="connsiteX41" fmla="*/ 1585913 w 7709535"/>
                <a:gd name="connsiteY41" fmla="*/ 601980 h 1713547"/>
                <a:gd name="connsiteX42" fmla="*/ 3132773 w 7709535"/>
                <a:gd name="connsiteY42" fmla="*/ 1058228 h 1713547"/>
                <a:gd name="connsiteX43" fmla="*/ 3132773 w 7709535"/>
                <a:gd name="connsiteY43" fmla="*/ 1058228 h 1713547"/>
                <a:gd name="connsiteX44" fmla="*/ 3132773 w 7709535"/>
                <a:gd name="connsiteY44" fmla="*/ 1056323 h 1713547"/>
                <a:gd name="connsiteX45" fmla="*/ 3095625 w 7709535"/>
                <a:gd name="connsiteY45" fmla="*/ 1186815 h 1713547"/>
                <a:gd name="connsiteX46" fmla="*/ 2997518 w 7709535"/>
                <a:gd name="connsiteY46" fmla="*/ 1236345 h 1713547"/>
                <a:gd name="connsiteX47" fmla="*/ 2901315 w 7709535"/>
                <a:gd name="connsiteY47" fmla="*/ 1205865 h 1713547"/>
                <a:gd name="connsiteX48" fmla="*/ 2877503 w 7709535"/>
                <a:gd name="connsiteY48" fmla="*/ 1081088 h 1713547"/>
                <a:gd name="connsiteX49" fmla="*/ 2903220 w 7709535"/>
                <a:gd name="connsiteY49" fmla="*/ 477203 h 1713547"/>
                <a:gd name="connsiteX50" fmla="*/ 2599373 w 7709535"/>
                <a:gd name="connsiteY50" fmla="*/ 506730 h 1713547"/>
                <a:gd name="connsiteX51" fmla="*/ 2573655 w 7709535"/>
                <a:gd name="connsiteY51" fmla="*/ 1110615 h 1713547"/>
                <a:gd name="connsiteX52" fmla="*/ 2662237 w 7709535"/>
                <a:gd name="connsiteY52" fmla="*/ 1396365 h 1713547"/>
                <a:gd name="connsiteX53" fmla="*/ 2987040 w 7709535"/>
                <a:gd name="connsiteY53" fmla="*/ 1456373 h 1713547"/>
                <a:gd name="connsiteX54" fmla="*/ 3320415 w 7709535"/>
                <a:gd name="connsiteY54" fmla="*/ 1333500 h 1713547"/>
                <a:gd name="connsiteX55" fmla="*/ 3436620 w 7709535"/>
                <a:gd name="connsiteY55" fmla="*/ 1028700 h 1713547"/>
                <a:gd name="connsiteX56" fmla="*/ 3462337 w 7709535"/>
                <a:gd name="connsiteY56" fmla="*/ 424815 h 1713547"/>
                <a:gd name="connsiteX57" fmla="*/ 3158490 w 7709535"/>
                <a:gd name="connsiteY57" fmla="*/ 454343 h 1713547"/>
                <a:gd name="connsiteX58" fmla="*/ 3132773 w 7709535"/>
                <a:gd name="connsiteY58" fmla="*/ 1058228 h 1713547"/>
                <a:gd name="connsiteX59" fmla="*/ 3883343 w 7709535"/>
                <a:gd name="connsiteY59" fmla="*/ 382905 h 1713547"/>
                <a:gd name="connsiteX60" fmla="*/ 3882390 w 7709535"/>
                <a:gd name="connsiteY60" fmla="*/ 382905 h 1713547"/>
                <a:gd name="connsiteX61" fmla="*/ 3578543 w 7709535"/>
                <a:gd name="connsiteY61" fmla="*/ 412432 h 1713547"/>
                <a:gd name="connsiteX62" fmla="*/ 3536633 w 7709535"/>
                <a:gd name="connsiteY62" fmla="*/ 1375410 h 1713547"/>
                <a:gd name="connsiteX63" fmla="*/ 4201478 w 7709535"/>
                <a:gd name="connsiteY63" fmla="*/ 1311593 h 1713547"/>
                <a:gd name="connsiteX64" fmla="*/ 4211003 w 7709535"/>
                <a:gd name="connsiteY64" fmla="*/ 1092518 h 1713547"/>
                <a:gd name="connsiteX65" fmla="*/ 3850005 w 7709535"/>
                <a:gd name="connsiteY65" fmla="*/ 1126808 h 1713547"/>
                <a:gd name="connsiteX66" fmla="*/ 3883343 w 7709535"/>
                <a:gd name="connsiteY66" fmla="*/ 382905 h 1713547"/>
                <a:gd name="connsiteX67" fmla="*/ 6996113 w 7709535"/>
                <a:gd name="connsiteY67" fmla="*/ 452438 h 1713547"/>
                <a:gd name="connsiteX68" fmla="*/ 7226618 w 7709535"/>
                <a:gd name="connsiteY68" fmla="*/ 1022985 h 1713547"/>
                <a:gd name="connsiteX69" fmla="*/ 7574280 w 7709535"/>
                <a:gd name="connsiteY69" fmla="*/ 989648 h 1713547"/>
                <a:gd name="connsiteX70" fmla="*/ 7574280 w 7709535"/>
                <a:gd name="connsiteY70" fmla="*/ 981075 h 1713547"/>
                <a:gd name="connsiteX71" fmla="*/ 7695248 w 7709535"/>
                <a:gd name="connsiteY71" fmla="*/ 538163 h 1713547"/>
                <a:gd name="connsiteX72" fmla="*/ 7616190 w 7709535"/>
                <a:gd name="connsiteY72" fmla="*/ 31433 h 1713547"/>
                <a:gd name="connsiteX73" fmla="*/ 7616190 w 7709535"/>
                <a:gd name="connsiteY73" fmla="*/ 26670 h 1713547"/>
                <a:gd name="connsiteX74" fmla="*/ 7329488 w 7709535"/>
                <a:gd name="connsiteY74" fmla="*/ 54293 h 1713547"/>
                <a:gd name="connsiteX75" fmla="*/ 7302818 w 7709535"/>
                <a:gd name="connsiteY75" fmla="*/ 651510 h 1713547"/>
                <a:gd name="connsiteX76" fmla="*/ 7071360 w 7709535"/>
                <a:gd name="connsiteY76" fmla="*/ 79058 h 1713547"/>
                <a:gd name="connsiteX77" fmla="*/ 6723698 w 7709535"/>
                <a:gd name="connsiteY77" fmla="*/ 112395 h 1713547"/>
                <a:gd name="connsiteX78" fmla="*/ 6681788 w 7709535"/>
                <a:gd name="connsiteY78" fmla="*/ 1075373 h 1713547"/>
                <a:gd name="connsiteX79" fmla="*/ 6969443 w 7709535"/>
                <a:gd name="connsiteY79" fmla="*/ 1047750 h 1713547"/>
                <a:gd name="connsiteX80" fmla="*/ 6996113 w 7709535"/>
                <a:gd name="connsiteY80" fmla="*/ 452438 h 1713547"/>
                <a:gd name="connsiteX81" fmla="*/ 346710 w 7709535"/>
                <a:gd name="connsiteY81" fmla="*/ 656273 h 1713547"/>
                <a:gd name="connsiteX82" fmla="*/ 355282 w 7709535"/>
                <a:gd name="connsiteY82" fmla="*/ 501968 h 1713547"/>
                <a:gd name="connsiteX83" fmla="*/ 42863 w 7709535"/>
                <a:gd name="connsiteY83" fmla="*/ 685800 h 1713547"/>
                <a:gd name="connsiteX84" fmla="*/ 346710 w 7709535"/>
                <a:gd name="connsiteY84" fmla="*/ 656273 h 1713547"/>
                <a:gd name="connsiteX85" fmla="*/ 1585913 w 7709535"/>
                <a:gd name="connsiteY85" fmla="*/ 601980 h 1713547"/>
                <a:gd name="connsiteX86" fmla="*/ 1585913 w 7709535"/>
                <a:gd name="connsiteY86" fmla="*/ 601980 h 1713547"/>
                <a:gd name="connsiteX87" fmla="*/ 1586865 w 7709535"/>
                <a:gd name="connsiteY87" fmla="*/ 601980 h 1713547"/>
                <a:gd name="connsiteX88" fmla="*/ 1585913 w 7709535"/>
                <a:gd name="connsiteY88" fmla="*/ 601980 h 1713547"/>
                <a:gd name="connsiteX89" fmla="*/ 0 w 7709535"/>
                <a:gd name="connsiteY89" fmla="*/ 1713548 h 1713547"/>
                <a:gd name="connsiteX90" fmla="*/ 303847 w 7709535"/>
                <a:gd name="connsiteY90" fmla="*/ 1684020 h 1713547"/>
                <a:gd name="connsiteX91" fmla="*/ 345757 w 7709535"/>
                <a:gd name="connsiteY91" fmla="*/ 721043 h 1713547"/>
                <a:gd name="connsiteX92" fmla="*/ 41910 w 7709535"/>
                <a:gd name="connsiteY92" fmla="*/ 750570 h 1713547"/>
                <a:gd name="connsiteX93" fmla="*/ 0 w 7709535"/>
                <a:gd name="connsiteY93" fmla="*/ 1713548 h 1713547"/>
                <a:gd name="connsiteX94" fmla="*/ 6702743 w 7709535"/>
                <a:gd name="connsiteY94" fmla="*/ 1207770 h 1713547"/>
                <a:gd name="connsiteX95" fmla="*/ 6559868 w 7709535"/>
                <a:gd name="connsiteY95" fmla="*/ 1279208 h 1713547"/>
                <a:gd name="connsiteX96" fmla="*/ 6518910 w 7709535"/>
                <a:gd name="connsiteY96" fmla="*/ 1461135 h 1713547"/>
                <a:gd name="connsiteX97" fmla="*/ 6536055 w 7709535"/>
                <a:gd name="connsiteY97" fmla="*/ 1584960 h 1713547"/>
                <a:gd name="connsiteX98" fmla="*/ 6594157 w 7709535"/>
                <a:gd name="connsiteY98" fmla="*/ 1676400 h 1713547"/>
                <a:gd name="connsiteX99" fmla="*/ 6597015 w 7709535"/>
                <a:gd name="connsiteY99" fmla="*/ 1676400 h 1713547"/>
                <a:gd name="connsiteX100" fmla="*/ 6703695 w 7709535"/>
                <a:gd name="connsiteY100" fmla="*/ 1710690 h 1713547"/>
                <a:gd name="connsiteX101" fmla="*/ 6810375 w 7709535"/>
                <a:gd name="connsiteY101" fmla="*/ 1675448 h 1713547"/>
                <a:gd name="connsiteX102" fmla="*/ 6868478 w 7709535"/>
                <a:gd name="connsiteY102" fmla="*/ 1584008 h 1713547"/>
                <a:gd name="connsiteX103" fmla="*/ 6885623 w 7709535"/>
                <a:gd name="connsiteY103" fmla="*/ 1460183 h 1713547"/>
                <a:gd name="connsiteX104" fmla="*/ 6844665 w 7709535"/>
                <a:gd name="connsiteY104" fmla="*/ 1279208 h 1713547"/>
                <a:gd name="connsiteX105" fmla="*/ 6702743 w 7709535"/>
                <a:gd name="connsiteY105" fmla="*/ 1207770 h 1713547"/>
                <a:gd name="connsiteX106" fmla="*/ 6759893 w 7709535"/>
                <a:gd name="connsiteY106" fmla="*/ 1570673 h 1713547"/>
                <a:gd name="connsiteX107" fmla="*/ 6759893 w 7709535"/>
                <a:gd name="connsiteY107" fmla="*/ 1570673 h 1713547"/>
                <a:gd name="connsiteX108" fmla="*/ 6700838 w 7709535"/>
                <a:gd name="connsiteY108" fmla="*/ 1614488 h 1713547"/>
                <a:gd name="connsiteX109" fmla="*/ 6654165 w 7709535"/>
                <a:gd name="connsiteY109" fmla="*/ 1591628 h 1713547"/>
                <a:gd name="connsiteX110" fmla="*/ 6633210 w 7709535"/>
                <a:gd name="connsiteY110" fmla="*/ 1535430 h 1713547"/>
                <a:gd name="connsiteX111" fmla="*/ 6628448 w 7709535"/>
                <a:gd name="connsiteY111" fmla="*/ 1460183 h 1713547"/>
                <a:gd name="connsiteX112" fmla="*/ 6642735 w 7709535"/>
                <a:gd name="connsiteY112" fmla="*/ 1350645 h 1713547"/>
                <a:gd name="connsiteX113" fmla="*/ 6701790 w 7709535"/>
                <a:gd name="connsiteY113" fmla="*/ 1305878 h 1713547"/>
                <a:gd name="connsiteX114" fmla="*/ 6749415 w 7709535"/>
                <a:gd name="connsiteY114" fmla="*/ 1329690 h 1713547"/>
                <a:gd name="connsiteX115" fmla="*/ 6770370 w 7709535"/>
                <a:gd name="connsiteY115" fmla="*/ 1386840 h 1713547"/>
                <a:gd name="connsiteX116" fmla="*/ 6775132 w 7709535"/>
                <a:gd name="connsiteY116" fmla="*/ 1462088 h 1713547"/>
                <a:gd name="connsiteX117" fmla="*/ 6760845 w 7709535"/>
                <a:gd name="connsiteY117" fmla="*/ 1570673 h 1713547"/>
                <a:gd name="connsiteX118" fmla="*/ 7189470 w 7709535"/>
                <a:gd name="connsiteY118" fmla="*/ 1525905 h 1713547"/>
                <a:gd name="connsiteX119" fmla="*/ 7188518 w 7709535"/>
                <a:gd name="connsiteY119" fmla="*/ 1525905 h 1713547"/>
                <a:gd name="connsiteX120" fmla="*/ 7229475 w 7709535"/>
                <a:gd name="connsiteY120" fmla="*/ 1469708 h 1713547"/>
                <a:gd name="connsiteX121" fmla="*/ 7258050 w 7709535"/>
                <a:gd name="connsiteY121" fmla="*/ 1414463 h 1713547"/>
                <a:gd name="connsiteX122" fmla="*/ 7269480 w 7709535"/>
                <a:gd name="connsiteY122" fmla="*/ 1353503 h 1713547"/>
                <a:gd name="connsiteX123" fmla="*/ 7250430 w 7709535"/>
                <a:gd name="connsiteY123" fmla="*/ 1277303 h 1713547"/>
                <a:gd name="connsiteX124" fmla="*/ 7195185 w 7709535"/>
                <a:gd name="connsiteY124" fmla="*/ 1226820 h 1713547"/>
                <a:gd name="connsiteX125" fmla="*/ 7113270 w 7709535"/>
                <a:gd name="connsiteY125" fmla="*/ 1208723 h 1713547"/>
                <a:gd name="connsiteX126" fmla="*/ 7019925 w 7709535"/>
                <a:gd name="connsiteY126" fmla="*/ 1232535 h 1713547"/>
                <a:gd name="connsiteX127" fmla="*/ 6959918 w 7709535"/>
                <a:gd name="connsiteY127" fmla="*/ 1295400 h 1713547"/>
                <a:gd name="connsiteX128" fmla="*/ 6938010 w 7709535"/>
                <a:gd name="connsiteY128" fmla="*/ 1383030 h 1713547"/>
                <a:gd name="connsiteX129" fmla="*/ 7045643 w 7709535"/>
                <a:gd name="connsiteY129" fmla="*/ 1383030 h 1713547"/>
                <a:gd name="connsiteX130" fmla="*/ 7106603 w 7709535"/>
                <a:gd name="connsiteY130" fmla="*/ 1305878 h 1713547"/>
                <a:gd name="connsiteX131" fmla="*/ 7146607 w 7709535"/>
                <a:gd name="connsiteY131" fmla="*/ 1319213 h 1713547"/>
                <a:gd name="connsiteX132" fmla="*/ 7161848 w 7709535"/>
                <a:gd name="connsiteY132" fmla="*/ 1356360 h 1713547"/>
                <a:gd name="connsiteX133" fmla="*/ 7147560 w 7709535"/>
                <a:gd name="connsiteY133" fmla="*/ 1405890 h 1713547"/>
                <a:gd name="connsiteX134" fmla="*/ 7112318 w 7709535"/>
                <a:gd name="connsiteY134" fmla="*/ 1457325 h 1713547"/>
                <a:gd name="connsiteX135" fmla="*/ 6918960 w 7709535"/>
                <a:gd name="connsiteY135" fmla="*/ 1704023 h 1713547"/>
                <a:gd name="connsiteX136" fmla="*/ 7279957 w 7709535"/>
                <a:gd name="connsiteY136" fmla="*/ 1704023 h 1713547"/>
                <a:gd name="connsiteX137" fmla="*/ 7279957 w 7709535"/>
                <a:gd name="connsiteY137" fmla="*/ 1606867 h 1713547"/>
                <a:gd name="connsiteX138" fmla="*/ 7124700 w 7709535"/>
                <a:gd name="connsiteY138" fmla="*/ 1606867 h 1713547"/>
                <a:gd name="connsiteX139" fmla="*/ 7189470 w 7709535"/>
                <a:gd name="connsiteY139" fmla="*/ 1525905 h 1713547"/>
                <a:gd name="connsiteX140" fmla="*/ 6509385 w 7709535"/>
                <a:gd name="connsiteY140" fmla="*/ 225743 h 1713547"/>
                <a:gd name="connsiteX141" fmla="*/ 6509385 w 7709535"/>
                <a:gd name="connsiteY141" fmla="*/ 225743 h 1713547"/>
                <a:gd name="connsiteX142" fmla="*/ 6122670 w 7709535"/>
                <a:gd name="connsiteY142" fmla="*/ 141923 h 1713547"/>
                <a:gd name="connsiteX143" fmla="*/ 5726430 w 7709535"/>
                <a:gd name="connsiteY143" fmla="*/ 300038 h 1713547"/>
                <a:gd name="connsiteX144" fmla="*/ 5587365 w 7709535"/>
                <a:gd name="connsiteY144" fmla="*/ 700088 h 1713547"/>
                <a:gd name="connsiteX145" fmla="*/ 5692140 w 7709535"/>
                <a:gd name="connsiteY145" fmla="*/ 1076325 h 1713547"/>
                <a:gd name="connsiteX146" fmla="*/ 6077903 w 7709535"/>
                <a:gd name="connsiteY146" fmla="*/ 1160145 h 1713547"/>
                <a:gd name="connsiteX147" fmla="*/ 6475095 w 7709535"/>
                <a:gd name="connsiteY147" fmla="*/ 1002030 h 1713547"/>
                <a:gd name="connsiteX148" fmla="*/ 6614160 w 7709535"/>
                <a:gd name="connsiteY148" fmla="*/ 601980 h 1713547"/>
                <a:gd name="connsiteX149" fmla="*/ 6509385 w 7709535"/>
                <a:gd name="connsiteY149" fmla="*/ 225743 h 1713547"/>
                <a:gd name="connsiteX150" fmla="*/ 6295073 w 7709535"/>
                <a:gd name="connsiteY150" fmla="*/ 632460 h 1713547"/>
                <a:gd name="connsiteX151" fmla="*/ 6238875 w 7709535"/>
                <a:gd name="connsiteY151" fmla="*/ 858203 h 1713547"/>
                <a:gd name="connsiteX152" fmla="*/ 6088380 w 7709535"/>
                <a:gd name="connsiteY152" fmla="*/ 942023 h 1713547"/>
                <a:gd name="connsiteX153" fmla="*/ 5943600 w 7709535"/>
                <a:gd name="connsiteY153" fmla="*/ 886778 h 1713547"/>
                <a:gd name="connsiteX154" fmla="*/ 5907405 w 7709535"/>
                <a:gd name="connsiteY154" fmla="*/ 670560 h 1713547"/>
                <a:gd name="connsiteX155" fmla="*/ 5963603 w 7709535"/>
                <a:gd name="connsiteY155" fmla="*/ 445770 h 1713547"/>
                <a:gd name="connsiteX156" fmla="*/ 6113145 w 7709535"/>
                <a:gd name="connsiteY156" fmla="*/ 361950 h 1713547"/>
                <a:gd name="connsiteX157" fmla="*/ 6257925 w 7709535"/>
                <a:gd name="connsiteY157" fmla="*/ 417195 h 1713547"/>
                <a:gd name="connsiteX158" fmla="*/ 6294120 w 7709535"/>
                <a:gd name="connsiteY158" fmla="*/ 633413 h 1713547"/>
                <a:gd name="connsiteX159" fmla="*/ 6294120 w 7709535"/>
                <a:gd name="connsiteY159" fmla="*/ 633413 h 1713547"/>
                <a:gd name="connsiteX160" fmla="*/ 7343775 w 7709535"/>
                <a:gd name="connsiteY160" fmla="*/ 1216343 h 1713547"/>
                <a:gd name="connsiteX161" fmla="*/ 7343775 w 7709535"/>
                <a:gd name="connsiteY161" fmla="*/ 1313498 h 1713547"/>
                <a:gd name="connsiteX162" fmla="*/ 7543800 w 7709535"/>
                <a:gd name="connsiteY162" fmla="*/ 1313498 h 1713547"/>
                <a:gd name="connsiteX163" fmla="*/ 7357110 w 7709535"/>
                <a:gd name="connsiteY163" fmla="*/ 1704023 h 1713547"/>
                <a:gd name="connsiteX164" fmla="*/ 7480935 w 7709535"/>
                <a:gd name="connsiteY164" fmla="*/ 1704023 h 1713547"/>
                <a:gd name="connsiteX165" fmla="*/ 7709535 w 7709535"/>
                <a:gd name="connsiteY165" fmla="*/ 1216343 h 1713547"/>
                <a:gd name="connsiteX166" fmla="*/ 7343775 w 7709535"/>
                <a:gd name="connsiteY166" fmla="*/ 1216343 h 1713547"/>
                <a:gd name="connsiteX167" fmla="*/ 6371273 w 7709535"/>
                <a:gd name="connsiteY167" fmla="*/ 1525905 h 1713547"/>
                <a:gd name="connsiteX168" fmla="*/ 6370320 w 7709535"/>
                <a:gd name="connsiteY168" fmla="*/ 1525905 h 1713547"/>
                <a:gd name="connsiteX169" fmla="*/ 6411278 w 7709535"/>
                <a:gd name="connsiteY169" fmla="*/ 1469708 h 1713547"/>
                <a:gd name="connsiteX170" fmla="*/ 6439853 w 7709535"/>
                <a:gd name="connsiteY170" fmla="*/ 1414463 h 1713547"/>
                <a:gd name="connsiteX171" fmla="*/ 6451282 w 7709535"/>
                <a:gd name="connsiteY171" fmla="*/ 1353503 h 1713547"/>
                <a:gd name="connsiteX172" fmla="*/ 6432232 w 7709535"/>
                <a:gd name="connsiteY172" fmla="*/ 1277303 h 1713547"/>
                <a:gd name="connsiteX173" fmla="*/ 6376988 w 7709535"/>
                <a:gd name="connsiteY173" fmla="*/ 1226820 h 1713547"/>
                <a:gd name="connsiteX174" fmla="*/ 6295073 w 7709535"/>
                <a:gd name="connsiteY174" fmla="*/ 1208723 h 1713547"/>
                <a:gd name="connsiteX175" fmla="*/ 6201728 w 7709535"/>
                <a:gd name="connsiteY175" fmla="*/ 1232535 h 1713547"/>
                <a:gd name="connsiteX176" fmla="*/ 6141720 w 7709535"/>
                <a:gd name="connsiteY176" fmla="*/ 1295400 h 1713547"/>
                <a:gd name="connsiteX177" fmla="*/ 6119813 w 7709535"/>
                <a:gd name="connsiteY177" fmla="*/ 1383030 h 1713547"/>
                <a:gd name="connsiteX178" fmla="*/ 6227445 w 7709535"/>
                <a:gd name="connsiteY178" fmla="*/ 1383030 h 1713547"/>
                <a:gd name="connsiteX179" fmla="*/ 6288405 w 7709535"/>
                <a:gd name="connsiteY179" fmla="*/ 1305878 h 1713547"/>
                <a:gd name="connsiteX180" fmla="*/ 6328410 w 7709535"/>
                <a:gd name="connsiteY180" fmla="*/ 1319213 h 1713547"/>
                <a:gd name="connsiteX181" fmla="*/ 6343650 w 7709535"/>
                <a:gd name="connsiteY181" fmla="*/ 1356360 h 1713547"/>
                <a:gd name="connsiteX182" fmla="*/ 6329363 w 7709535"/>
                <a:gd name="connsiteY182" fmla="*/ 1405890 h 1713547"/>
                <a:gd name="connsiteX183" fmla="*/ 6294120 w 7709535"/>
                <a:gd name="connsiteY183" fmla="*/ 1457325 h 1713547"/>
                <a:gd name="connsiteX184" fmla="*/ 6100763 w 7709535"/>
                <a:gd name="connsiteY184" fmla="*/ 1704023 h 1713547"/>
                <a:gd name="connsiteX185" fmla="*/ 6461760 w 7709535"/>
                <a:gd name="connsiteY185" fmla="*/ 1704023 h 1713547"/>
                <a:gd name="connsiteX186" fmla="*/ 6461760 w 7709535"/>
                <a:gd name="connsiteY186" fmla="*/ 1606867 h 1713547"/>
                <a:gd name="connsiteX187" fmla="*/ 6306503 w 7709535"/>
                <a:gd name="connsiteY187" fmla="*/ 1606867 h 1713547"/>
                <a:gd name="connsiteX188" fmla="*/ 6371273 w 7709535"/>
                <a:gd name="connsiteY188" fmla="*/ 1525905 h 1713547"/>
                <a:gd name="connsiteX189" fmla="*/ 5173028 w 7709535"/>
                <a:gd name="connsiteY189" fmla="*/ 1219200 h 1713547"/>
                <a:gd name="connsiteX190" fmla="*/ 5476875 w 7709535"/>
                <a:gd name="connsiteY190" fmla="*/ 1189673 h 1713547"/>
                <a:gd name="connsiteX191" fmla="*/ 5518785 w 7709535"/>
                <a:gd name="connsiteY191" fmla="*/ 226695 h 1713547"/>
                <a:gd name="connsiteX192" fmla="*/ 5214938 w 7709535"/>
                <a:gd name="connsiteY192" fmla="*/ 256223 h 1713547"/>
                <a:gd name="connsiteX193" fmla="*/ 5173028 w 7709535"/>
                <a:gd name="connsiteY193" fmla="*/ 1219200 h 1713547"/>
                <a:gd name="connsiteX194" fmla="*/ 5512118 w 7709535"/>
                <a:gd name="connsiteY194" fmla="*/ 154305 h 1713547"/>
                <a:gd name="connsiteX195" fmla="*/ 5520690 w 7709535"/>
                <a:gd name="connsiteY195" fmla="*/ 0 h 1713547"/>
                <a:gd name="connsiteX196" fmla="*/ 5208270 w 7709535"/>
                <a:gd name="connsiteY196" fmla="*/ 183832 h 1713547"/>
                <a:gd name="connsiteX197" fmla="*/ 5512118 w 7709535"/>
                <a:gd name="connsiteY197" fmla="*/ 154305 h 1713547"/>
                <a:gd name="connsiteX198" fmla="*/ 5016818 w 7709535"/>
                <a:gd name="connsiteY198" fmla="*/ 321945 h 1713547"/>
                <a:gd name="connsiteX199" fmla="*/ 5016818 w 7709535"/>
                <a:gd name="connsiteY199" fmla="*/ 321945 h 1713547"/>
                <a:gd name="connsiteX200" fmla="*/ 5016818 w 7709535"/>
                <a:gd name="connsiteY200" fmla="*/ 319088 h 1713547"/>
                <a:gd name="connsiteX201" fmla="*/ 4711065 w 7709535"/>
                <a:gd name="connsiteY201" fmla="*/ 277178 h 1713547"/>
                <a:gd name="connsiteX202" fmla="*/ 4399598 w 7709535"/>
                <a:gd name="connsiteY202" fmla="*/ 382905 h 1713547"/>
                <a:gd name="connsiteX203" fmla="*/ 4292918 w 7709535"/>
                <a:gd name="connsiteY203" fmla="*/ 635318 h 1713547"/>
                <a:gd name="connsiteX204" fmla="*/ 4310063 w 7709535"/>
                <a:gd name="connsiteY204" fmla="*/ 742950 h 1713547"/>
                <a:gd name="connsiteX205" fmla="*/ 4367213 w 7709535"/>
                <a:gd name="connsiteY205" fmla="*/ 813435 h 1713547"/>
                <a:gd name="connsiteX206" fmla="*/ 4451032 w 7709535"/>
                <a:gd name="connsiteY206" fmla="*/ 857250 h 1713547"/>
                <a:gd name="connsiteX207" fmla="*/ 4547235 w 7709535"/>
                <a:gd name="connsiteY207" fmla="*/ 882968 h 1713547"/>
                <a:gd name="connsiteX208" fmla="*/ 4644390 w 7709535"/>
                <a:gd name="connsiteY208" fmla="*/ 901065 h 1713547"/>
                <a:gd name="connsiteX209" fmla="*/ 4729163 w 7709535"/>
                <a:gd name="connsiteY209" fmla="*/ 922020 h 1713547"/>
                <a:gd name="connsiteX210" fmla="*/ 4788218 w 7709535"/>
                <a:gd name="connsiteY210" fmla="*/ 954405 h 1713547"/>
                <a:gd name="connsiteX211" fmla="*/ 4808220 w 7709535"/>
                <a:gd name="connsiteY211" fmla="*/ 1009650 h 1713547"/>
                <a:gd name="connsiteX212" fmla="*/ 4773930 w 7709535"/>
                <a:gd name="connsiteY212" fmla="*/ 1078230 h 1713547"/>
                <a:gd name="connsiteX213" fmla="*/ 4674870 w 7709535"/>
                <a:gd name="connsiteY213" fmla="*/ 1107758 h 1713547"/>
                <a:gd name="connsiteX214" fmla="*/ 4565332 w 7709535"/>
                <a:gd name="connsiteY214" fmla="*/ 1091565 h 1713547"/>
                <a:gd name="connsiteX215" fmla="*/ 4534853 w 7709535"/>
                <a:gd name="connsiteY215" fmla="*/ 1008698 h 1713547"/>
                <a:gd name="connsiteX216" fmla="*/ 4260532 w 7709535"/>
                <a:gd name="connsiteY216" fmla="*/ 1035368 h 1713547"/>
                <a:gd name="connsiteX217" fmla="*/ 4350068 w 7709535"/>
                <a:gd name="connsiteY217" fmla="*/ 1256348 h 1713547"/>
                <a:gd name="connsiteX218" fmla="*/ 4665345 w 7709535"/>
                <a:gd name="connsiteY218" fmla="*/ 1298258 h 1713547"/>
                <a:gd name="connsiteX219" fmla="*/ 4988243 w 7709535"/>
                <a:gd name="connsiteY219" fmla="*/ 1191578 h 1713547"/>
                <a:gd name="connsiteX220" fmla="*/ 5098732 w 7709535"/>
                <a:gd name="connsiteY220" fmla="*/ 938213 h 1713547"/>
                <a:gd name="connsiteX221" fmla="*/ 5074920 w 7709535"/>
                <a:gd name="connsiteY221" fmla="*/ 808673 h 1713547"/>
                <a:gd name="connsiteX222" fmla="*/ 5001578 w 7709535"/>
                <a:gd name="connsiteY222" fmla="*/ 725805 h 1713547"/>
                <a:gd name="connsiteX223" fmla="*/ 4899660 w 7709535"/>
                <a:gd name="connsiteY223" fmla="*/ 680085 h 1713547"/>
                <a:gd name="connsiteX224" fmla="*/ 4787265 w 7709535"/>
                <a:gd name="connsiteY224" fmla="*/ 653415 h 1713547"/>
                <a:gd name="connsiteX225" fmla="*/ 4685348 w 7709535"/>
                <a:gd name="connsiteY225" fmla="*/ 636270 h 1713547"/>
                <a:gd name="connsiteX226" fmla="*/ 4610100 w 7709535"/>
                <a:gd name="connsiteY226" fmla="*/ 610553 h 1713547"/>
                <a:gd name="connsiteX227" fmla="*/ 4582478 w 7709535"/>
                <a:gd name="connsiteY227" fmla="*/ 565785 h 1713547"/>
                <a:gd name="connsiteX228" fmla="*/ 4613910 w 7709535"/>
                <a:gd name="connsiteY228" fmla="*/ 498157 h 1713547"/>
                <a:gd name="connsiteX229" fmla="*/ 4702493 w 7709535"/>
                <a:gd name="connsiteY229" fmla="*/ 469582 h 1713547"/>
                <a:gd name="connsiteX230" fmla="*/ 4801553 w 7709535"/>
                <a:gd name="connsiteY230" fmla="*/ 486728 h 1713547"/>
                <a:gd name="connsiteX231" fmla="*/ 4828223 w 7709535"/>
                <a:gd name="connsiteY231" fmla="*/ 569595 h 1713547"/>
                <a:gd name="connsiteX232" fmla="*/ 5101590 w 7709535"/>
                <a:gd name="connsiteY232" fmla="*/ 543878 h 1713547"/>
                <a:gd name="connsiteX233" fmla="*/ 5016818 w 7709535"/>
                <a:gd name="connsiteY233" fmla="*/ 321945 h 171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7709535" h="1713547">
                  <a:moveTo>
                    <a:pt x="2458403" y="617220"/>
                  </a:moveTo>
                  <a:lnTo>
                    <a:pt x="2457450" y="617220"/>
                  </a:lnTo>
                  <a:cubicBezTo>
                    <a:pt x="2427923" y="589598"/>
                    <a:pt x="2388870" y="569595"/>
                    <a:pt x="2338387" y="556260"/>
                  </a:cubicBezTo>
                  <a:cubicBezTo>
                    <a:pt x="2287905" y="543878"/>
                    <a:pt x="2228850" y="541020"/>
                    <a:pt x="2161223" y="546735"/>
                  </a:cubicBezTo>
                  <a:lnTo>
                    <a:pt x="1715452" y="589598"/>
                  </a:lnTo>
                  <a:lnTo>
                    <a:pt x="1795462" y="1101090"/>
                  </a:lnTo>
                  <a:lnTo>
                    <a:pt x="1673543" y="1552575"/>
                  </a:lnTo>
                  <a:lnTo>
                    <a:pt x="1977390" y="1523048"/>
                  </a:lnTo>
                  <a:lnTo>
                    <a:pt x="1991677" y="1197293"/>
                  </a:lnTo>
                  <a:lnTo>
                    <a:pt x="2132648" y="1183958"/>
                  </a:lnTo>
                  <a:cubicBezTo>
                    <a:pt x="2200275" y="1177290"/>
                    <a:pt x="2260283" y="1163003"/>
                    <a:pt x="2312670" y="1141095"/>
                  </a:cubicBezTo>
                  <a:cubicBezTo>
                    <a:pt x="2365058" y="1119188"/>
                    <a:pt x="2406968" y="1090613"/>
                    <a:pt x="2438400" y="1057275"/>
                  </a:cubicBezTo>
                  <a:cubicBezTo>
                    <a:pt x="2469833" y="1023938"/>
                    <a:pt x="2493645" y="987743"/>
                    <a:pt x="2509837" y="948690"/>
                  </a:cubicBezTo>
                  <a:cubicBezTo>
                    <a:pt x="2526030" y="910590"/>
                    <a:pt x="2535555" y="869632"/>
                    <a:pt x="2538412" y="827723"/>
                  </a:cubicBezTo>
                  <a:cubicBezTo>
                    <a:pt x="2540318" y="785813"/>
                    <a:pt x="2533650" y="746760"/>
                    <a:pt x="2521268" y="711518"/>
                  </a:cubicBezTo>
                  <a:cubicBezTo>
                    <a:pt x="2507933" y="676275"/>
                    <a:pt x="2486978" y="644843"/>
                    <a:pt x="2458403" y="617220"/>
                  </a:cubicBezTo>
                  <a:close/>
                  <a:moveTo>
                    <a:pt x="2232660" y="856298"/>
                  </a:moveTo>
                  <a:cubicBezTo>
                    <a:pt x="2230755" y="889635"/>
                    <a:pt x="2221230" y="917257"/>
                    <a:pt x="2201228" y="941070"/>
                  </a:cubicBezTo>
                  <a:lnTo>
                    <a:pt x="2201228" y="941070"/>
                  </a:lnTo>
                  <a:cubicBezTo>
                    <a:pt x="2182178" y="964882"/>
                    <a:pt x="2156460" y="978218"/>
                    <a:pt x="2123123" y="981075"/>
                  </a:cubicBezTo>
                  <a:lnTo>
                    <a:pt x="1998345" y="993457"/>
                  </a:lnTo>
                  <a:lnTo>
                    <a:pt x="2009775" y="764857"/>
                  </a:lnTo>
                  <a:lnTo>
                    <a:pt x="2134553" y="752475"/>
                  </a:lnTo>
                  <a:cubicBezTo>
                    <a:pt x="2165985" y="749618"/>
                    <a:pt x="2190750" y="758190"/>
                    <a:pt x="2207895" y="778193"/>
                  </a:cubicBezTo>
                  <a:cubicBezTo>
                    <a:pt x="2225040" y="798195"/>
                    <a:pt x="2233612" y="824865"/>
                    <a:pt x="2231708" y="856298"/>
                  </a:cubicBezTo>
                  <a:close/>
                  <a:moveTo>
                    <a:pt x="1585913" y="601980"/>
                  </a:moveTo>
                  <a:lnTo>
                    <a:pt x="1193483" y="640080"/>
                  </a:lnTo>
                  <a:lnTo>
                    <a:pt x="1014413" y="1222058"/>
                  </a:lnTo>
                  <a:lnTo>
                    <a:pt x="885825" y="669607"/>
                  </a:lnTo>
                  <a:lnTo>
                    <a:pt x="476250" y="708660"/>
                  </a:lnTo>
                  <a:lnTo>
                    <a:pt x="434340" y="1671638"/>
                  </a:lnTo>
                  <a:lnTo>
                    <a:pt x="721995" y="1644015"/>
                  </a:lnTo>
                  <a:lnTo>
                    <a:pt x="748665" y="1037273"/>
                  </a:lnTo>
                  <a:lnTo>
                    <a:pt x="898208" y="1626870"/>
                  </a:lnTo>
                  <a:lnTo>
                    <a:pt x="1080135" y="1609725"/>
                  </a:lnTo>
                  <a:lnTo>
                    <a:pt x="1283970" y="985838"/>
                  </a:lnTo>
                  <a:lnTo>
                    <a:pt x="1257300" y="1592580"/>
                  </a:lnTo>
                  <a:lnTo>
                    <a:pt x="1544002" y="1564958"/>
                  </a:lnTo>
                  <a:lnTo>
                    <a:pt x="1544002" y="1562100"/>
                  </a:lnTo>
                  <a:lnTo>
                    <a:pt x="1664970" y="1114425"/>
                  </a:lnTo>
                  <a:lnTo>
                    <a:pt x="1585913" y="607695"/>
                  </a:lnTo>
                  <a:lnTo>
                    <a:pt x="1585913" y="601980"/>
                  </a:lnTo>
                  <a:close/>
                  <a:moveTo>
                    <a:pt x="3132773" y="1058228"/>
                  </a:moveTo>
                  <a:lnTo>
                    <a:pt x="3132773" y="1058228"/>
                  </a:lnTo>
                  <a:lnTo>
                    <a:pt x="3132773" y="1056323"/>
                  </a:lnTo>
                  <a:cubicBezTo>
                    <a:pt x="3129915" y="1115378"/>
                    <a:pt x="3117533" y="1158240"/>
                    <a:pt x="3095625" y="1186815"/>
                  </a:cubicBezTo>
                  <a:cubicBezTo>
                    <a:pt x="3073718" y="1215390"/>
                    <a:pt x="3041333" y="1231583"/>
                    <a:pt x="2997518" y="1236345"/>
                  </a:cubicBezTo>
                  <a:cubicBezTo>
                    <a:pt x="2951798" y="1241108"/>
                    <a:pt x="2920365" y="1230630"/>
                    <a:pt x="2901315" y="1205865"/>
                  </a:cubicBezTo>
                  <a:cubicBezTo>
                    <a:pt x="2882265" y="1181100"/>
                    <a:pt x="2874645" y="1139190"/>
                    <a:pt x="2877503" y="1081088"/>
                  </a:cubicBezTo>
                  <a:lnTo>
                    <a:pt x="2903220" y="477203"/>
                  </a:lnTo>
                  <a:lnTo>
                    <a:pt x="2599373" y="506730"/>
                  </a:lnTo>
                  <a:lnTo>
                    <a:pt x="2573655" y="1110615"/>
                  </a:lnTo>
                  <a:cubicBezTo>
                    <a:pt x="2566987" y="1246823"/>
                    <a:pt x="2597468" y="1341120"/>
                    <a:pt x="2662237" y="1396365"/>
                  </a:cubicBezTo>
                  <a:cubicBezTo>
                    <a:pt x="2727960" y="1450658"/>
                    <a:pt x="2835593" y="1470660"/>
                    <a:pt x="2987040" y="1456373"/>
                  </a:cubicBezTo>
                  <a:cubicBezTo>
                    <a:pt x="3138487" y="1442085"/>
                    <a:pt x="3248978" y="1401128"/>
                    <a:pt x="3320415" y="1333500"/>
                  </a:cubicBezTo>
                  <a:cubicBezTo>
                    <a:pt x="3391853" y="1265873"/>
                    <a:pt x="3429953" y="1163955"/>
                    <a:pt x="3436620" y="1028700"/>
                  </a:cubicBezTo>
                  <a:lnTo>
                    <a:pt x="3462337" y="424815"/>
                  </a:lnTo>
                  <a:lnTo>
                    <a:pt x="3158490" y="454343"/>
                  </a:lnTo>
                  <a:lnTo>
                    <a:pt x="3132773" y="1058228"/>
                  </a:lnTo>
                  <a:close/>
                  <a:moveTo>
                    <a:pt x="3883343" y="382905"/>
                  </a:moveTo>
                  <a:lnTo>
                    <a:pt x="3882390" y="382905"/>
                  </a:lnTo>
                  <a:lnTo>
                    <a:pt x="3578543" y="412432"/>
                  </a:lnTo>
                  <a:lnTo>
                    <a:pt x="3536633" y="1375410"/>
                  </a:lnTo>
                  <a:lnTo>
                    <a:pt x="4201478" y="1311593"/>
                  </a:lnTo>
                  <a:lnTo>
                    <a:pt x="4211003" y="1092518"/>
                  </a:lnTo>
                  <a:lnTo>
                    <a:pt x="3850005" y="1126808"/>
                  </a:lnTo>
                  <a:lnTo>
                    <a:pt x="3883343" y="382905"/>
                  </a:lnTo>
                  <a:close/>
                  <a:moveTo>
                    <a:pt x="6996113" y="452438"/>
                  </a:moveTo>
                  <a:lnTo>
                    <a:pt x="7226618" y="1022985"/>
                  </a:lnTo>
                  <a:lnTo>
                    <a:pt x="7574280" y="989648"/>
                  </a:lnTo>
                  <a:lnTo>
                    <a:pt x="7574280" y="981075"/>
                  </a:lnTo>
                  <a:lnTo>
                    <a:pt x="7695248" y="538163"/>
                  </a:lnTo>
                  <a:lnTo>
                    <a:pt x="7616190" y="31433"/>
                  </a:lnTo>
                  <a:lnTo>
                    <a:pt x="7616190" y="26670"/>
                  </a:lnTo>
                  <a:lnTo>
                    <a:pt x="7329488" y="54293"/>
                  </a:lnTo>
                  <a:lnTo>
                    <a:pt x="7302818" y="651510"/>
                  </a:lnTo>
                  <a:lnTo>
                    <a:pt x="7071360" y="79058"/>
                  </a:lnTo>
                  <a:lnTo>
                    <a:pt x="6723698" y="112395"/>
                  </a:lnTo>
                  <a:lnTo>
                    <a:pt x="6681788" y="1075373"/>
                  </a:lnTo>
                  <a:lnTo>
                    <a:pt x="6969443" y="1047750"/>
                  </a:lnTo>
                  <a:lnTo>
                    <a:pt x="6996113" y="452438"/>
                  </a:lnTo>
                  <a:close/>
                  <a:moveTo>
                    <a:pt x="346710" y="656273"/>
                  </a:moveTo>
                  <a:lnTo>
                    <a:pt x="355282" y="501968"/>
                  </a:lnTo>
                  <a:lnTo>
                    <a:pt x="42863" y="685800"/>
                  </a:lnTo>
                  <a:lnTo>
                    <a:pt x="346710" y="656273"/>
                  </a:lnTo>
                  <a:close/>
                  <a:moveTo>
                    <a:pt x="1585913" y="601980"/>
                  </a:moveTo>
                  <a:lnTo>
                    <a:pt x="1585913" y="601980"/>
                  </a:lnTo>
                  <a:cubicBezTo>
                    <a:pt x="1585913" y="601980"/>
                    <a:pt x="1586865" y="601980"/>
                    <a:pt x="1586865" y="601980"/>
                  </a:cubicBezTo>
                  <a:lnTo>
                    <a:pt x="1585913" y="601980"/>
                  </a:lnTo>
                  <a:close/>
                  <a:moveTo>
                    <a:pt x="0" y="1713548"/>
                  </a:moveTo>
                  <a:lnTo>
                    <a:pt x="303847" y="1684020"/>
                  </a:lnTo>
                  <a:lnTo>
                    <a:pt x="345757" y="721043"/>
                  </a:lnTo>
                  <a:lnTo>
                    <a:pt x="41910" y="750570"/>
                  </a:lnTo>
                  <a:lnTo>
                    <a:pt x="0" y="1713548"/>
                  </a:lnTo>
                  <a:close/>
                  <a:moveTo>
                    <a:pt x="6702743" y="1207770"/>
                  </a:moveTo>
                  <a:cubicBezTo>
                    <a:pt x="6634163" y="1207770"/>
                    <a:pt x="6586538" y="1231583"/>
                    <a:pt x="6559868" y="1279208"/>
                  </a:cubicBezTo>
                  <a:cubicBezTo>
                    <a:pt x="6532245" y="1326833"/>
                    <a:pt x="6518910" y="1387792"/>
                    <a:pt x="6518910" y="1461135"/>
                  </a:cubicBezTo>
                  <a:cubicBezTo>
                    <a:pt x="6518910" y="1534478"/>
                    <a:pt x="6524625" y="1547813"/>
                    <a:pt x="6536055" y="1584960"/>
                  </a:cubicBezTo>
                  <a:cubicBezTo>
                    <a:pt x="6547485" y="1623060"/>
                    <a:pt x="6566535" y="1652588"/>
                    <a:pt x="6594157" y="1676400"/>
                  </a:cubicBezTo>
                  <a:lnTo>
                    <a:pt x="6597015" y="1676400"/>
                  </a:lnTo>
                  <a:cubicBezTo>
                    <a:pt x="6623685" y="1699260"/>
                    <a:pt x="6659880" y="1710690"/>
                    <a:pt x="6703695" y="1710690"/>
                  </a:cubicBezTo>
                  <a:cubicBezTo>
                    <a:pt x="6747510" y="1710690"/>
                    <a:pt x="6782753" y="1699260"/>
                    <a:pt x="6810375" y="1675448"/>
                  </a:cubicBezTo>
                  <a:cubicBezTo>
                    <a:pt x="6837045" y="1651635"/>
                    <a:pt x="6857048" y="1621155"/>
                    <a:pt x="6868478" y="1584008"/>
                  </a:cubicBezTo>
                  <a:cubicBezTo>
                    <a:pt x="6879907" y="1545908"/>
                    <a:pt x="6885623" y="1533525"/>
                    <a:pt x="6885623" y="1460183"/>
                  </a:cubicBezTo>
                  <a:cubicBezTo>
                    <a:pt x="6885623" y="1386840"/>
                    <a:pt x="6871335" y="1326833"/>
                    <a:pt x="6844665" y="1279208"/>
                  </a:cubicBezTo>
                  <a:cubicBezTo>
                    <a:pt x="6817995" y="1231583"/>
                    <a:pt x="6771323" y="1207770"/>
                    <a:pt x="6702743" y="1207770"/>
                  </a:cubicBezTo>
                  <a:close/>
                  <a:moveTo>
                    <a:pt x="6759893" y="1570673"/>
                  </a:moveTo>
                  <a:lnTo>
                    <a:pt x="6759893" y="1570673"/>
                  </a:lnTo>
                  <a:cubicBezTo>
                    <a:pt x="6750368" y="1600200"/>
                    <a:pt x="6730365" y="1614488"/>
                    <a:pt x="6700838" y="1614488"/>
                  </a:cubicBezTo>
                  <a:cubicBezTo>
                    <a:pt x="6671310" y="1614488"/>
                    <a:pt x="6664643" y="1606867"/>
                    <a:pt x="6654165" y="1591628"/>
                  </a:cubicBezTo>
                  <a:cubicBezTo>
                    <a:pt x="6643688" y="1576388"/>
                    <a:pt x="6637020" y="1557338"/>
                    <a:pt x="6633210" y="1535430"/>
                  </a:cubicBezTo>
                  <a:cubicBezTo>
                    <a:pt x="6630353" y="1512570"/>
                    <a:pt x="6628448" y="1503045"/>
                    <a:pt x="6628448" y="1460183"/>
                  </a:cubicBezTo>
                  <a:cubicBezTo>
                    <a:pt x="6628448" y="1417320"/>
                    <a:pt x="6633210" y="1380173"/>
                    <a:pt x="6642735" y="1350645"/>
                  </a:cubicBezTo>
                  <a:cubicBezTo>
                    <a:pt x="6652260" y="1321118"/>
                    <a:pt x="6680835" y="1305878"/>
                    <a:pt x="6701790" y="1305878"/>
                  </a:cubicBezTo>
                  <a:cubicBezTo>
                    <a:pt x="6722745" y="1305878"/>
                    <a:pt x="6738938" y="1313498"/>
                    <a:pt x="6749415" y="1329690"/>
                  </a:cubicBezTo>
                  <a:cubicBezTo>
                    <a:pt x="6759893" y="1345883"/>
                    <a:pt x="6767513" y="1364933"/>
                    <a:pt x="6770370" y="1386840"/>
                  </a:cubicBezTo>
                  <a:cubicBezTo>
                    <a:pt x="6773228" y="1409700"/>
                    <a:pt x="6775132" y="1418273"/>
                    <a:pt x="6775132" y="1462088"/>
                  </a:cubicBezTo>
                  <a:cubicBezTo>
                    <a:pt x="6775132" y="1505903"/>
                    <a:pt x="6770370" y="1542098"/>
                    <a:pt x="6760845" y="1570673"/>
                  </a:cubicBezTo>
                  <a:close/>
                  <a:moveTo>
                    <a:pt x="7189470" y="1525905"/>
                  </a:moveTo>
                  <a:lnTo>
                    <a:pt x="7188518" y="1525905"/>
                  </a:lnTo>
                  <a:cubicBezTo>
                    <a:pt x="7204710" y="1504950"/>
                    <a:pt x="7218045" y="1486853"/>
                    <a:pt x="7229475" y="1469708"/>
                  </a:cubicBezTo>
                  <a:cubicBezTo>
                    <a:pt x="7240905" y="1452563"/>
                    <a:pt x="7250430" y="1434465"/>
                    <a:pt x="7258050" y="1414463"/>
                  </a:cubicBezTo>
                  <a:cubicBezTo>
                    <a:pt x="7265670" y="1394460"/>
                    <a:pt x="7269480" y="1383030"/>
                    <a:pt x="7269480" y="1353503"/>
                  </a:cubicBezTo>
                  <a:cubicBezTo>
                    <a:pt x="7269480" y="1323975"/>
                    <a:pt x="7263765" y="1299210"/>
                    <a:pt x="7250430" y="1277303"/>
                  </a:cubicBezTo>
                  <a:cubicBezTo>
                    <a:pt x="7237095" y="1255395"/>
                    <a:pt x="7218998" y="1238250"/>
                    <a:pt x="7195185" y="1226820"/>
                  </a:cubicBezTo>
                  <a:cubicBezTo>
                    <a:pt x="7172325" y="1214438"/>
                    <a:pt x="7149465" y="1208723"/>
                    <a:pt x="7113270" y="1208723"/>
                  </a:cubicBezTo>
                  <a:cubicBezTo>
                    <a:pt x="7077075" y="1208723"/>
                    <a:pt x="7046595" y="1217295"/>
                    <a:pt x="7019925" y="1232535"/>
                  </a:cubicBezTo>
                  <a:cubicBezTo>
                    <a:pt x="6993255" y="1247775"/>
                    <a:pt x="6974205" y="1268730"/>
                    <a:pt x="6959918" y="1295400"/>
                  </a:cubicBezTo>
                  <a:cubicBezTo>
                    <a:pt x="6946582" y="1321118"/>
                    <a:pt x="6938010" y="1350645"/>
                    <a:pt x="6938010" y="1383030"/>
                  </a:cubicBezTo>
                  <a:lnTo>
                    <a:pt x="7045643" y="1383030"/>
                  </a:lnTo>
                  <a:cubicBezTo>
                    <a:pt x="7047548" y="1331595"/>
                    <a:pt x="7067550" y="1305878"/>
                    <a:pt x="7106603" y="1305878"/>
                  </a:cubicBezTo>
                  <a:cubicBezTo>
                    <a:pt x="7145655" y="1305878"/>
                    <a:pt x="7136130" y="1310640"/>
                    <a:pt x="7146607" y="1319213"/>
                  </a:cubicBezTo>
                  <a:cubicBezTo>
                    <a:pt x="7157085" y="1327785"/>
                    <a:pt x="7161848" y="1340168"/>
                    <a:pt x="7161848" y="1356360"/>
                  </a:cubicBezTo>
                  <a:cubicBezTo>
                    <a:pt x="7161848" y="1372553"/>
                    <a:pt x="7157085" y="1388745"/>
                    <a:pt x="7147560" y="1405890"/>
                  </a:cubicBezTo>
                  <a:cubicBezTo>
                    <a:pt x="7138035" y="1423035"/>
                    <a:pt x="7126605" y="1440180"/>
                    <a:pt x="7112318" y="1457325"/>
                  </a:cubicBezTo>
                  <a:lnTo>
                    <a:pt x="6918960" y="1704023"/>
                  </a:lnTo>
                  <a:lnTo>
                    <a:pt x="7279957" y="1704023"/>
                  </a:lnTo>
                  <a:lnTo>
                    <a:pt x="7279957" y="1606867"/>
                  </a:lnTo>
                  <a:lnTo>
                    <a:pt x="7124700" y="1606867"/>
                  </a:lnTo>
                  <a:lnTo>
                    <a:pt x="7189470" y="1525905"/>
                  </a:lnTo>
                  <a:close/>
                  <a:moveTo>
                    <a:pt x="6509385" y="225743"/>
                  </a:moveTo>
                  <a:lnTo>
                    <a:pt x="6509385" y="225743"/>
                  </a:lnTo>
                  <a:cubicBezTo>
                    <a:pt x="6431280" y="152400"/>
                    <a:pt x="6302693" y="124777"/>
                    <a:pt x="6122670" y="141923"/>
                  </a:cubicBezTo>
                  <a:cubicBezTo>
                    <a:pt x="5943600" y="159068"/>
                    <a:pt x="5811203" y="211455"/>
                    <a:pt x="5726430" y="300038"/>
                  </a:cubicBezTo>
                  <a:cubicBezTo>
                    <a:pt x="5641657" y="388620"/>
                    <a:pt x="5594985" y="521970"/>
                    <a:pt x="5587365" y="700088"/>
                  </a:cubicBezTo>
                  <a:cubicBezTo>
                    <a:pt x="5579745" y="878205"/>
                    <a:pt x="5614988" y="1003935"/>
                    <a:pt x="5692140" y="1076325"/>
                  </a:cubicBezTo>
                  <a:cubicBezTo>
                    <a:pt x="5770245" y="1149668"/>
                    <a:pt x="5898832" y="1177290"/>
                    <a:pt x="6077903" y="1160145"/>
                  </a:cubicBezTo>
                  <a:cubicBezTo>
                    <a:pt x="6257925" y="1143000"/>
                    <a:pt x="6390323" y="1089660"/>
                    <a:pt x="6475095" y="1002030"/>
                  </a:cubicBezTo>
                  <a:cubicBezTo>
                    <a:pt x="6559868" y="913448"/>
                    <a:pt x="6606540" y="780098"/>
                    <a:pt x="6614160" y="601980"/>
                  </a:cubicBezTo>
                  <a:cubicBezTo>
                    <a:pt x="6622732" y="423863"/>
                    <a:pt x="6587490" y="298132"/>
                    <a:pt x="6509385" y="225743"/>
                  </a:cubicBezTo>
                  <a:close/>
                  <a:moveTo>
                    <a:pt x="6295073" y="632460"/>
                  </a:moveTo>
                  <a:cubicBezTo>
                    <a:pt x="6290310" y="733425"/>
                    <a:pt x="6271260" y="808673"/>
                    <a:pt x="6238875" y="858203"/>
                  </a:cubicBezTo>
                  <a:cubicBezTo>
                    <a:pt x="6205538" y="907732"/>
                    <a:pt x="6156007" y="935355"/>
                    <a:pt x="6088380" y="942023"/>
                  </a:cubicBezTo>
                  <a:cubicBezTo>
                    <a:pt x="6020753" y="948690"/>
                    <a:pt x="5972175" y="929640"/>
                    <a:pt x="5943600" y="886778"/>
                  </a:cubicBezTo>
                  <a:cubicBezTo>
                    <a:pt x="5915025" y="842963"/>
                    <a:pt x="5903595" y="771525"/>
                    <a:pt x="5907405" y="670560"/>
                  </a:cubicBezTo>
                  <a:cubicBezTo>
                    <a:pt x="5912168" y="569595"/>
                    <a:pt x="5930265" y="494348"/>
                    <a:pt x="5963603" y="445770"/>
                  </a:cubicBezTo>
                  <a:cubicBezTo>
                    <a:pt x="5995988" y="396240"/>
                    <a:pt x="6046470" y="368618"/>
                    <a:pt x="6113145" y="361950"/>
                  </a:cubicBezTo>
                  <a:cubicBezTo>
                    <a:pt x="6180773" y="355282"/>
                    <a:pt x="6229350" y="374332"/>
                    <a:pt x="6257925" y="417195"/>
                  </a:cubicBezTo>
                  <a:cubicBezTo>
                    <a:pt x="6286500" y="461010"/>
                    <a:pt x="6298882" y="532448"/>
                    <a:pt x="6294120" y="633413"/>
                  </a:cubicBezTo>
                  <a:lnTo>
                    <a:pt x="6294120" y="633413"/>
                  </a:lnTo>
                  <a:close/>
                  <a:moveTo>
                    <a:pt x="7343775" y="1216343"/>
                  </a:moveTo>
                  <a:lnTo>
                    <a:pt x="7343775" y="1313498"/>
                  </a:lnTo>
                  <a:lnTo>
                    <a:pt x="7543800" y="1313498"/>
                  </a:lnTo>
                  <a:lnTo>
                    <a:pt x="7357110" y="1704023"/>
                  </a:lnTo>
                  <a:lnTo>
                    <a:pt x="7480935" y="1704023"/>
                  </a:lnTo>
                  <a:lnTo>
                    <a:pt x="7709535" y="1216343"/>
                  </a:lnTo>
                  <a:lnTo>
                    <a:pt x="7343775" y="1216343"/>
                  </a:lnTo>
                  <a:close/>
                  <a:moveTo>
                    <a:pt x="6371273" y="1525905"/>
                  </a:moveTo>
                  <a:lnTo>
                    <a:pt x="6370320" y="1525905"/>
                  </a:lnTo>
                  <a:cubicBezTo>
                    <a:pt x="6386513" y="1504950"/>
                    <a:pt x="6399848" y="1486853"/>
                    <a:pt x="6411278" y="1469708"/>
                  </a:cubicBezTo>
                  <a:cubicBezTo>
                    <a:pt x="6422707" y="1452563"/>
                    <a:pt x="6432232" y="1434465"/>
                    <a:pt x="6439853" y="1414463"/>
                  </a:cubicBezTo>
                  <a:cubicBezTo>
                    <a:pt x="6447473" y="1394460"/>
                    <a:pt x="6451282" y="1383030"/>
                    <a:pt x="6451282" y="1353503"/>
                  </a:cubicBezTo>
                  <a:cubicBezTo>
                    <a:pt x="6451282" y="1323975"/>
                    <a:pt x="6445568" y="1299210"/>
                    <a:pt x="6432232" y="1277303"/>
                  </a:cubicBezTo>
                  <a:cubicBezTo>
                    <a:pt x="6418898" y="1255395"/>
                    <a:pt x="6400800" y="1238250"/>
                    <a:pt x="6376988" y="1226820"/>
                  </a:cubicBezTo>
                  <a:cubicBezTo>
                    <a:pt x="6354128" y="1214438"/>
                    <a:pt x="6331268" y="1208723"/>
                    <a:pt x="6295073" y="1208723"/>
                  </a:cubicBezTo>
                  <a:cubicBezTo>
                    <a:pt x="6258878" y="1208723"/>
                    <a:pt x="6228398" y="1217295"/>
                    <a:pt x="6201728" y="1232535"/>
                  </a:cubicBezTo>
                  <a:cubicBezTo>
                    <a:pt x="6175057" y="1247775"/>
                    <a:pt x="6156007" y="1268730"/>
                    <a:pt x="6141720" y="1295400"/>
                  </a:cubicBezTo>
                  <a:cubicBezTo>
                    <a:pt x="6128385" y="1321118"/>
                    <a:pt x="6119813" y="1350645"/>
                    <a:pt x="6119813" y="1383030"/>
                  </a:cubicBezTo>
                  <a:lnTo>
                    <a:pt x="6227445" y="1383030"/>
                  </a:lnTo>
                  <a:cubicBezTo>
                    <a:pt x="6229350" y="1331595"/>
                    <a:pt x="6249353" y="1305878"/>
                    <a:pt x="6288405" y="1305878"/>
                  </a:cubicBezTo>
                  <a:cubicBezTo>
                    <a:pt x="6327457" y="1305878"/>
                    <a:pt x="6317932" y="1310640"/>
                    <a:pt x="6328410" y="1319213"/>
                  </a:cubicBezTo>
                  <a:cubicBezTo>
                    <a:pt x="6338888" y="1327785"/>
                    <a:pt x="6343650" y="1340168"/>
                    <a:pt x="6343650" y="1356360"/>
                  </a:cubicBezTo>
                  <a:cubicBezTo>
                    <a:pt x="6343650" y="1372553"/>
                    <a:pt x="6338888" y="1388745"/>
                    <a:pt x="6329363" y="1405890"/>
                  </a:cubicBezTo>
                  <a:cubicBezTo>
                    <a:pt x="6319838" y="1423035"/>
                    <a:pt x="6308407" y="1440180"/>
                    <a:pt x="6294120" y="1457325"/>
                  </a:cubicBezTo>
                  <a:lnTo>
                    <a:pt x="6100763" y="1704023"/>
                  </a:lnTo>
                  <a:lnTo>
                    <a:pt x="6461760" y="1704023"/>
                  </a:lnTo>
                  <a:lnTo>
                    <a:pt x="6461760" y="1606867"/>
                  </a:lnTo>
                  <a:lnTo>
                    <a:pt x="6306503" y="1606867"/>
                  </a:lnTo>
                  <a:lnTo>
                    <a:pt x="6371273" y="1525905"/>
                  </a:lnTo>
                  <a:close/>
                  <a:moveTo>
                    <a:pt x="5173028" y="1219200"/>
                  </a:moveTo>
                  <a:lnTo>
                    <a:pt x="5476875" y="1189673"/>
                  </a:lnTo>
                  <a:lnTo>
                    <a:pt x="5518785" y="226695"/>
                  </a:lnTo>
                  <a:lnTo>
                    <a:pt x="5214938" y="256223"/>
                  </a:lnTo>
                  <a:lnTo>
                    <a:pt x="5173028" y="1219200"/>
                  </a:lnTo>
                  <a:close/>
                  <a:moveTo>
                    <a:pt x="5512118" y="154305"/>
                  </a:moveTo>
                  <a:lnTo>
                    <a:pt x="5520690" y="0"/>
                  </a:lnTo>
                  <a:lnTo>
                    <a:pt x="5208270" y="183832"/>
                  </a:lnTo>
                  <a:lnTo>
                    <a:pt x="5512118" y="154305"/>
                  </a:lnTo>
                  <a:close/>
                  <a:moveTo>
                    <a:pt x="5016818" y="321945"/>
                  </a:moveTo>
                  <a:lnTo>
                    <a:pt x="5016818" y="321945"/>
                  </a:lnTo>
                  <a:lnTo>
                    <a:pt x="5016818" y="319088"/>
                  </a:lnTo>
                  <a:cubicBezTo>
                    <a:pt x="4954905" y="277178"/>
                    <a:pt x="4852988" y="263843"/>
                    <a:pt x="4711065" y="277178"/>
                  </a:cubicBezTo>
                  <a:cubicBezTo>
                    <a:pt x="4570095" y="290513"/>
                    <a:pt x="4466273" y="325755"/>
                    <a:pt x="4399598" y="382905"/>
                  </a:cubicBezTo>
                  <a:cubicBezTo>
                    <a:pt x="4332923" y="440055"/>
                    <a:pt x="4297680" y="523875"/>
                    <a:pt x="4292918" y="635318"/>
                  </a:cubicBezTo>
                  <a:cubicBezTo>
                    <a:pt x="4290060" y="676275"/>
                    <a:pt x="4295775" y="712470"/>
                    <a:pt x="4310063" y="742950"/>
                  </a:cubicBezTo>
                  <a:cubicBezTo>
                    <a:pt x="4324350" y="773430"/>
                    <a:pt x="4343400" y="796290"/>
                    <a:pt x="4367213" y="813435"/>
                  </a:cubicBezTo>
                  <a:cubicBezTo>
                    <a:pt x="4391978" y="830580"/>
                    <a:pt x="4419600" y="844868"/>
                    <a:pt x="4451032" y="857250"/>
                  </a:cubicBezTo>
                  <a:cubicBezTo>
                    <a:pt x="4482465" y="869632"/>
                    <a:pt x="4514850" y="878205"/>
                    <a:pt x="4547235" y="882968"/>
                  </a:cubicBezTo>
                  <a:cubicBezTo>
                    <a:pt x="4580573" y="887730"/>
                    <a:pt x="4612005" y="894398"/>
                    <a:pt x="4644390" y="901065"/>
                  </a:cubicBezTo>
                  <a:cubicBezTo>
                    <a:pt x="4675823" y="907732"/>
                    <a:pt x="4704398" y="915353"/>
                    <a:pt x="4729163" y="922020"/>
                  </a:cubicBezTo>
                  <a:cubicBezTo>
                    <a:pt x="4753928" y="928688"/>
                    <a:pt x="4773930" y="939165"/>
                    <a:pt x="4788218" y="954405"/>
                  </a:cubicBezTo>
                  <a:cubicBezTo>
                    <a:pt x="4802505" y="968693"/>
                    <a:pt x="4809173" y="987743"/>
                    <a:pt x="4808220" y="1009650"/>
                  </a:cubicBezTo>
                  <a:cubicBezTo>
                    <a:pt x="4808220" y="1040130"/>
                    <a:pt x="4795838" y="1062990"/>
                    <a:pt x="4773930" y="1078230"/>
                  </a:cubicBezTo>
                  <a:cubicBezTo>
                    <a:pt x="4752023" y="1093470"/>
                    <a:pt x="4718685" y="1102995"/>
                    <a:pt x="4674870" y="1107758"/>
                  </a:cubicBezTo>
                  <a:cubicBezTo>
                    <a:pt x="4624388" y="1112520"/>
                    <a:pt x="4588193" y="1107758"/>
                    <a:pt x="4565332" y="1091565"/>
                  </a:cubicBezTo>
                  <a:cubicBezTo>
                    <a:pt x="4543425" y="1076325"/>
                    <a:pt x="4532948" y="1048703"/>
                    <a:pt x="4534853" y="1008698"/>
                  </a:cubicBezTo>
                  <a:lnTo>
                    <a:pt x="4260532" y="1035368"/>
                  </a:lnTo>
                  <a:cubicBezTo>
                    <a:pt x="4255770" y="1141095"/>
                    <a:pt x="4286250" y="1214438"/>
                    <a:pt x="4350068" y="1256348"/>
                  </a:cubicBezTo>
                  <a:cubicBezTo>
                    <a:pt x="4413885" y="1298258"/>
                    <a:pt x="4519613" y="1312545"/>
                    <a:pt x="4665345" y="1298258"/>
                  </a:cubicBezTo>
                  <a:cubicBezTo>
                    <a:pt x="4812030" y="1283970"/>
                    <a:pt x="4919663" y="1248728"/>
                    <a:pt x="4988243" y="1191578"/>
                  </a:cubicBezTo>
                  <a:cubicBezTo>
                    <a:pt x="5056823" y="1134428"/>
                    <a:pt x="5093018" y="1050608"/>
                    <a:pt x="5098732" y="938213"/>
                  </a:cubicBezTo>
                  <a:cubicBezTo>
                    <a:pt x="5101590" y="887730"/>
                    <a:pt x="5093018" y="844868"/>
                    <a:pt x="5074920" y="808673"/>
                  </a:cubicBezTo>
                  <a:cubicBezTo>
                    <a:pt x="5056823" y="772478"/>
                    <a:pt x="5032057" y="744855"/>
                    <a:pt x="5001578" y="725805"/>
                  </a:cubicBezTo>
                  <a:cubicBezTo>
                    <a:pt x="4971098" y="706755"/>
                    <a:pt x="4936807" y="691515"/>
                    <a:pt x="4899660" y="680085"/>
                  </a:cubicBezTo>
                  <a:cubicBezTo>
                    <a:pt x="4862513" y="668655"/>
                    <a:pt x="4825365" y="660082"/>
                    <a:pt x="4787265" y="653415"/>
                  </a:cubicBezTo>
                  <a:cubicBezTo>
                    <a:pt x="4750118" y="647700"/>
                    <a:pt x="4715828" y="641985"/>
                    <a:pt x="4685348" y="636270"/>
                  </a:cubicBezTo>
                  <a:cubicBezTo>
                    <a:pt x="4654868" y="630555"/>
                    <a:pt x="4630103" y="621982"/>
                    <a:pt x="4610100" y="610553"/>
                  </a:cubicBezTo>
                  <a:cubicBezTo>
                    <a:pt x="4591050" y="599123"/>
                    <a:pt x="4581525" y="583882"/>
                    <a:pt x="4582478" y="565785"/>
                  </a:cubicBezTo>
                  <a:cubicBezTo>
                    <a:pt x="4584382" y="536257"/>
                    <a:pt x="4594860" y="514350"/>
                    <a:pt x="4613910" y="498157"/>
                  </a:cubicBezTo>
                  <a:cubicBezTo>
                    <a:pt x="4632960" y="482918"/>
                    <a:pt x="4662488" y="473393"/>
                    <a:pt x="4702493" y="469582"/>
                  </a:cubicBezTo>
                  <a:cubicBezTo>
                    <a:pt x="4748213" y="464820"/>
                    <a:pt x="4781550" y="469582"/>
                    <a:pt x="4801553" y="486728"/>
                  </a:cubicBezTo>
                  <a:cubicBezTo>
                    <a:pt x="4821555" y="502920"/>
                    <a:pt x="4830128" y="530543"/>
                    <a:pt x="4828223" y="569595"/>
                  </a:cubicBezTo>
                  <a:lnTo>
                    <a:pt x="5101590" y="543878"/>
                  </a:lnTo>
                  <a:cubicBezTo>
                    <a:pt x="5107305" y="437198"/>
                    <a:pt x="5078730" y="363855"/>
                    <a:pt x="5016818" y="321945"/>
                  </a:cubicBezTo>
                  <a:close/>
                </a:path>
              </a:pathLst>
            </a:custGeom>
            <a:solidFill>
              <a:srgbClr val="FFFFFF"/>
            </a:solidFill>
            <a:ln w="9525"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3D6194F5-7526-7DE7-C0C9-23C830E69C36}"/>
                </a:ext>
              </a:extLst>
            </p:cNvPr>
            <p:cNvSpPr/>
            <p:nvPr/>
          </p:nvSpPr>
          <p:spPr>
            <a:xfrm>
              <a:off x="3884144" y="3223127"/>
              <a:ext cx="181280" cy="106665"/>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54B94857-A2AA-5420-7146-D5046EA48AC0}"/>
                </a:ext>
              </a:extLst>
            </p:cNvPr>
            <p:cNvSpPr/>
            <p:nvPr/>
          </p:nvSpPr>
          <p:spPr>
            <a:xfrm>
              <a:off x="3859272" y="2947342"/>
              <a:ext cx="4419295" cy="978796"/>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chemeClr val="tx2"/>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E23E8795-3B88-2DD7-6660-2983E1EA82F9}"/>
                </a:ext>
              </a:extLst>
            </p:cNvPr>
            <p:cNvSpPr/>
            <p:nvPr/>
          </p:nvSpPr>
          <p:spPr>
            <a:xfrm>
              <a:off x="4755181" y="3281711"/>
              <a:ext cx="70741" cy="55875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B893F1DD-62CC-B00C-C7BA-50BEABE2B3D7}"/>
                </a:ext>
              </a:extLst>
            </p:cNvPr>
            <p:cNvSpPr/>
            <p:nvPr/>
          </p:nvSpPr>
          <p:spPr>
            <a:xfrm>
              <a:off x="8253146" y="2947342"/>
              <a:ext cx="71294" cy="55875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A15C9B8D-0CB1-C5A9-12A2-280921682E25}"/>
                </a:ext>
              </a:extLst>
            </p:cNvPr>
            <p:cNvSpPr/>
            <p:nvPr/>
          </p:nvSpPr>
          <p:spPr>
            <a:xfrm>
              <a:off x="6881373" y="2931866"/>
              <a:ext cx="181280" cy="106665"/>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7" name="Forme libre : forme 6">
              <a:extLst>
                <a:ext uri="{FF2B5EF4-FFF2-40B4-BE49-F238E27FC236}">
                  <a16:creationId xmlns:a16="http://schemas.microsoft.com/office/drawing/2014/main" id="{C4F41174-EA21-4C7E-9C26-B90ED029815C}"/>
                </a:ext>
              </a:extLst>
            </p:cNvPr>
            <p:cNvSpPr/>
            <p:nvPr/>
          </p:nvSpPr>
          <p:spPr>
            <a:xfrm>
              <a:off x="7398690" y="3633217"/>
              <a:ext cx="209468" cy="287393"/>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8" name="Forme libre : forme 7">
              <a:extLst>
                <a:ext uri="{FF2B5EF4-FFF2-40B4-BE49-F238E27FC236}">
                  <a16:creationId xmlns:a16="http://schemas.microsoft.com/office/drawing/2014/main" id="{9252A0BB-BE39-BC70-16B0-35194B8A4AB9}"/>
                </a:ext>
              </a:extLst>
            </p:cNvPr>
            <p:cNvSpPr/>
            <p:nvPr/>
          </p:nvSpPr>
          <p:spPr>
            <a:xfrm>
              <a:off x="7641871" y="3632665"/>
              <a:ext cx="212784" cy="291813"/>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9" name="Forme libre : forme 8">
              <a:extLst>
                <a:ext uri="{FF2B5EF4-FFF2-40B4-BE49-F238E27FC236}">
                  <a16:creationId xmlns:a16="http://schemas.microsoft.com/office/drawing/2014/main" id="{4B256CFB-4955-5199-994D-4726EDDF8B30}"/>
                </a:ext>
              </a:extLst>
            </p:cNvPr>
            <p:cNvSpPr/>
            <p:nvPr/>
          </p:nvSpPr>
          <p:spPr>
            <a:xfrm>
              <a:off x="7873447" y="3633217"/>
              <a:ext cx="209468" cy="287393"/>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9F391DBB-A1F5-CBC8-8D4A-86BB1B74FCE5}"/>
                </a:ext>
              </a:extLst>
            </p:cNvPr>
            <p:cNvSpPr/>
            <p:nvPr/>
          </p:nvSpPr>
          <p:spPr>
            <a:xfrm>
              <a:off x="8120500" y="3637641"/>
              <a:ext cx="212232" cy="282969"/>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spTree>
    <p:extLst>
      <p:ext uri="{BB962C8B-B14F-4D97-AF65-F5344CB8AC3E}">
        <p14:creationId xmlns:p14="http://schemas.microsoft.com/office/powerpoint/2010/main" val="331044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4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42" presetClass="path" presetSubtype="0" decel="100000" fill="hold" grpId="1" nodeType="withEffect">
                                  <p:stCondLst>
                                    <p:cond delay="1400"/>
                                  </p:stCondLst>
                                  <p:childTnLst>
                                    <p:animMotion origin="layout" path="M 0 2.59259E-6 L 0 0.03356 " pathEditMode="relative" rAng="0" ptsTypes="AA">
                                      <p:cBhvr>
                                        <p:cTn id="9" dur="2000" spd="-100000" fill="hold"/>
                                        <p:tgtEl>
                                          <p:spTgt spid="10"/>
                                        </p:tgtEl>
                                        <p:attrNameLst>
                                          <p:attrName>ppt_x</p:attrName>
                                          <p:attrName>ppt_y</p:attrName>
                                        </p:attrNameLst>
                                      </p:cBhvr>
                                      <p:rCtr x="0" y="1667"/>
                                    </p:animMotion>
                                  </p:childTnLst>
                                </p:cTn>
                              </p:par>
                              <p:par>
                                <p:cTn id="10" presetID="10" presetClass="entr" presetSubtype="0" fill="hold" grpId="0" nodeType="withEffect">
                                  <p:stCondLst>
                                    <p:cond delay="16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par>
                                <p:cTn id="13" presetID="42" presetClass="path" presetSubtype="0" decel="100000" fill="hold" grpId="1" nodeType="withEffect">
                                  <p:stCondLst>
                                    <p:cond delay="1600"/>
                                  </p:stCondLst>
                                  <p:childTnLst>
                                    <p:animMotion origin="layout" path="M 0 -2.22222E-6 L 0 0.03357 " pathEditMode="relative" rAng="0" ptsTypes="AA">
                                      <p:cBhvr>
                                        <p:cTn id="14" dur="2000" spd="-100000" fill="hold"/>
                                        <p:tgtEl>
                                          <p:spTgt spid="11"/>
                                        </p:tgtEl>
                                        <p:attrNameLst>
                                          <p:attrName>ppt_x</p:attrName>
                                          <p:attrName>ppt_y</p:attrName>
                                        </p:attrNameLst>
                                      </p:cBhvr>
                                      <p:rCtr x="0" y="1667"/>
                                    </p:animMotion>
                                  </p:childTnLst>
                                </p:cTn>
                              </p:par>
                              <p:par>
                                <p:cTn id="15" presetID="10" presetClass="entr" presetSubtype="0" fill="hold" grpId="0" nodeType="withEffect">
                                  <p:stCondLst>
                                    <p:cond delay="14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childTnLst>
                                </p:cTn>
                              </p:par>
                              <p:par>
                                <p:cTn id="18" presetID="42" presetClass="path" presetSubtype="0" decel="100000" fill="hold" grpId="1" nodeType="withEffect">
                                  <p:stCondLst>
                                    <p:cond delay="1400"/>
                                  </p:stCondLst>
                                  <p:childTnLst>
                                    <p:animMotion origin="layout" path="M 6.25E-7 -4.44444E-6 L 6.25E-7 -0.04305 " pathEditMode="relative" rAng="0" ptsTypes="AA">
                                      <p:cBhvr>
                                        <p:cTn id="19" dur="2000" spd="-100000" fill="hold"/>
                                        <p:tgtEl>
                                          <p:spTgt spid="14"/>
                                        </p:tgtEl>
                                        <p:attrNameLst>
                                          <p:attrName>ppt_x</p:attrName>
                                          <p:attrName>ppt_y</p:attrName>
                                        </p:attrNameLst>
                                      </p:cBhvr>
                                      <p:rCtr x="0" y="-21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tmplLst>
          <p:tmpl>
            <p:tnLst>
              <p:par>
                <p:cTn presetID="10" presetClass="entr" presetSubtype="0" fill="hold" nodeType="withEffect">
                  <p:stCondLst>
                    <p:cond delay="140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0" grpId="1">
        <p:tmplLst>
          <p:tmpl>
            <p:tnLst>
              <p:par>
                <p:cTn presetID="42" presetClass="path" presetSubtype="0" decel="100000" fill="hold" nodeType="withEffect">
                  <p:stCondLst>
                    <p:cond delay="1400"/>
                  </p:stCondLst>
                  <p:childTnLst>
                    <p:animMotion origin="layout" path="M 0 2.59259E-6 L 0 0.03356 " pathEditMode="relative" rAng="0" ptsTypes="AA">
                      <p:cBhvr>
                        <p:cTn dur="2000" spd="-100000" fill="hold"/>
                        <p:tgtEl>
                          <p:spTgt spid="10"/>
                        </p:tgtEl>
                        <p:attrNameLst>
                          <p:attrName>ppt_x</p:attrName>
                          <p:attrName>ppt_y</p:attrName>
                        </p:attrNameLst>
                      </p:cBhvr>
                      <p:rCtr x="0" y="1667"/>
                    </p:animMotion>
                  </p:childTnLst>
                </p:cTn>
              </p:par>
            </p:tnLst>
          </p:tmpl>
        </p:tmplLst>
      </p:bldP>
      <p:bldP spid="11" grpId="0"/>
      <p:bldP spid="11" grpId="1"/>
      <p:bldP spid="14" grpId="0" animBg="1"/>
      <p:bldP spid="14" grpId="1" animBg="1"/>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B68A08FF-4B41-93E6-359B-F44EA3F5D998}"/>
              </a:ext>
            </a:extLst>
          </p:cNvPr>
          <p:cNvSpPr txBox="1"/>
          <p:nvPr userDrawn="1"/>
        </p:nvSpPr>
        <p:spPr>
          <a:xfrm>
            <a:off x="623392" y="6129300"/>
            <a:ext cx="11305256" cy="246221"/>
          </a:xfrm>
          <a:prstGeom prst="rect">
            <a:avLst/>
          </a:prstGeom>
          <a:noFill/>
        </p:spPr>
        <p:txBody>
          <a:bodyPr wrap="square">
            <a:spAutoFit/>
          </a:bodyPr>
          <a:lstStyle/>
          <a:p>
            <a:pPr algn="ctr">
              <a:defRPr/>
            </a:pPr>
            <a:r>
              <a:rPr lang="fr-FR" sz="1000" b="0">
                <a:solidFill>
                  <a:schemeClr val="bg1">
                    <a:alpha val="25000"/>
                  </a:schemeClr>
                </a:solidFill>
                <a:latin typeface="+mn-lt"/>
                <a:cs typeface="Arial" panose="020B0604020202020204" pitchFamily="34" charset="0"/>
              </a:rPr>
              <a:t>Les reportings utilisent des données dont la production est encadrée par les règles BCBS 239, les hypothèses présentées sont précises, contrôlées, et le caractère incertain de la réalisation notifié.</a:t>
            </a:r>
            <a:endParaRPr lang="fr-FR" sz="1000" b="0" dirty="0">
              <a:solidFill>
                <a:schemeClr val="bg1">
                  <a:alpha val="25000"/>
                </a:schemeClr>
              </a:solidFill>
              <a:latin typeface="+mn-lt"/>
              <a:cs typeface="Arial" panose="020B0604020202020204" pitchFamily="34" charset="0"/>
            </a:endParaRPr>
          </a:p>
        </p:txBody>
      </p:sp>
      <p:sp>
        <p:nvSpPr>
          <p:cNvPr id="10" name="Graphique 8">
            <a:extLst>
              <a:ext uri="{FF2B5EF4-FFF2-40B4-BE49-F238E27FC236}">
                <a16:creationId xmlns:a16="http://schemas.microsoft.com/office/drawing/2014/main" id="{69345A86-D4B1-4529-7C8F-B33F2D069313}"/>
              </a:ext>
            </a:extLst>
          </p:cNvPr>
          <p:cNvSpPr/>
          <p:nvPr userDrawn="1"/>
        </p:nvSpPr>
        <p:spPr>
          <a:xfrm>
            <a:off x="5713235" y="656692"/>
            <a:ext cx="2032000" cy="451638"/>
          </a:xfrm>
          <a:custGeom>
            <a:avLst/>
            <a:gdLst>
              <a:gd name="connsiteX0" fmla="*/ 2458403 w 7709535"/>
              <a:gd name="connsiteY0" fmla="*/ 617220 h 1713547"/>
              <a:gd name="connsiteX1" fmla="*/ 2457450 w 7709535"/>
              <a:gd name="connsiteY1" fmla="*/ 617220 h 1713547"/>
              <a:gd name="connsiteX2" fmla="*/ 2338387 w 7709535"/>
              <a:gd name="connsiteY2" fmla="*/ 556260 h 1713547"/>
              <a:gd name="connsiteX3" fmla="*/ 2161223 w 7709535"/>
              <a:gd name="connsiteY3" fmla="*/ 546735 h 1713547"/>
              <a:gd name="connsiteX4" fmla="*/ 1715452 w 7709535"/>
              <a:gd name="connsiteY4" fmla="*/ 589598 h 1713547"/>
              <a:gd name="connsiteX5" fmla="*/ 1795462 w 7709535"/>
              <a:gd name="connsiteY5" fmla="*/ 1101090 h 1713547"/>
              <a:gd name="connsiteX6" fmla="*/ 1673543 w 7709535"/>
              <a:gd name="connsiteY6" fmla="*/ 1552575 h 1713547"/>
              <a:gd name="connsiteX7" fmla="*/ 1977390 w 7709535"/>
              <a:gd name="connsiteY7" fmla="*/ 1523048 h 1713547"/>
              <a:gd name="connsiteX8" fmla="*/ 1991677 w 7709535"/>
              <a:gd name="connsiteY8" fmla="*/ 1197293 h 1713547"/>
              <a:gd name="connsiteX9" fmla="*/ 2132648 w 7709535"/>
              <a:gd name="connsiteY9" fmla="*/ 1183958 h 1713547"/>
              <a:gd name="connsiteX10" fmla="*/ 2312670 w 7709535"/>
              <a:gd name="connsiteY10" fmla="*/ 1141095 h 1713547"/>
              <a:gd name="connsiteX11" fmla="*/ 2438400 w 7709535"/>
              <a:gd name="connsiteY11" fmla="*/ 1057275 h 1713547"/>
              <a:gd name="connsiteX12" fmla="*/ 2509837 w 7709535"/>
              <a:gd name="connsiteY12" fmla="*/ 948690 h 1713547"/>
              <a:gd name="connsiteX13" fmla="*/ 2538412 w 7709535"/>
              <a:gd name="connsiteY13" fmla="*/ 827723 h 1713547"/>
              <a:gd name="connsiteX14" fmla="*/ 2521268 w 7709535"/>
              <a:gd name="connsiteY14" fmla="*/ 711518 h 1713547"/>
              <a:gd name="connsiteX15" fmla="*/ 2458403 w 7709535"/>
              <a:gd name="connsiteY15" fmla="*/ 617220 h 1713547"/>
              <a:gd name="connsiteX16" fmla="*/ 2232660 w 7709535"/>
              <a:gd name="connsiteY16" fmla="*/ 856298 h 1713547"/>
              <a:gd name="connsiteX17" fmla="*/ 2201228 w 7709535"/>
              <a:gd name="connsiteY17" fmla="*/ 941070 h 1713547"/>
              <a:gd name="connsiteX18" fmla="*/ 2201228 w 7709535"/>
              <a:gd name="connsiteY18" fmla="*/ 941070 h 1713547"/>
              <a:gd name="connsiteX19" fmla="*/ 2123123 w 7709535"/>
              <a:gd name="connsiteY19" fmla="*/ 981075 h 1713547"/>
              <a:gd name="connsiteX20" fmla="*/ 1998345 w 7709535"/>
              <a:gd name="connsiteY20" fmla="*/ 993457 h 1713547"/>
              <a:gd name="connsiteX21" fmla="*/ 2009775 w 7709535"/>
              <a:gd name="connsiteY21" fmla="*/ 764857 h 1713547"/>
              <a:gd name="connsiteX22" fmla="*/ 2134553 w 7709535"/>
              <a:gd name="connsiteY22" fmla="*/ 752475 h 1713547"/>
              <a:gd name="connsiteX23" fmla="*/ 2207895 w 7709535"/>
              <a:gd name="connsiteY23" fmla="*/ 778193 h 1713547"/>
              <a:gd name="connsiteX24" fmla="*/ 2231708 w 7709535"/>
              <a:gd name="connsiteY24" fmla="*/ 856298 h 1713547"/>
              <a:gd name="connsiteX25" fmla="*/ 1585913 w 7709535"/>
              <a:gd name="connsiteY25" fmla="*/ 601980 h 1713547"/>
              <a:gd name="connsiteX26" fmla="*/ 1193483 w 7709535"/>
              <a:gd name="connsiteY26" fmla="*/ 640080 h 1713547"/>
              <a:gd name="connsiteX27" fmla="*/ 1014413 w 7709535"/>
              <a:gd name="connsiteY27" fmla="*/ 1222058 h 1713547"/>
              <a:gd name="connsiteX28" fmla="*/ 885825 w 7709535"/>
              <a:gd name="connsiteY28" fmla="*/ 669607 h 1713547"/>
              <a:gd name="connsiteX29" fmla="*/ 476250 w 7709535"/>
              <a:gd name="connsiteY29" fmla="*/ 708660 h 1713547"/>
              <a:gd name="connsiteX30" fmla="*/ 434340 w 7709535"/>
              <a:gd name="connsiteY30" fmla="*/ 1671638 h 1713547"/>
              <a:gd name="connsiteX31" fmla="*/ 721995 w 7709535"/>
              <a:gd name="connsiteY31" fmla="*/ 1644015 h 1713547"/>
              <a:gd name="connsiteX32" fmla="*/ 748665 w 7709535"/>
              <a:gd name="connsiteY32" fmla="*/ 1037273 h 1713547"/>
              <a:gd name="connsiteX33" fmla="*/ 898208 w 7709535"/>
              <a:gd name="connsiteY33" fmla="*/ 1626870 h 1713547"/>
              <a:gd name="connsiteX34" fmla="*/ 1080135 w 7709535"/>
              <a:gd name="connsiteY34" fmla="*/ 1609725 h 1713547"/>
              <a:gd name="connsiteX35" fmla="*/ 1283970 w 7709535"/>
              <a:gd name="connsiteY35" fmla="*/ 985838 h 1713547"/>
              <a:gd name="connsiteX36" fmla="*/ 1257300 w 7709535"/>
              <a:gd name="connsiteY36" fmla="*/ 1592580 h 1713547"/>
              <a:gd name="connsiteX37" fmla="*/ 1544002 w 7709535"/>
              <a:gd name="connsiteY37" fmla="*/ 1564958 h 1713547"/>
              <a:gd name="connsiteX38" fmla="*/ 1544002 w 7709535"/>
              <a:gd name="connsiteY38" fmla="*/ 1562100 h 1713547"/>
              <a:gd name="connsiteX39" fmla="*/ 1664970 w 7709535"/>
              <a:gd name="connsiteY39" fmla="*/ 1114425 h 1713547"/>
              <a:gd name="connsiteX40" fmla="*/ 1585913 w 7709535"/>
              <a:gd name="connsiteY40" fmla="*/ 607695 h 1713547"/>
              <a:gd name="connsiteX41" fmla="*/ 1585913 w 7709535"/>
              <a:gd name="connsiteY41" fmla="*/ 601980 h 1713547"/>
              <a:gd name="connsiteX42" fmla="*/ 3132773 w 7709535"/>
              <a:gd name="connsiteY42" fmla="*/ 1058228 h 1713547"/>
              <a:gd name="connsiteX43" fmla="*/ 3132773 w 7709535"/>
              <a:gd name="connsiteY43" fmla="*/ 1058228 h 1713547"/>
              <a:gd name="connsiteX44" fmla="*/ 3132773 w 7709535"/>
              <a:gd name="connsiteY44" fmla="*/ 1056323 h 1713547"/>
              <a:gd name="connsiteX45" fmla="*/ 3095625 w 7709535"/>
              <a:gd name="connsiteY45" fmla="*/ 1186815 h 1713547"/>
              <a:gd name="connsiteX46" fmla="*/ 2997518 w 7709535"/>
              <a:gd name="connsiteY46" fmla="*/ 1236345 h 1713547"/>
              <a:gd name="connsiteX47" fmla="*/ 2901315 w 7709535"/>
              <a:gd name="connsiteY47" fmla="*/ 1205865 h 1713547"/>
              <a:gd name="connsiteX48" fmla="*/ 2877503 w 7709535"/>
              <a:gd name="connsiteY48" fmla="*/ 1081088 h 1713547"/>
              <a:gd name="connsiteX49" fmla="*/ 2903220 w 7709535"/>
              <a:gd name="connsiteY49" fmla="*/ 477203 h 1713547"/>
              <a:gd name="connsiteX50" fmla="*/ 2599373 w 7709535"/>
              <a:gd name="connsiteY50" fmla="*/ 506730 h 1713547"/>
              <a:gd name="connsiteX51" fmla="*/ 2573655 w 7709535"/>
              <a:gd name="connsiteY51" fmla="*/ 1110615 h 1713547"/>
              <a:gd name="connsiteX52" fmla="*/ 2662237 w 7709535"/>
              <a:gd name="connsiteY52" fmla="*/ 1396365 h 1713547"/>
              <a:gd name="connsiteX53" fmla="*/ 2987040 w 7709535"/>
              <a:gd name="connsiteY53" fmla="*/ 1456373 h 1713547"/>
              <a:gd name="connsiteX54" fmla="*/ 3320415 w 7709535"/>
              <a:gd name="connsiteY54" fmla="*/ 1333500 h 1713547"/>
              <a:gd name="connsiteX55" fmla="*/ 3436620 w 7709535"/>
              <a:gd name="connsiteY55" fmla="*/ 1028700 h 1713547"/>
              <a:gd name="connsiteX56" fmla="*/ 3462337 w 7709535"/>
              <a:gd name="connsiteY56" fmla="*/ 424815 h 1713547"/>
              <a:gd name="connsiteX57" fmla="*/ 3158490 w 7709535"/>
              <a:gd name="connsiteY57" fmla="*/ 454343 h 1713547"/>
              <a:gd name="connsiteX58" fmla="*/ 3132773 w 7709535"/>
              <a:gd name="connsiteY58" fmla="*/ 1058228 h 1713547"/>
              <a:gd name="connsiteX59" fmla="*/ 3883343 w 7709535"/>
              <a:gd name="connsiteY59" fmla="*/ 382905 h 1713547"/>
              <a:gd name="connsiteX60" fmla="*/ 3882390 w 7709535"/>
              <a:gd name="connsiteY60" fmla="*/ 382905 h 1713547"/>
              <a:gd name="connsiteX61" fmla="*/ 3578543 w 7709535"/>
              <a:gd name="connsiteY61" fmla="*/ 412432 h 1713547"/>
              <a:gd name="connsiteX62" fmla="*/ 3536633 w 7709535"/>
              <a:gd name="connsiteY62" fmla="*/ 1375410 h 1713547"/>
              <a:gd name="connsiteX63" fmla="*/ 4201478 w 7709535"/>
              <a:gd name="connsiteY63" fmla="*/ 1311593 h 1713547"/>
              <a:gd name="connsiteX64" fmla="*/ 4211003 w 7709535"/>
              <a:gd name="connsiteY64" fmla="*/ 1092518 h 1713547"/>
              <a:gd name="connsiteX65" fmla="*/ 3850005 w 7709535"/>
              <a:gd name="connsiteY65" fmla="*/ 1126808 h 1713547"/>
              <a:gd name="connsiteX66" fmla="*/ 3883343 w 7709535"/>
              <a:gd name="connsiteY66" fmla="*/ 382905 h 1713547"/>
              <a:gd name="connsiteX67" fmla="*/ 6996113 w 7709535"/>
              <a:gd name="connsiteY67" fmla="*/ 452438 h 1713547"/>
              <a:gd name="connsiteX68" fmla="*/ 7226618 w 7709535"/>
              <a:gd name="connsiteY68" fmla="*/ 1022985 h 1713547"/>
              <a:gd name="connsiteX69" fmla="*/ 7574280 w 7709535"/>
              <a:gd name="connsiteY69" fmla="*/ 989648 h 1713547"/>
              <a:gd name="connsiteX70" fmla="*/ 7574280 w 7709535"/>
              <a:gd name="connsiteY70" fmla="*/ 981075 h 1713547"/>
              <a:gd name="connsiteX71" fmla="*/ 7695248 w 7709535"/>
              <a:gd name="connsiteY71" fmla="*/ 538163 h 1713547"/>
              <a:gd name="connsiteX72" fmla="*/ 7616190 w 7709535"/>
              <a:gd name="connsiteY72" fmla="*/ 31433 h 1713547"/>
              <a:gd name="connsiteX73" fmla="*/ 7616190 w 7709535"/>
              <a:gd name="connsiteY73" fmla="*/ 26670 h 1713547"/>
              <a:gd name="connsiteX74" fmla="*/ 7329488 w 7709535"/>
              <a:gd name="connsiteY74" fmla="*/ 54293 h 1713547"/>
              <a:gd name="connsiteX75" fmla="*/ 7302818 w 7709535"/>
              <a:gd name="connsiteY75" fmla="*/ 651510 h 1713547"/>
              <a:gd name="connsiteX76" fmla="*/ 7071360 w 7709535"/>
              <a:gd name="connsiteY76" fmla="*/ 79058 h 1713547"/>
              <a:gd name="connsiteX77" fmla="*/ 6723698 w 7709535"/>
              <a:gd name="connsiteY77" fmla="*/ 112395 h 1713547"/>
              <a:gd name="connsiteX78" fmla="*/ 6681788 w 7709535"/>
              <a:gd name="connsiteY78" fmla="*/ 1075373 h 1713547"/>
              <a:gd name="connsiteX79" fmla="*/ 6969443 w 7709535"/>
              <a:gd name="connsiteY79" fmla="*/ 1047750 h 1713547"/>
              <a:gd name="connsiteX80" fmla="*/ 6996113 w 7709535"/>
              <a:gd name="connsiteY80" fmla="*/ 452438 h 1713547"/>
              <a:gd name="connsiteX81" fmla="*/ 346710 w 7709535"/>
              <a:gd name="connsiteY81" fmla="*/ 656273 h 1713547"/>
              <a:gd name="connsiteX82" fmla="*/ 355282 w 7709535"/>
              <a:gd name="connsiteY82" fmla="*/ 501968 h 1713547"/>
              <a:gd name="connsiteX83" fmla="*/ 42863 w 7709535"/>
              <a:gd name="connsiteY83" fmla="*/ 685800 h 1713547"/>
              <a:gd name="connsiteX84" fmla="*/ 346710 w 7709535"/>
              <a:gd name="connsiteY84" fmla="*/ 656273 h 1713547"/>
              <a:gd name="connsiteX85" fmla="*/ 1585913 w 7709535"/>
              <a:gd name="connsiteY85" fmla="*/ 601980 h 1713547"/>
              <a:gd name="connsiteX86" fmla="*/ 1585913 w 7709535"/>
              <a:gd name="connsiteY86" fmla="*/ 601980 h 1713547"/>
              <a:gd name="connsiteX87" fmla="*/ 1586865 w 7709535"/>
              <a:gd name="connsiteY87" fmla="*/ 601980 h 1713547"/>
              <a:gd name="connsiteX88" fmla="*/ 1585913 w 7709535"/>
              <a:gd name="connsiteY88" fmla="*/ 601980 h 1713547"/>
              <a:gd name="connsiteX89" fmla="*/ 0 w 7709535"/>
              <a:gd name="connsiteY89" fmla="*/ 1713548 h 1713547"/>
              <a:gd name="connsiteX90" fmla="*/ 303847 w 7709535"/>
              <a:gd name="connsiteY90" fmla="*/ 1684020 h 1713547"/>
              <a:gd name="connsiteX91" fmla="*/ 345757 w 7709535"/>
              <a:gd name="connsiteY91" fmla="*/ 721043 h 1713547"/>
              <a:gd name="connsiteX92" fmla="*/ 41910 w 7709535"/>
              <a:gd name="connsiteY92" fmla="*/ 750570 h 1713547"/>
              <a:gd name="connsiteX93" fmla="*/ 0 w 7709535"/>
              <a:gd name="connsiteY93" fmla="*/ 1713548 h 1713547"/>
              <a:gd name="connsiteX94" fmla="*/ 6702743 w 7709535"/>
              <a:gd name="connsiteY94" fmla="*/ 1207770 h 1713547"/>
              <a:gd name="connsiteX95" fmla="*/ 6559868 w 7709535"/>
              <a:gd name="connsiteY95" fmla="*/ 1279208 h 1713547"/>
              <a:gd name="connsiteX96" fmla="*/ 6518910 w 7709535"/>
              <a:gd name="connsiteY96" fmla="*/ 1461135 h 1713547"/>
              <a:gd name="connsiteX97" fmla="*/ 6536055 w 7709535"/>
              <a:gd name="connsiteY97" fmla="*/ 1584960 h 1713547"/>
              <a:gd name="connsiteX98" fmla="*/ 6594157 w 7709535"/>
              <a:gd name="connsiteY98" fmla="*/ 1676400 h 1713547"/>
              <a:gd name="connsiteX99" fmla="*/ 6597015 w 7709535"/>
              <a:gd name="connsiteY99" fmla="*/ 1676400 h 1713547"/>
              <a:gd name="connsiteX100" fmla="*/ 6703695 w 7709535"/>
              <a:gd name="connsiteY100" fmla="*/ 1710690 h 1713547"/>
              <a:gd name="connsiteX101" fmla="*/ 6810375 w 7709535"/>
              <a:gd name="connsiteY101" fmla="*/ 1675448 h 1713547"/>
              <a:gd name="connsiteX102" fmla="*/ 6868478 w 7709535"/>
              <a:gd name="connsiteY102" fmla="*/ 1584008 h 1713547"/>
              <a:gd name="connsiteX103" fmla="*/ 6885623 w 7709535"/>
              <a:gd name="connsiteY103" fmla="*/ 1460183 h 1713547"/>
              <a:gd name="connsiteX104" fmla="*/ 6844665 w 7709535"/>
              <a:gd name="connsiteY104" fmla="*/ 1279208 h 1713547"/>
              <a:gd name="connsiteX105" fmla="*/ 6702743 w 7709535"/>
              <a:gd name="connsiteY105" fmla="*/ 1207770 h 1713547"/>
              <a:gd name="connsiteX106" fmla="*/ 6759893 w 7709535"/>
              <a:gd name="connsiteY106" fmla="*/ 1570673 h 1713547"/>
              <a:gd name="connsiteX107" fmla="*/ 6759893 w 7709535"/>
              <a:gd name="connsiteY107" fmla="*/ 1570673 h 1713547"/>
              <a:gd name="connsiteX108" fmla="*/ 6700838 w 7709535"/>
              <a:gd name="connsiteY108" fmla="*/ 1614488 h 1713547"/>
              <a:gd name="connsiteX109" fmla="*/ 6654165 w 7709535"/>
              <a:gd name="connsiteY109" fmla="*/ 1591628 h 1713547"/>
              <a:gd name="connsiteX110" fmla="*/ 6633210 w 7709535"/>
              <a:gd name="connsiteY110" fmla="*/ 1535430 h 1713547"/>
              <a:gd name="connsiteX111" fmla="*/ 6628448 w 7709535"/>
              <a:gd name="connsiteY111" fmla="*/ 1460183 h 1713547"/>
              <a:gd name="connsiteX112" fmla="*/ 6642735 w 7709535"/>
              <a:gd name="connsiteY112" fmla="*/ 1350645 h 1713547"/>
              <a:gd name="connsiteX113" fmla="*/ 6701790 w 7709535"/>
              <a:gd name="connsiteY113" fmla="*/ 1305878 h 1713547"/>
              <a:gd name="connsiteX114" fmla="*/ 6749415 w 7709535"/>
              <a:gd name="connsiteY114" fmla="*/ 1329690 h 1713547"/>
              <a:gd name="connsiteX115" fmla="*/ 6770370 w 7709535"/>
              <a:gd name="connsiteY115" fmla="*/ 1386840 h 1713547"/>
              <a:gd name="connsiteX116" fmla="*/ 6775132 w 7709535"/>
              <a:gd name="connsiteY116" fmla="*/ 1462088 h 1713547"/>
              <a:gd name="connsiteX117" fmla="*/ 6760845 w 7709535"/>
              <a:gd name="connsiteY117" fmla="*/ 1570673 h 1713547"/>
              <a:gd name="connsiteX118" fmla="*/ 7189470 w 7709535"/>
              <a:gd name="connsiteY118" fmla="*/ 1525905 h 1713547"/>
              <a:gd name="connsiteX119" fmla="*/ 7188518 w 7709535"/>
              <a:gd name="connsiteY119" fmla="*/ 1525905 h 1713547"/>
              <a:gd name="connsiteX120" fmla="*/ 7229475 w 7709535"/>
              <a:gd name="connsiteY120" fmla="*/ 1469708 h 1713547"/>
              <a:gd name="connsiteX121" fmla="*/ 7258050 w 7709535"/>
              <a:gd name="connsiteY121" fmla="*/ 1414463 h 1713547"/>
              <a:gd name="connsiteX122" fmla="*/ 7269480 w 7709535"/>
              <a:gd name="connsiteY122" fmla="*/ 1353503 h 1713547"/>
              <a:gd name="connsiteX123" fmla="*/ 7250430 w 7709535"/>
              <a:gd name="connsiteY123" fmla="*/ 1277303 h 1713547"/>
              <a:gd name="connsiteX124" fmla="*/ 7195185 w 7709535"/>
              <a:gd name="connsiteY124" fmla="*/ 1226820 h 1713547"/>
              <a:gd name="connsiteX125" fmla="*/ 7113270 w 7709535"/>
              <a:gd name="connsiteY125" fmla="*/ 1208723 h 1713547"/>
              <a:gd name="connsiteX126" fmla="*/ 7019925 w 7709535"/>
              <a:gd name="connsiteY126" fmla="*/ 1232535 h 1713547"/>
              <a:gd name="connsiteX127" fmla="*/ 6959918 w 7709535"/>
              <a:gd name="connsiteY127" fmla="*/ 1295400 h 1713547"/>
              <a:gd name="connsiteX128" fmla="*/ 6938010 w 7709535"/>
              <a:gd name="connsiteY128" fmla="*/ 1383030 h 1713547"/>
              <a:gd name="connsiteX129" fmla="*/ 7045643 w 7709535"/>
              <a:gd name="connsiteY129" fmla="*/ 1383030 h 1713547"/>
              <a:gd name="connsiteX130" fmla="*/ 7106603 w 7709535"/>
              <a:gd name="connsiteY130" fmla="*/ 1305878 h 1713547"/>
              <a:gd name="connsiteX131" fmla="*/ 7146607 w 7709535"/>
              <a:gd name="connsiteY131" fmla="*/ 1319213 h 1713547"/>
              <a:gd name="connsiteX132" fmla="*/ 7161848 w 7709535"/>
              <a:gd name="connsiteY132" fmla="*/ 1356360 h 1713547"/>
              <a:gd name="connsiteX133" fmla="*/ 7147560 w 7709535"/>
              <a:gd name="connsiteY133" fmla="*/ 1405890 h 1713547"/>
              <a:gd name="connsiteX134" fmla="*/ 7112318 w 7709535"/>
              <a:gd name="connsiteY134" fmla="*/ 1457325 h 1713547"/>
              <a:gd name="connsiteX135" fmla="*/ 6918960 w 7709535"/>
              <a:gd name="connsiteY135" fmla="*/ 1704023 h 1713547"/>
              <a:gd name="connsiteX136" fmla="*/ 7279957 w 7709535"/>
              <a:gd name="connsiteY136" fmla="*/ 1704023 h 1713547"/>
              <a:gd name="connsiteX137" fmla="*/ 7279957 w 7709535"/>
              <a:gd name="connsiteY137" fmla="*/ 1606867 h 1713547"/>
              <a:gd name="connsiteX138" fmla="*/ 7124700 w 7709535"/>
              <a:gd name="connsiteY138" fmla="*/ 1606867 h 1713547"/>
              <a:gd name="connsiteX139" fmla="*/ 7189470 w 7709535"/>
              <a:gd name="connsiteY139" fmla="*/ 1525905 h 1713547"/>
              <a:gd name="connsiteX140" fmla="*/ 6509385 w 7709535"/>
              <a:gd name="connsiteY140" fmla="*/ 225743 h 1713547"/>
              <a:gd name="connsiteX141" fmla="*/ 6509385 w 7709535"/>
              <a:gd name="connsiteY141" fmla="*/ 225743 h 1713547"/>
              <a:gd name="connsiteX142" fmla="*/ 6122670 w 7709535"/>
              <a:gd name="connsiteY142" fmla="*/ 141923 h 1713547"/>
              <a:gd name="connsiteX143" fmla="*/ 5726430 w 7709535"/>
              <a:gd name="connsiteY143" fmla="*/ 300038 h 1713547"/>
              <a:gd name="connsiteX144" fmla="*/ 5587365 w 7709535"/>
              <a:gd name="connsiteY144" fmla="*/ 700088 h 1713547"/>
              <a:gd name="connsiteX145" fmla="*/ 5692140 w 7709535"/>
              <a:gd name="connsiteY145" fmla="*/ 1076325 h 1713547"/>
              <a:gd name="connsiteX146" fmla="*/ 6077903 w 7709535"/>
              <a:gd name="connsiteY146" fmla="*/ 1160145 h 1713547"/>
              <a:gd name="connsiteX147" fmla="*/ 6475095 w 7709535"/>
              <a:gd name="connsiteY147" fmla="*/ 1002030 h 1713547"/>
              <a:gd name="connsiteX148" fmla="*/ 6614160 w 7709535"/>
              <a:gd name="connsiteY148" fmla="*/ 601980 h 1713547"/>
              <a:gd name="connsiteX149" fmla="*/ 6509385 w 7709535"/>
              <a:gd name="connsiteY149" fmla="*/ 225743 h 1713547"/>
              <a:gd name="connsiteX150" fmla="*/ 6295073 w 7709535"/>
              <a:gd name="connsiteY150" fmla="*/ 632460 h 1713547"/>
              <a:gd name="connsiteX151" fmla="*/ 6238875 w 7709535"/>
              <a:gd name="connsiteY151" fmla="*/ 858203 h 1713547"/>
              <a:gd name="connsiteX152" fmla="*/ 6088380 w 7709535"/>
              <a:gd name="connsiteY152" fmla="*/ 942023 h 1713547"/>
              <a:gd name="connsiteX153" fmla="*/ 5943600 w 7709535"/>
              <a:gd name="connsiteY153" fmla="*/ 886778 h 1713547"/>
              <a:gd name="connsiteX154" fmla="*/ 5907405 w 7709535"/>
              <a:gd name="connsiteY154" fmla="*/ 670560 h 1713547"/>
              <a:gd name="connsiteX155" fmla="*/ 5963603 w 7709535"/>
              <a:gd name="connsiteY155" fmla="*/ 445770 h 1713547"/>
              <a:gd name="connsiteX156" fmla="*/ 6113145 w 7709535"/>
              <a:gd name="connsiteY156" fmla="*/ 361950 h 1713547"/>
              <a:gd name="connsiteX157" fmla="*/ 6257925 w 7709535"/>
              <a:gd name="connsiteY157" fmla="*/ 417195 h 1713547"/>
              <a:gd name="connsiteX158" fmla="*/ 6294120 w 7709535"/>
              <a:gd name="connsiteY158" fmla="*/ 633413 h 1713547"/>
              <a:gd name="connsiteX159" fmla="*/ 6294120 w 7709535"/>
              <a:gd name="connsiteY159" fmla="*/ 633413 h 1713547"/>
              <a:gd name="connsiteX160" fmla="*/ 7343775 w 7709535"/>
              <a:gd name="connsiteY160" fmla="*/ 1216343 h 1713547"/>
              <a:gd name="connsiteX161" fmla="*/ 7343775 w 7709535"/>
              <a:gd name="connsiteY161" fmla="*/ 1313498 h 1713547"/>
              <a:gd name="connsiteX162" fmla="*/ 7543800 w 7709535"/>
              <a:gd name="connsiteY162" fmla="*/ 1313498 h 1713547"/>
              <a:gd name="connsiteX163" fmla="*/ 7357110 w 7709535"/>
              <a:gd name="connsiteY163" fmla="*/ 1704023 h 1713547"/>
              <a:gd name="connsiteX164" fmla="*/ 7480935 w 7709535"/>
              <a:gd name="connsiteY164" fmla="*/ 1704023 h 1713547"/>
              <a:gd name="connsiteX165" fmla="*/ 7709535 w 7709535"/>
              <a:gd name="connsiteY165" fmla="*/ 1216343 h 1713547"/>
              <a:gd name="connsiteX166" fmla="*/ 7343775 w 7709535"/>
              <a:gd name="connsiteY166" fmla="*/ 1216343 h 1713547"/>
              <a:gd name="connsiteX167" fmla="*/ 6371273 w 7709535"/>
              <a:gd name="connsiteY167" fmla="*/ 1525905 h 1713547"/>
              <a:gd name="connsiteX168" fmla="*/ 6370320 w 7709535"/>
              <a:gd name="connsiteY168" fmla="*/ 1525905 h 1713547"/>
              <a:gd name="connsiteX169" fmla="*/ 6411278 w 7709535"/>
              <a:gd name="connsiteY169" fmla="*/ 1469708 h 1713547"/>
              <a:gd name="connsiteX170" fmla="*/ 6439853 w 7709535"/>
              <a:gd name="connsiteY170" fmla="*/ 1414463 h 1713547"/>
              <a:gd name="connsiteX171" fmla="*/ 6451282 w 7709535"/>
              <a:gd name="connsiteY171" fmla="*/ 1353503 h 1713547"/>
              <a:gd name="connsiteX172" fmla="*/ 6432232 w 7709535"/>
              <a:gd name="connsiteY172" fmla="*/ 1277303 h 1713547"/>
              <a:gd name="connsiteX173" fmla="*/ 6376988 w 7709535"/>
              <a:gd name="connsiteY173" fmla="*/ 1226820 h 1713547"/>
              <a:gd name="connsiteX174" fmla="*/ 6295073 w 7709535"/>
              <a:gd name="connsiteY174" fmla="*/ 1208723 h 1713547"/>
              <a:gd name="connsiteX175" fmla="*/ 6201728 w 7709535"/>
              <a:gd name="connsiteY175" fmla="*/ 1232535 h 1713547"/>
              <a:gd name="connsiteX176" fmla="*/ 6141720 w 7709535"/>
              <a:gd name="connsiteY176" fmla="*/ 1295400 h 1713547"/>
              <a:gd name="connsiteX177" fmla="*/ 6119813 w 7709535"/>
              <a:gd name="connsiteY177" fmla="*/ 1383030 h 1713547"/>
              <a:gd name="connsiteX178" fmla="*/ 6227445 w 7709535"/>
              <a:gd name="connsiteY178" fmla="*/ 1383030 h 1713547"/>
              <a:gd name="connsiteX179" fmla="*/ 6288405 w 7709535"/>
              <a:gd name="connsiteY179" fmla="*/ 1305878 h 1713547"/>
              <a:gd name="connsiteX180" fmla="*/ 6328410 w 7709535"/>
              <a:gd name="connsiteY180" fmla="*/ 1319213 h 1713547"/>
              <a:gd name="connsiteX181" fmla="*/ 6343650 w 7709535"/>
              <a:gd name="connsiteY181" fmla="*/ 1356360 h 1713547"/>
              <a:gd name="connsiteX182" fmla="*/ 6329363 w 7709535"/>
              <a:gd name="connsiteY182" fmla="*/ 1405890 h 1713547"/>
              <a:gd name="connsiteX183" fmla="*/ 6294120 w 7709535"/>
              <a:gd name="connsiteY183" fmla="*/ 1457325 h 1713547"/>
              <a:gd name="connsiteX184" fmla="*/ 6100763 w 7709535"/>
              <a:gd name="connsiteY184" fmla="*/ 1704023 h 1713547"/>
              <a:gd name="connsiteX185" fmla="*/ 6461760 w 7709535"/>
              <a:gd name="connsiteY185" fmla="*/ 1704023 h 1713547"/>
              <a:gd name="connsiteX186" fmla="*/ 6461760 w 7709535"/>
              <a:gd name="connsiteY186" fmla="*/ 1606867 h 1713547"/>
              <a:gd name="connsiteX187" fmla="*/ 6306503 w 7709535"/>
              <a:gd name="connsiteY187" fmla="*/ 1606867 h 1713547"/>
              <a:gd name="connsiteX188" fmla="*/ 6371273 w 7709535"/>
              <a:gd name="connsiteY188" fmla="*/ 1525905 h 1713547"/>
              <a:gd name="connsiteX189" fmla="*/ 5173028 w 7709535"/>
              <a:gd name="connsiteY189" fmla="*/ 1219200 h 1713547"/>
              <a:gd name="connsiteX190" fmla="*/ 5476875 w 7709535"/>
              <a:gd name="connsiteY190" fmla="*/ 1189673 h 1713547"/>
              <a:gd name="connsiteX191" fmla="*/ 5518785 w 7709535"/>
              <a:gd name="connsiteY191" fmla="*/ 226695 h 1713547"/>
              <a:gd name="connsiteX192" fmla="*/ 5214938 w 7709535"/>
              <a:gd name="connsiteY192" fmla="*/ 256223 h 1713547"/>
              <a:gd name="connsiteX193" fmla="*/ 5173028 w 7709535"/>
              <a:gd name="connsiteY193" fmla="*/ 1219200 h 1713547"/>
              <a:gd name="connsiteX194" fmla="*/ 5512118 w 7709535"/>
              <a:gd name="connsiteY194" fmla="*/ 154305 h 1713547"/>
              <a:gd name="connsiteX195" fmla="*/ 5520690 w 7709535"/>
              <a:gd name="connsiteY195" fmla="*/ 0 h 1713547"/>
              <a:gd name="connsiteX196" fmla="*/ 5208270 w 7709535"/>
              <a:gd name="connsiteY196" fmla="*/ 183832 h 1713547"/>
              <a:gd name="connsiteX197" fmla="*/ 5512118 w 7709535"/>
              <a:gd name="connsiteY197" fmla="*/ 154305 h 1713547"/>
              <a:gd name="connsiteX198" fmla="*/ 5016818 w 7709535"/>
              <a:gd name="connsiteY198" fmla="*/ 321945 h 1713547"/>
              <a:gd name="connsiteX199" fmla="*/ 5016818 w 7709535"/>
              <a:gd name="connsiteY199" fmla="*/ 321945 h 1713547"/>
              <a:gd name="connsiteX200" fmla="*/ 5016818 w 7709535"/>
              <a:gd name="connsiteY200" fmla="*/ 319088 h 1713547"/>
              <a:gd name="connsiteX201" fmla="*/ 4711065 w 7709535"/>
              <a:gd name="connsiteY201" fmla="*/ 277178 h 1713547"/>
              <a:gd name="connsiteX202" fmla="*/ 4399598 w 7709535"/>
              <a:gd name="connsiteY202" fmla="*/ 382905 h 1713547"/>
              <a:gd name="connsiteX203" fmla="*/ 4292918 w 7709535"/>
              <a:gd name="connsiteY203" fmla="*/ 635318 h 1713547"/>
              <a:gd name="connsiteX204" fmla="*/ 4310063 w 7709535"/>
              <a:gd name="connsiteY204" fmla="*/ 742950 h 1713547"/>
              <a:gd name="connsiteX205" fmla="*/ 4367213 w 7709535"/>
              <a:gd name="connsiteY205" fmla="*/ 813435 h 1713547"/>
              <a:gd name="connsiteX206" fmla="*/ 4451032 w 7709535"/>
              <a:gd name="connsiteY206" fmla="*/ 857250 h 1713547"/>
              <a:gd name="connsiteX207" fmla="*/ 4547235 w 7709535"/>
              <a:gd name="connsiteY207" fmla="*/ 882968 h 1713547"/>
              <a:gd name="connsiteX208" fmla="*/ 4644390 w 7709535"/>
              <a:gd name="connsiteY208" fmla="*/ 901065 h 1713547"/>
              <a:gd name="connsiteX209" fmla="*/ 4729163 w 7709535"/>
              <a:gd name="connsiteY209" fmla="*/ 922020 h 1713547"/>
              <a:gd name="connsiteX210" fmla="*/ 4788218 w 7709535"/>
              <a:gd name="connsiteY210" fmla="*/ 954405 h 1713547"/>
              <a:gd name="connsiteX211" fmla="*/ 4808220 w 7709535"/>
              <a:gd name="connsiteY211" fmla="*/ 1009650 h 1713547"/>
              <a:gd name="connsiteX212" fmla="*/ 4773930 w 7709535"/>
              <a:gd name="connsiteY212" fmla="*/ 1078230 h 1713547"/>
              <a:gd name="connsiteX213" fmla="*/ 4674870 w 7709535"/>
              <a:gd name="connsiteY213" fmla="*/ 1107758 h 1713547"/>
              <a:gd name="connsiteX214" fmla="*/ 4565332 w 7709535"/>
              <a:gd name="connsiteY214" fmla="*/ 1091565 h 1713547"/>
              <a:gd name="connsiteX215" fmla="*/ 4534853 w 7709535"/>
              <a:gd name="connsiteY215" fmla="*/ 1008698 h 1713547"/>
              <a:gd name="connsiteX216" fmla="*/ 4260532 w 7709535"/>
              <a:gd name="connsiteY216" fmla="*/ 1035368 h 1713547"/>
              <a:gd name="connsiteX217" fmla="*/ 4350068 w 7709535"/>
              <a:gd name="connsiteY217" fmla="*/ 1256348 h 1713547"/>
              <a:gd name="connsiteX218" fmla="*/ 4665345 w 7709535"/>
              <a:gd name="connsiteY218" fmla="*/ 1298258 h 1713547"/>
              <a:gd name="connsiteX219" fmla="*/ 4988243 w 7709535"/>
              <a:gd name="connsiteY219" fmla="*/ 1191578 h 1713547"/>
              <a:gd name="connsiteX220" fmla="*/ 5098732 w 7709535"/>
              <a:gd name="connsiteY220" fmla="*/ 938213 h 1713547"/>
              <a:gd name="connsiteX221" fmla="*/ 5074920 w 7709535"/>
              <a:gd name="connsiteY221" fmla="*/ 808673 h 1713547"/>
              <a:gd name="connsiteX222" fmla="*/ 5001578 w 7709535"/>
              <a:gd name="connsiteY222" fmla="*/ 725805 h 1713547"/>
              <a:gd name="connsiteX223" fmla="*/ 4899660 w 7709535"/>
              <a:gd name="connsiteY223" fmla="*/ 680085 h 1713547"/>
              <a:gd name="connsiteX224" fmla="*/ 4787265 w 7709535"/>
              <a:gd name="connsiteY224" fmla="*/ 653415 h 1713547"/>
              <a:gd name="connsiteX225" fmla="*/ 4685348 w 7709535"/>
              <a:gd name="connsiteY225" fmla="*/ 636270 h 1713547"/>
              <a:gd name="connsiteX226" fmla="*/ 4610100 w 7709535"/>
              <a:gd name="connsiteY226" fmla="*/ 610553 h 1713547"/>
              <a:gd name="connsiteX227" fmla="*/ 4582478 w 7709535"/>
              <a:gd name="connsiteY227" fmla="*/ 565785 h 1713547"/>
              <a:gd name="connsiteX228" fmla="*/ 4613910 w 7709535"/>
              <a:gd name="connsiteY228" fmla="*/ 498157 h 1713547"/>
              <a:gd name="connsiteX229" fmla="*/ 4702493 w 7709535"/>
              <a:gd name="connsiteY229" fmla="*/ 469582 h 1713547"/>
              <a:gd name="connsiteX230" fmla="*/ 4801553 w 7709535"/>
              <a:gd name="connsiteY230" fmla="*/ 486728 h 1713547"/>
              <a:gd name="connsiteX231" fmla="*/ 4828223 w 7709535"/>
              <a:gd name="connsiteY231" fmla="*/ 569595 h 1713547"/>
              <a:gd name="connsiteX232" fmla="*/ 5101590 w 7709535"/>
              <a:gd name="connsiteY232" fmla="*/ 543878 h 1713547"/>
              <a:gd name="connsiteX233" fmla="*/ 5016818 w 7709535"/>
              <a:gd name="connsiteY233" fmla="*/ 321945 h 171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7709535" h="1713547">
                <a:moveTo>
                  <a:pt x="2458403" y="617220"/>
                </a:moveTo>
                <a:lnTo>
                  <a:pt x="2457450" y="617220"/>
                </a:lnTo>
                <a:cubicBezTo>
                  <a:pt x="2427923" y="589598"/>
                  <a:pt x="2388870" y="569595"/>
                  <a:pt x="2338387" y="556260"/>
                </a:cubicBezTo>
                <a:cubicBezTo>
                  <a:pt x="2287905" y="543878"/>
                  <a:pt x="2228850" y="541020"/>
                  <a:pt x="2161223" y="546735"/>
                </a:cubicBezTo>
                <a:lnTo>
                  <a:pt x="1715452" y="589598"/>
                </a:lnTo>
                <a:lnTo>
                  <a:pt x="1795462" y="1101090"/>
                </a:lnTo>
                <a:lnTo>
                  <a:pt x="1673543" y="1552575"/>
                </a:lnTo>
                <a:lnTo>
                  <a:pt x="1977390" y="1523048"/>
                </a:lnTo>
                <a:lnTo>
                  <a:pt x="1991677" y="1197293"/>
                </a:lnTo>
                <a:lnTo>
                  <a:pt x="2132648" y="1183958"/>
                </a:lnTo>
                <a:cubicBezTo>
                  <a:pt x="2200275" y="1177290"/>
                  <a:pt x="2260283" y="1163003"/>
                  <a:pt x="2312670" y="1141095"/>
                </a:cubicBezTo>
                <a:cubicBezTo>
                  <a:pt x="2365058" y="1119188"/>
                  <a:pt x="2406968" y="1090613"/>
                  <a:pt x="2438400" y="1057275"/>
                </a:cubicBezTo>
                <a:cubicBezTo>
                  <a:pt x="2469833" y="1023938"/>
                  <a:pt x="2493645" y="987743"/>
                  <a:pt x="2509837" y="948690"/>
                </a:cubicBezTo>
                <a:cubicBezTo>
                  <a:pt x="2526030" y="910590"/>
                  <a:pt x="2535555" y="869632"/>
                  <a:pt x="2538412" y="827723"/>
                </a:cubicBezTo>
                <a:cubicBezTo>
                  <a:pt x="2540318" y="785813"/>
                  <a:pt x="2533650" y="746760"/>
                  <a:pt x="2521268" y="711518"/>
                </a:cubicBezTo>
                <a:cubicBezTo>
                  <a:pt x="2507933" y="676275"/>
                  <a:pt x="2486978" y="644843"/>
                  <a:pt x="2458403" y="617220"/>
                </a:cubicBezTo>
                <a:close/>
                <a:moveTo>
                  <a:pt x="2232660" y="856298"/>
                </a:moveTo>
                <a:cubicBezTo>
                  <a:pt x="2230755" y="889635"/>
                  <a:pt x="2221230" y="917257"/>
                  <a:pt x="2201228" y="941070"/>
                </a:cubicBezTo>
                <a:lnTo>
                  <a:pt x="2201228" y="941070"/>
                </a:lnTo>
                <a:cubicBezTo>
                  <a:pt x="2182178" y="964882"/>
                  <a:pt x="2156460" y="978218"/>
                  <a:pt x="2123123" y="981075"/>
                </a:cubicBezTo>
                <a:lnTo>
                  <a:pt x="1998345" y="993457"/>
                </a:lnTo>
                <a:lnTo>
                  <a:pt x="2009775" y="764857"/>
                </a:lnTo>
                <a:lnTo>
                  <a:pt x="2134553" y="752475"/>
                </a:lnTo>
                <a:cubicBezTo>
                  <a:pt x="2165985" y="749618"/>
                  <a:pt x="2190750" y="758190"/>
                  <a:pt x="2207895" y="778193"/>
                </a:cubicBezTo>
                <a:cubicBezTo>
                  <a:pt x="2225040" y="798195"/>
                  <a:pt x="2233612" y="824865"/>
                  <a:pt x="2231708" y="856298"/>
                </a:cubicBezTo>
                <a:close/>
                <a:moveTo>
                  <a:pt x="1585913" y="601980"/>
                </a:moveTo>
                <a:lnTo>
                  <a:pt x="1193483" y="640080"/>
                </a:lnTo>
                <a:lnTo>
                  <a:pt x="1014413" y="1222058"/>
                </a:lnTo>
                <a:lnTo>
                  <a:pt x="885825" y="669607"/>
                </a:lnTo>
                <a:lnTo>
                  <a:pt x="476250" y="708660"/>
                </a:lnTo>
                <a:lnTo>
                  <a:pt x="434340" y="1671638"/>
                </a:lnTo>
                <a:lnTo>
                  <a:pt x="721995" y="1644015"/>
                </a:lnTo>
                <a:lnTo>
                  <a:pt x="748665" y="1037273"/>
                </a:lnTo>
                <a:lnTo>
                  <a:pt x="898208" y="1626870"/>
                </a:lnTo>
                <a:lnTo>
                  <a:pt x="1080135" y="1609725"/>
                </a:lnTo>
                <a:lnTo>
                  <a:pt x="1283970" y="985838"/>
                </a:lnTo>
                <a:lnTo>
                  <a:pt x="1257300" y="1592580"/>
                </a:lnTo>
                <a:lnTo>
                  <a:pt x="1544002" y="1564958"/>
                </a:lnTo>
                <a:lnTo>
                  <a:pt x="1544002" y="1562100"/>
                </a:lnTo>
                <a:lnTo>
                  <a:pt x="1664970" y="1114425"/>
                </a:lnTo>
                <a:lnTo>
                  <a:pt x="1585913" y="607695"/>
                </a:lnTo>
                <a:lnTo>
                  <a:pt x="1585913" y="601980"/>
                </a:lnTo>
                <a:close/>
                <a:moveTo>
                  <a:pt x="3132773" y="1058228"/>
                </a:moveTo>
                <a:lnTo>
                  <a:pt x="3132773" y="1058228"/>
                </a:lnTo>
                <a:lnTo>
                  <a:pt x="3132773" y="1056323"/>
                </a:lnTo>
                <a:cubicBezTo>
                  <a:pt x="3129915" y="1115378"/>
                  <a:pt x="3117533" y="1158240"/>
                  <a:pt x="3095625" y="1186815"/>
                </a:cubicBezTo>
                <a:cubicBezTo>
                  <a:pt x="3073718" y="1215390"/>
                  <a:pt x="3041333" y="1231583"/>
                  <a:pt x="2997518" y="1236345"/>
                </a:cubicBezTo>
                <a:cubicBezTo>
                  <a:pt x="2951798" y="1241108"/>
                  <a:pt x="2920365" y="1230630"/>
                  <a:pt x="2901315" y="1205865"/>
                </a:cubicBezTo>
                <a:cubicBezTo>
                  <a:pt x="2882265" y="1181100"/>
                  <a:pt x="2874645" y="1139190"/>
                  <a:pt x="2877503" y="1081088"/>
                </a:cubicBezTo>
                <a:lnTo>
                  <a:pt x="2903220" y="477203"/>
                </a:lnTo>
                <a:lnTo>
                  <a:pt x="2599373" y="506730"/>
                </a:lnTo>
                <a:lnTo>
                  <a:pt x="2573655" y="1110615"/>
                </a:lnTo>
                <a:cubicBezTo>
                  <a:pt x="2566987" y="1246823"/>
                  <a:pt x="2597468" y="1341120"/>
                  <a:pt x="2662237" y="1396365"/>
                </a:cubicBezTo>
                <a:cubicBezTo>
                  <a:pt x="2727960" y="1450658"/>
                  <a:pt x="2835593" y="1470660"/>
                  <a:pt x="2987040" y="1456373"/>
                </a:cubicBezTo>
                <a:cubicBezTo>
                  <a:pt x="3138487" y="1442085"/>
                  <a:pt x="3248978" y="1401128"/>
                  <a:pt x="3320415" y="1333500"/>
                </a:cubicBezTo>
                <a:cubicBezTo>
                  <a:pt x="3391853" y="1265873"/>
                  <a:pt x="3429953" y="1163955"/>
                  <a:pt x="3436620" y="1028700"/>
                </a:cubicBezTo>
                <a:lnTo>
                  <a:pt x="3462337" y="424815"/>
                </a:lnTo>
                <a:lnTo>
                  <a:pt x="3158490" y="454343"/>
                </a:lnTo>
                <a:lnTo>
                  <a:pt x="3132773" y="1058228"/>
                </a:lnTo>
                <a:close/>
                <a:moveTo>
                  <a:pt x="3883343" y="382905"/>
                </a:moveTo>
                <a:lnTo>
                  <a:pt x="3882390" y="382905"/>
                </a:lnTo>
                <a:lnTo>
                  <a:pt x="3578543" y="412432"/>
                </a:lnTo>
                <a:lnTo>
                  <a:pt x="3536633" y="1375410"/>
                </a:lnTo>
                <a:lnTo>
                  <a:pt x="4201478" y="1311593"/>
                </a:lnTo>
                <a:lnTo>
                  <a:pt x="4211003" y="1092518"/>
                </a:lnTo>
                <a:lnTo>
                  <a:pt x="3850005" y="1126808"/>
                </a:lnTo>
                <a:lnTo>
                  <a:pt x="3883343" y="382905"/>
                </a:lnTo>
                <a:close/>
                <a:moveTo>
                  <a:pt x="6996113" y="452438"/>
                </a:moveTo>
                <a:lnTo>
                  <a:pt x="7226618" y="1022985"/>
                </a:lnTo>
                <a:lnTo>
                  <a:pt x="7574280" y="989648"/>
                </a:lnTo>
                <a:lnTo>
                  <a:pt x="7574280" y="981075"/>
                </a:lnTo>
                <a:lnTo>
                  <a:pt x="7695248" y="538163"/>
                </a:lnTo>
                <a:lnTo>
                  <a:pt x="7616190" y="31433"/>
                </a:lnTo>
                <a:lnTo>
                  <a:pt x="7616190" y="26670"/>
                </a:lnTo>
                <a:lnTo>
                  <a:pt x="7329488" y="54293"/>
                </a:lnTo>
                <a:lnTo>
                  <a:pt x="7302818" y="651510"/>
                </a:lnTo>
                <a:lnTo>
                  <a:pt x="7071360" y="79058"/>
                </a:lnTo>
                <a:lnTo>
                  <a:pt x="6723698" y="112395"/>
                </a:lnTo>
                <a:lnTo>
                  <a:pt x="6681788" y="1075373"/>
                </a:lnTo>
                <a:lnTo>
                  <a:pt x="6969443" y="1047750"/>
                </a:lnTo>
                <a:lnTo>
                  <a:pt x="6996113" y="452438"/>
                </a:lnTo>
                <a:close/>
                <a:moveTo>
                  <a:pt x="346710" y="656273"/>
                </a:moveTo>
                <a:lnTo>
                  <a:pt x="355282" y="501968"/>
                </a:lnTo>
                <a:lnTo>
                  <a:pt x="42863" y="685800"/>
                </a:lnTo>
                <a:lnTo>
                  <a:pt x="346710" y="656273"/>
                </a:lnTo>
                <a:close/>
                <a:moveTo>
                  <a:pt x="1585913" y="601980"/>
                </a:moveTo>
                <a:lnTo>
                  <a:pt x="1585913" y="601980"/>
                </a:lnTo>
                <a:cubicBezTo>
                  <a:pt x="1585913" y="601980"/>
                  <a:pt x="1586865" y="601980"/>
                  <a:pt x="1586865" y="601980"/>
                </a:cubicBezTo>
                <a:lnTo>
                  <a:pt x="1585913" y="601980"/>
                </a:lnTo>
                <a:close/>
                <a:moveTo>
                  <a:pt x="0" y="1713548"/>
                </a:moveTo>
                <a:lnTo>
                  <a:pt x="303847" y="1684020"/>
                </a:lnTo>
                <a:lnTo>
                  <a:pt x="345757" y="721043"/>
                </a:lnTo>
                <a:lnTo>
                  <a:pt x="41910" y="750570"/>
                </a:lnTo>
                <a:lnTo>
                  <a:pt x="0" y="1713548"/>
                </a:lnTo>
                <a:close/>
                <a:moveTo>
                  <a:pt x="6702743" y="1207770"/>
                </a:moveTo>
                <a:cubicBezTo>
                  <a:pt x="6634163" y="1207770"/>
                  <a:pt x="6586538" y="1231583"/>
                  <a:pt x="6559868" y="1279208"/>
                </a:cubicBezTo>
                <a:cubicBezTo>
                  <a:pt x="6532245" y="1326833"/>
                  <a:pt x="6518910" y="1387792"/>
                  <a:pt x="6518910" y="1461135"/>
                </a:cubicBezTo>
                <a:cubicBezTo>
                  <a:pt x="6518910" y="1534478"/>
                  <a:pt x="6524625" y="1547813"/>
                  <a:pt x="6536055" y="1584960"/>
                </a:cubicBezTo>
                <a:cubicBezTo>
                  <a:pt x="6547485" y="1623060"/>
                  <a:pt x="6566535" y="1652588"/>
                  <a:pt x="6594157" y="1676400"/>
                </a:cubicBezTo>
                <a:lnTo>
                  <a:pt x="6597015" y="1676400"/>
                </a:lnTo>
                <a:cubicBezTo>
                  <a:pt x="6623685" y="1699260"/>
                  <a:pt x="6659880" y="1710690"/>
                  <a:pt x="6703695" y="1710690"/>
                </a:cubicBezTo>
                <a:cubicBezTo>
                  <a:pt x="6747510" y="1710690"/>
                  <a:pt x="6782753" y="1699260"/>
                  <a:pt x="6810375" y="1675448"/>
                </a:cubicBezTo>
                <a:cubicBezTo>
                  <a:pt x="6837045" y="1651635"/>
                  <a:pt x="6857048" y="1621155"/>
                  <a:pt x="6868478" y="1584008"/>
                </a:cubicBezTo>
                <a:cubicBezTo>
                  <a:pt x="6879907" y="1545908"/>
                  <a:pt x="6885623" y="1533525"/>
                  <a:pt x="6885623" y="1460183"/>
                </a:cubicBezTo>
                <a:cubicBezTo>
                  <a:pt x="6885623" y="1386840"/>
                  <a:pt x="6871335" y="1326833"/>
                  <a:pt x="6844665" y="1279208"/>
                </a:cubicBezTo>
                <a:cubicBezTo>
                  <a:pt x="6817995" y="1231583"/>
                  <a:pt x="6771323" y="1207770"/>
                  <a:pt x="6702743" y="1207770"/>
                </a:cubicBezTo>
                <a:close/>
                <a:moveTo>
                  <a:pt x="6759893" y="1570673"/>
                </a:moveTo>
                <a:lnTo>
                  <a:pt x="6759893" y="1570673"/>
                </a:lnTo>
                <a:cubicBezTo>
                  <a:pt x="6750368" y="1600200"/>
                  <a:pt x="6730365" y="1614488"/>
                  <a:pt x="6700838" y="1614488"/>
                </a:cubicBezTo>
                <a:cubicBezTo>
                  <a:pt x="6671310" y="1614488"/>
                  <a:pt x="6664643" y="1606867"/>
                  <a:pt x="6654165" y="1591628"/>
                </a:cubicBezTo>
                <a:cubicBezTo>
                  <a:pt x="6643688" y="1576388"/>
                  <a:pt x="6637020" y="1557338"/>
                  <a:pt x="6633210" y="1535430"/>
                </a:cubicBezTo>
                <a:cubicBezTo>
                  <a:pt x="6630353" y="1512570"/>
                  <a:pt x="6628448" y="1503045"/>
                  <a:pt x="6628448" y="1460183"/>
                </a:cubicBezTo>
                <a:cubicBezTo>
                  <a:pt x="6628448" y="1417320"/>
                  <a:pt x="6633210" y="1380173"/>
                  <a:pt x="6642735" y="1350645"/>
                </a:cubicBezTo>
                <a:cubicBezTo>
                  <a:pt x="6652260" y="1321118"/>
                  <a:pt x="6680835" y="1305878"/>
                  <a:pt x="6701790" y="1305878"/>
                </a:cubicBezTo>
                <a:cubicBezTo>
                  <a:pt x="6722745" y="1305878"/>
                  <a:pt x="6738938" y="1313498"/>
                  <a:pt x="6749415" y="1329690"/>
                </a:cubicBezTo>
                <a:cubicBezTo>
                  <a:pt x="6759893" y="1345883"/>
                  <a:pt x="6767513" y="1364933"/>
                  <a:pt x="6770370" y="1386840"/>
                </a:cubicBezTo>
                <a:cubicBezTo>
                  <a:pt x="6773228" y="1409700"/>
                  <a:pt x="6775132" y="1418273"/>
                  <a:pt x="6775132" y="1462088"/>
                </a:cubicBezTo>
                <a:cubicBezTo>
                  <a:pt x="6775132" y="1505903"/>
                  <a:pt x="6770370" y="1542098"/>
                  <a:pt x="6760845" y="1570673"/>
                </a:cubicBezTo>
                <a:close/>
                <a:moveTo>
                  <a:pt x="7189470" y="1525905"/>
                </a:moveTo>
                <a:lnTo>
                  <a:pt x="7188518" y="1525905"/>
                </a:lnTo>
                <a:cubicBezTo>
                  <a:pt x="7204710" y="1504950"/>
                  <a:pt x="7218045" y="1486853"/>
                  <a:pt x="7229475" y="1469708"/>
                </a:cubicBezTo>
                <a:cubicBezTo>
                  <a:pt x="7240905" y="1452563"/>
                  <a:pt x="7250430" y="1434465"/>
                  <a:pt x="7258050" y="1414463"/>
                </a:cubicBezTo>
                <a:cubicBezTo>
                  <a:pt x="7265670" y="1394460"/>
                  <a:pt x="7269480" y="1383030"/>
                  <a:pt x="7269480" y="1353503"/>
                </a:cubicBezTo>
                <a:cubicBezTo>
                  <a:pt x="7269480" y="1323975"/>
                  <a:pt x="7263765" y="1299210"/>
                  <a:pt x="7250430" y="1277303"/>
                </a:cubicBezTo>
                <a:cubicBezTo>
                  <a:pt x="7237095" y="1255395"/>
                  <a:pt x="7218998" y="1238250"/>
                  <a:pt x="7195185" y="1226820"/>
                </a:cubicBezTo>
                <a:cubicBezTo>
                  <a:pt x="7172325" y="1214438"/>
                  <a:pt x="7149465" y="1208723"/>
                  <a:pt x="7113270" y="1208723"/>
                </a:cubicBezTo>
                <a:cubicBezTo>
                  <a:pt x="7077075" y="1208723"/>
                  <a:pt x="7046595" y="1217295"/>
                  <a:pt x="7019925" y="1232535"/>
                </a:cubicBezTo>
                <a:cubicBezTo>
                  <a:pt x="6993255" y="1247775"/>
                  <a:pt x="6974205" y="1268730"/>
                  <a:pt x="6959918" y="1295400"/>
                </a:cubicBezTo>
                <a:cubicBezTo>
                  <a:pt x="6946582" y="1321118"/>
                  <a:pt x="6938010" y="1350645"/>
                  <a:pt x="6938010" y="1383030"/>
                </a:cubicBezTo>
                <a:lnTo>
                  <a:pt x="7045643" y="1383030"/>
                </a:lnTo>
                <a:cubicBezTo>
                  <a:pt x="7047548" y="1331595"/>
                  <a:pt x="7067550" y="1305878"/>
                  <a:pt x="7106603" y="1305878"/>
                </a:cubicBezTo>
                <a:cubicBezTo>
                  <a:pt x="7145655" y="1305878"/>
                  <a:pt x="7136130" y="1310640"/>
                  <a:pt x="7146607" y="1319213"/>
                </a:cubicBezTo>
                <a:cubicBezTo>
                  <a:pt x="7157085" y="1327785"/>
                  <a:pt x="7161848" y="1340168"/>
                  <a:pt x="7161848" y="1356360"/>
                </a:cubicBezTo>
                <a:cubicBezTo>
                  <a:pt x="7161848" y="1372553"/>
                  <a:pt x="7157085" y="1388745"/>
                  <a:pt x="7147560" y="1405890"/>
                </a:cubicBezTo>
                <a:cubicBezTo>
                  <a:pt x="7138035" y="1423035"/>
                  <a:pt x="7126605" y="1440180"/>
                  <a:pt x="7112318" y="1457325"/>
                </a:cubicBezTo>
                <a:lnTo>
                  <a:pt x="6918960" y="1704023"/>
                </a:lnTo>
                <a:lnTo>
                  <a:pt x="7279957" y="1704023"/>
                </a:lnTo>
                <a:lnTo>
                  <a:pt x="7279957" y="1606867"/>
                </a:lnTo>
                <a:lnTo>
                  <a:pt x="7124700" y="1606867"/>
                </a:lnTo>
                <a:lnTo>
                  <a:pt x="7189470" y="1525905"/>
                </a:lnTo>
                <a:close/>
                <a:moveTo>
                  <a:pt x="6509385" y="225743"/>
                </a:moveTo>
                <a:lnTo>
                  <a:pt x="6509385" y="225743"/>
                </a:lnTo>
                <a:cubicBezTo>
                  <a:pt x="6431280" y="152400"/>
                  <a:pt x="6302693" y="124777"/>
                  <a:pt x="6122670" y="141923"/>
                </a:cubicBezTo>
                <a:cubicBezTo>
                  <a:pt x="5943600" y="159068"/>
                  <a:pt x="5811203" y="211455"/>
                  <a:pt x="5726430" y="300038"/>
                </a:cubicBezTo>
                <a:cubicBezTo>
                  <a:pt x="5641657" y="388620"/>
                  <a:pt x="5594985" y="521970"/>
                  <a:pt x="5587365" y="700088"/>
                </a:cubicBezTo>
                <a:cubicBezTo>
                  <a:pt x="5579745" y="878205"/>
                  <a:pt x="5614988" y="1003935"/>
                  <a:pt x="5692140" y="1076325"/>
                </a:cubicBezTo>
                <a:cubicBezTo>
                  <a:pt x="5770245" y="1149668"/>
                  <a:pt x="5898832" y="1177290"/>
                  <a:pt x="6077903" y="1160145"/>
                </a:cubicBezTo>
                <a:cubicBezTo>
                  <a:pt x="6257925" y="1143000"/>
                  <a:pt x="6390323" y="1089660"/>
                  <a:pt x="6475095" y="1002030"/>
                </a:cubicBezTo>
                <a:cubicBezTo>
                  <a:pt x="6559868" y="913448"/>
                  <a:pt x="6606540" y="780098"/>
                  <a:pt x="6614160" y="601980"/>
                </a:cubicBezTo>
                <a:cubicBezTo>
                  <a:pt x="6622732" y="423863"/>
                  <a:pt x="6587490" y="298132"/>
                  <a:pt x="6509385" y="225743"/>
                </a:cubicBezTo>
                <a:close/>
                <a:moveTo>
                  <a:pt x="6295073" y="632460"/>
                </a:moveTo>
                <a:cubicBezTo>
                  <a:pt x="6290310" y="733425"/>
                  <a:pt x="6271260" y="808673"/>
                  <a:pt x="6238875" y="858203"/>
                </a:cubicBezTo>
                <a:cubicBezTo>
                  <a:pt x="6205538" y="907732"/>
                  <a:pt x="6156007" y="935355"/>
                  <a:pt x="6088380" y="942023"/>
                </a:cubicBezTo>
                <a:cubicBezTo>
                  <a:pt x="6020753" y="948690"/>
                  <a:pt x="5972175" y="929640"/>
                  <a:pt x="5943600" y="886778"/>
                </a:cubicBezTo>
                <a:cubicBezTo>
                  <a:pt x="5915025" y="842963"/>
                  <a:pt x="5903595" y="771525"/>
                  <a:pt x="5907405" y="670560"/>
                </a:cubicBezTo>
                <a:cubicBezTo>
                  <a:pt x="5912168" y="569595"/>
                  <a:pt x="5930265" y="494348"/>
                  <a:pt x="5963603" y="445770"/>
                </a:cubicBezTo>
                <a:cubicBezTo>
                  <a:pt x="5995988" y="396240"/>
                  <a:pt x="6046470" y="368618"/>
                  <a:pt x="6113145" y="361950"/>
                </a:cubicBezTo>
                <a:cubicBezTo>
                  <a:pt x="6180773" y="355282"/>
                  <a:pt x="6229350" y="374332"/>
                  <a:pt x="6257925" y="417195"/>
                </a:cubicBezTo>
                <a:cubicBezTo>
                  <a:pt x="6286500" y="461010"/>
                  <a:pt x="6298882" y="532448"/>
                  <a:pt x="6294120" y="633413"/>
                </a:cubicBezTo>
                <a:lnTo>
                  <a:pt x="6294120" y="633413"/>
                </a:lnTo>
                <a:close/>
                <a:moveTo>
                  <a:pt x="7343775" y="1216343"/>
                </a:moveTo>
                <a:lnTo>
                  <a:pt x="7343775" y="1313498"/>
                </a:lnTo>
                <a:lnTo>
                  <a:pt x="7543800" y="1313498"/>
                </a:lnTo>
                <a:lnTo>
                  <a:pt x="7357110" y="1704023"/>
                </a:lnTo>
                <a:lnTo>
                  <a:pt x="7480935" y="1704023"/>
                </a:lnTo>
                <a:lnTo>
                  <a:pt x="7709535" y="1216343"/>
                </a:lnTo>
                <a:lnTo>
                  <a:pt x="7343775" y="1216343"/>
                </a:lnTo>
                <a:close/>
                <a:moveTo>
                  <a:pt x="6371273" y="1525905"/>
                </a:moveTo>
                <a:lnTo>
                  <a:pt x="6370320" y="1525905"/>
                </a:lnTo>
                <a:cubicBezTo>
                  <a:pt x="6386513" y="1504950"/>
                  <a:pt x="6399848" y="1486853"/>
                  <a:pt x="6411278" y="1469708"/>
                </a:cubicBezTo>
                <a:cubicBezTo>
                  <a:pt x="6422707" y="1452563"/>
                  <a:pt x="6432232" y="1434465"/>
                  <a:pt x="6439853" y="1414463"/>
                </a:cubicBezTo>
                <a:cubicBezTo>
                  <a:pt x="6447473" y="1394460"/>
                  <a:pt x="6451282" y="1383030"/>
                  <a:pt x="6451282" y="1353503"/>
                </a:cubicBezTo>
                <a:cubicBezTo>
                  <a:pt x="6451282" y="1323975"/>
                  <a:pt x="6445568" y="1299210"/>
                  <a:pt x="6432232" y="1277303"/>
                </a:cubicBezTo>
                <a:cubicBezTo>
                  <a:pt x="6418898" y="1255395"/>
                  <a:pt x="6400800" y="1238250"/>
                  <a:pt x="6376988" y="1226820"/>
                </a:cubicBezTo>
                <a:cubicBezTo>
                  <a:pt x="6354128" y="1214438"/>
                  <a:pt x="6331268" y="1208723"/>
                  <a:pt x="6295073" y="1208723"/>
                </a:cubicBezTo>
                <a:cubicBezTo>
                  <a:pt x="6258878" y="1208723"/>
                  <a:pt x="6228398" y="1217295"/>
                  <a:pt x="6201728" y="1232535"/>
                </a:cubicBezTo>
                <a:cubicBezTo>
                  <a:pt x="6175057" y="1247775"/>
                  <a:pt x="6156007" y="1268730"/>
                  <a:pt x="6141720" y="1295400"/>
                </a:cubicBezTo>
                <a:cubicBezTo>
                  <a:pt x="6128385" y="1321118"/>
                  <a:pt x="6119813" y="1350645"/>
                  <a:pt x="6119813" y="1383030"/>
                </a:cubicBezTo>
                <a:lnTo>
                  <a:pt x="6227445" y="1383030"/>
                </a:lnTo>
                <a:cubicBezTo>
                  <a:pt x="6229350" y="1331595"/>
                  <a:pt x="6249353" y="1305878"/>
                  <a:pt x="6288405" y="1305878"/>
                </a:cubicBezTo>
                <a:cubicBezTo>
                  <a:pt x="6327457" y="1305878"/>
                  <a:pt x="6317932" y="1310640"/>
                  <a:pt x="6328410" y="1319213"/>
                </a:cubicBezTo>
                <a:cubicBezTo>
                  <a:pt x="6338888" y="1327785"/>
                  <a:pt x="6343650" y="1340168"/>
                  <a:pt x="6343650" y="1356360"/>
                </a:cubicBezTo>
                <a:cubicBezTo>
                  <a:pt x="6343650" y="1372553"/>
                  <a:pt x="6338888" y="1388745"/>
                  <a:pt x="6329363" y="1405890"/>
                </a:cubicBezTo>
                <a:cubicBezTo>
                  <a:pt x="6319838" y="1423035"/>
                  <a:pt x="6308407" y="1440180"/>
                  <a:pt x="6294120" y="1457325"/>
                </a:cubicBezTo>
                <a:lnTo>
                  <a:pt x="6100763" y="1704023"/>
                </a:lnTo>
                <a:lnTo>
                  <a:pt x="6461760" y="1704023"/>
                </a:lnTo>
                <a:lnTo>
                  <a:pt x="6461760" y="1606867"/>
                </a:lnTo>
                <a:lnTo>
                  <a:pt x="6306503" y="1606867"/>
                </a:lnTo>
                <a:lnTo>
                  <a:pt x="6371273" y="1525905"/>
                </a:lnTo>
                <a:close/>
                <a:moveTo>
                  <a:pt x="5173028" y="1219200"/>
                </a:moveTo>
                <a:lnTo>
                  <a:pt x="5476875" y="1189673"/>
                </a:lnTo>
                <a:lnTo>
                  <a:pt x="5518785" y="226695"/>
                </a:lnTo>
                <a:lnTo>
                  <a:pt x="5214938" y="256223"/>
                </a:lnTo>
                <a:lnTo>
                  <a:pt x="5173028" y="1219200"/>
                </a:lnTo>
                <a:close/>
                <a:moveTo>
                  <a:pt x="5512118" y="154305"/>
                </a:moveTo>
                <a:lnTo>
                  <a:pt x="5520690" y="0"/>
                </a:lnTo>
                <a:lnTo>
                  <a:pt x="5208270" y="183832"/>
                </a:lnTo>
                <a:lnTo>
                  <a:pt x="5512118" y="154305"/>
                </a:lnTo>
                <a:close/>
                <a:moveTo>
                  <a:pt x="5016818" y="321945"/>
                </a:moveTo>
                <a:lnTo>
                  <a:pt x="5016818" y="321945"/>
                </a:lnTo>
                <a:lnTo>
                  <a:pt x="5016818" y="319088"/>
                </a:lnTo>
                <a:cubicBezTo>
                  <a:pt x="4954905" y="277178"/>
                  <a:pt x="4852988" y="263843"/>
                  <a:pt x="4711065" y="277178"/>
                </a:cubicBezTo>
                <a:cubicBezTo>
                  <a:pt x="4570095" y="290513"/>
                  <a:pt x="4466273" y="325755"/>
                  <a:pt x="4399598" y="382905"/>
                </a:cubicBezTo>
                <a:cubicBezTo>
                  <a:pt x="4332923" y="440055"/>
                  <a:pt x="4297680" y="523875"/>
                  <a:pt x="4292918" y="635318"/>
                </a:cubicBezTo>
                <a:cubicBezTo>
                  <a:pt x="4290060" y="676275"/>
                  <a:pt x="4295775" y="712470"/>
                  <a:pt x="4310063" y="742950"/>
                </a:cubicBezTo>
                <a:cubicBezTo>
                  <a:pt x="4324350" y="773430"/>
                  <a:pt x="4343400" y="796290"/>
                  <a:pt x="4367213" y="813435"/>
                </a:cubicBezTo>
                <a:cubicBezTo>
                  <a:pt x="4391978" y="830580"/>
                  <a:pt x="4419600" y="844868"/>
                  <a:pt x="4451032" y="857250"/>
                </a:cubicBezTo>
                <a:cubicBezTo>
                  <a:pt x="4482465" y="869632"/>
                  <a:pt x="4514850" y="878205"/>
                  <a:pt x="4547235" y="882968"/>
                </a:cubicBezTo>
                <a:cubicBezTo>
                  <a:pt x="4580573" y="887730"/>
                  <a:pt x="4612005" y="894398"/>
                  <a:pt x="4644390" y="901065"/>
                </a:cubicBezTo>
                <a:cubicBezTo>
                  <a:pt x="4675823" y="907732"/>
                  <a:pt x="4704398" y="915353"/>
                  <a:pt x="4729163" y="922020"/>
                </a:cubicBezTo>
                <a:cubicBezTo>
                  <a:pt x="4753928" y="928688"/>
                  <a:pt x="4773930" y="939165"/>
                  <a:pt x="4788218" y="954405"/>
                </a:cubicBezTo>
                <a:cubicBezTo>
                  <a:pt x="4802505" y="968693"/>
                  <a:pt x="4809173" y="987743"/>
                  <a:pt x="4808220" y="1009650"/>
                </a:cubicBezTo>
                <a:cubicBezTo>
                  <a:pt x="4808220" y="1040130"/>
                  <a:pt x="4795838" y="1062990"/>
                  <a:pt x="4773930" y="1078230"/>
                </a:cubicBezTo>
                <a:cubicBezTo>
                  <a:pt x="4752023" y="1093470"/>
                  <a:pt x="4718685" y="1102995"/>
                  <a:pt x="4674870" y="1107758"/>
                </a:cubicBezTo>
                <a:cubicBezTo>
                  <a:pt x="4624388" y="1112520"/>
                  <a:pt x="4588193" y="1107758"/>
                  <a:pt x="4565332" y="1091565"/>
                </a:cubicBezTo>
                <a:cubicBezTo>
                  <a:pt x="4543425" y="1076325"/>
                  <a:pt x="4532948" y="1048703"/>
                  <a:pt x="4534853" y="1008698"/>
                </a:cubicBezTo>
                <a:lnTo>
                  <a:pt x="4260532" y="1035368"/>
                </a:lnTo>
                <a:cubicBezTo>
                  <a:pt x="4255770" y="1141095"/>
                  <a:pt x="4286250" y="1214438"/>
                  <a:pt x="4350068" y="1256348"/>
                </a:cubicBezTo>
                <a:cubicBezTo>
                  <a:pt x="4413885" y="1298258"/>
                  <a:pt x="4519613" y="1312545"/>
                  <a:pt x="4665345" y="1298258"/>
                </a:cubicBezTo>
                <a:cubicBezTo>
                  <a:pt x="4812030" y="1283970"/>
                  <a:pt x="4919663" y="1248728"/>
                  <a:pt x="4988243" y="1191578"/>
                </a:cubicBezTo>
                <a:cubicBezTo>
                  <a:pt x="5056823" y="1134428"/>
                  <a:pt x="5093018" y="1050608"/>
                  <a:pt x="5098732" y="938213"/>
                </a:cubicBezTo>
                <a:cubicBezTo>
                  <a:pt x="5101590" y="887730"/>
                  <a:pt x="5093018" y="844868"/>
                  <a:pt x="5074920" y="808673"/>
                </a:cubicBezTo>
                <a:cubicBezTo>
                  <a:pt x="5056823" y="772478"/>
                  <a:pt x="5032057" y="744855"/>
                  <a:pt x="5001578" y="725805"/>
                </a:cubicBezTo>
                <a:cubicBezTo>
                  <a:pt x="4971098" y="706755"/>
                  <a:pt x="4936807" y="691515"/>
                  <a:pt x="4899660" y="680085"/>
                </a:cubicBezTo>
                <a:cubicBezTo>
                  <a:pt x="4862513" y="668655"/>
                  <a:pt x="4825365" y="660082"/>
                  <a:pt x="4787265" y="653415"/>
                </a:cubicBezTo>
                <a:cubicBezTo>
                  <a:pt x="4750118" y="647700"/>
                  <a:pt x="4715828" y="641985"/>
                  <a:pt x="4685348" y="636270"/>
                </a:cubicBezTo>
                <a:cubicBezTo>
                  <a:pt x="4654868" y="630555"/>
                  <a:pt x="4630103" y="621982"/>
                  <a:pt x="4610100" y="610553"/>
                </a:cubicBezTo>
                <a:cubicBezTo>
                  <a:pt x="4591050" y="599123"/>
                  <a:pt x="4581525" y="583882"/>
                  <a:pt x="4582478" y="565785"/>
                </a:cubicBezTo>
                <a:cubicBezTo>
                  <a:pt x="4584382" y="536257"/>
                  <a:pt x="4594860" y="514350"/>
                  <a:pt x="4613910" y="498157"/>
                </a:cubicBezTo>
                <a:cubicBezTo>
                  <a:pt x="4632960" y="482918"/>
                  <a:pt x="4662488" y="473393"/>
                  <a:pt x="4702493" y="469582"/>
                </a:cubicBezTo>
                <a:cubicBezTo>
                  <a:pt x="4748213" y="464820"/>
                  <a:pt x="4781550" y="469582"/>
                  <a:pt x="4801553" y="486728"/>
                </a:cubicBezTo>
                <a:cubicBezTo>
                  <a:pt x="4821555" y="502920"/>
                  <a:pt x="4830128" y="530543"/>
                  <a:pt x="4828223" y="569595"/>
                </a:cubicBezTo>
                <a:lnTo>
                  <a:pt x="5101590" y="543878"/>
                </a:lnTo>
                <a:cubicBezTo>
                  <a:pt x="5107305" y="437198"/>
                  <a:pt x="5078730" y="363855"/>
                  <a:pt x="5016818" y="321945"/>
                </a:cubicBezTo>
                <a:close/>
              </a:path>
            </a:pathLst>
          </a:custGeom>
          <a:solidFill>
            <a:srgbClr val="FFFFFF"/>
          </a:solidFill>
          <a:ln w="9525" cap="flat">
            <a:noFill/>
            <a:prstDash val="solid"/>
            <a:miter/>
          </a:ln>
        </p:spPr>
        <p:txBody>
          <a:bodyPr rtlCol="0" anchor="ctr"/>
          <a:lstStyle/>
          <a:p>
            <a:endParaRPr lang="en-US"/>
          </a:p>
        </p:txBody>
      </p:sp>
      <p:sp>
        <p:nvSpPr>
          <p:cNvPr id="11" name="Espace réservé pour une image  12">
            <a:extLst>
              <a:ext uri="{FF2B5EF4-FFF2-40B4-BE49-F238E27FC236}">
                <a16:creationId xmlns:a16="http://schemas.microsoft.com/office/drawing/2014/main" id="{F4CFE7DA-611B-4218-24EA-D8216A2AE0CC}"/>
              </a:ext>
            </a:extLst>
          </p:cNvPr>
          <p:cNvSpPr>
            <a:spLocks noGrp="1" noChangeAspect="1"/>
          </p:cNvSpPr>
          <p:nvPr>
            <p:ph type="pic" sz="quarter" idx="15" hasCustomPrompt="1"/>
          </p:nvPr>
        </p:nvSpPr>
        <p:spPr>
          <a:xfrm>
            <a:off x="4439816" y="656692"/>
            <a:ext cx="763035" cy="529508"/>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r>
              <a:rPr lang="en-US"/>
              <a:t>  </a:t>
            </a:r>
          </a:p>
        </p:txBody>
      </p:sp>
      <p:cxnSp>
        <p:nvCxnSpPr>
          <p:cNvPr id="14" name="Connecteur droit 13">
            <a:extLst>
              <a:ext uri="{FF2B5EF4-FFF2-40B4-BE49-F238E27FC236}">
                <a16:creationId xmlns:a16="http://schemas.microsoft.com/office/drawing/2014/main" id="{36281625-1701-5EDA-F7D0-69E6AC89D573}"/>
              </a:ext>
            </a:extLst>
          </p:cNvPr>
          <p:cNvCxnSpPr/>
          <p:nvPr userDrawn="1"/>
        </p:nvCxnSpPr>
        <p:spPr>
          <a:xfrm>
            <a:off x="5445832" y="656692"/>
            <a:ext cx="0" cy="5286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 coins arrondis 15">
            <a:extLst>
              <a:ext uri="{FF2B5EF4-FFF2-40B4-BE49-F238E27FC236}">
                <a16:creationId xmlns:a16="http://schemas.microsoft.com/office/drawing/2014/main" id="{9BFA99E5-BDEC-D3D8-5785-F77EEBEC1A65}"/>
              </a:ext>
            </a:extLst>
          </p:cNvPr>
          <p:cNvSpPr/>
          <p:nvPr userDrawn="1"/>
        </p:nvSpPr>
        <p:spPr>
          <a:xfrm>
            <a:off x="1775523" y="2456892"/>
            <a:ext cx="8640953" cy="3600400"/>
          </a:xfrm>
          <a:prstGeom prst="roundRect">
            <a:avLst>
              <a:gd name="adj" fmla="val 3333"/>
            </a:avLst>
          </a:prstGeom>
          <a:solidFill>
            <a:schemeClr val="bg1"/>
          </a:solidFill>
          <a:ln w="6350">
            <a:noFill/>
          </a:ln>
          <a:effectLst>
            <a:outerShdw blurRad="88900" sx="101000" sy="101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space réservé du texte 18">
            <a:extLst>
              <a:ext uri="{FF2B5EF4-FFF2-40B4-BE49-F238E27FC236}">
                <a16:creationId xmlns:a16="http://schemas.microsoft.com/office/drawing/2014/main" id="{0F55E363-1374-4BE0-F112-819D4B0ABA1C}"/>
              </a:ext>
            </a:extLst>
          </p:cNvPr>
          <p:cNvSpPr>
            <a:spLocks noGrp="1"/>
          </p:cNvSpPr>
          <p:nvPr>
            <p:ph type="body" sz="quarter" idx="16" hasCustomPrompt="1"/>
          </p:nvPr>
        </p:nvSpPr>
        <p:spPr>
          <a:xfrm>
            <a:off x="2209799" y="2733706"/>
            <a:ext cx="3633789" cy="960263"/>
          </a:xfrm>
        </p:spPr>
        <p:txBody>
          <a:bodyPr wrap="square">
            <a:spAutoFit/>
          </a:bodyPr>
          <a:lstStyle>
            <a:lvl1pPr marL="0" indent="0">
              <a:spcBef>
                <a:spcPts val="1800"/>
              </a:spcBef>
              <a:buNone/>
              <a:defRPr sz="1200">
                <a:solidFill>
                  <a:schemeClr val="tx2"/>
                </a:solidFill>
              </a:defRPr>
            </a:lvl1pPr>
          </a:lstStyle>
          <a:p>
            <a:pPr lvl="0"/>
            <a:r>
              <a:rPr lang="fr-FR"/>
              <a:t>Direction : XXXXX </a:t>
            </a:r>
          </a:p>
          <a:p>
            <a:pPr lvl="0"/>
            <a:r>
              <a:rPr lang="fr-FR"/>
              <a:t>Secteur / service : XXXXX</a:t>
            </a:r>
          </a:p>
          <a:p>
            <a:pPr lvl="0"/>
            <a:r>
              <a:rPr lang="fr-FR"/>
              <a:t>Dossier présenté par : XXXXX</a:t>
            </a:r>
          </a:p>
        </p:txBody>
      </p:sp>
      <p:cxnSp>
        <p:nvCxnSpPr>
          <p:cNvPr id="20" name="Connecteur droit 19">
            <a:extLst>
              <a:ext uri="{FF2B5EF4-FFF2-40B4-BE49-F238E27FC236}">
                <a16:creationId xmlns:a16="http://schemas.microsoft.com/office/drawing/2014/main" id="{85B31942-91C0-E770-6008-5AC8E2EAE933}"/>
              </a:ext>
            </a:extLst>
          </p:cNvPr>
          <p:cNvCxnSpPr>
            <a:cxnSpLocks/>
          </p:cNvCxnSpPr>
          <p:nvPr userDrawn="1"/>
        </p:nvCxnSpPr>
        <p:spPr>
          <a:xfrm>
            <a:off x="6096000" y="2696256"/>
            <a:ext cx="0" cy="1250904"/>
          </a:xfrm>
          <a:prstGeom prst="line">
            <a:avLst/>
          </a:prstGeom>
          <a:ln>
            <a:gradFill>
              <a:gsLst>
                <a:gs pos="0">
                  <a:schemeClr val="accent1">
                    <a:lumMod val="5000"/>
                    <a:lumOff val="95000"/>
                  </a:schemeClr>
                </a:gs>
                <a:gs pos="100000">
                  <a:schemeClr val="bg1">
                    <a:lumMod val="85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Espace réservé du texte 18">
            <a:extLst>
              <a:ext uri="{FF2B5EF4-FFF2-40B4-BE49-F238E27FC236}">
                <a16:creationId xmlns:a16="http://schemas.microsoft.com/office/drawing/2014/main" id="{60B79964-61BE-ACE1-92C4-67504DB6F0CD}"/>
              </a:ext>
            </a:extLst>
          </p:cNvPr>
          <p:cNvSpPr>
            <a:spLocks noGrp="1"/>
          </p:cNvSpPr>
          <p:nvPr>
            <p:ph type="body" sz="quarter" idx="17" hasCustomPrompt="1"/>
          </p:nvPr>
        </p:nvSpPr>
        <p:spPr>
          <a:xfrm>
            <a:off x="6530276" y="2733706"/>
            <a:ext cx="3547171" cy="960263"/>
          </a:xfrm>
        </p:spPr>
        <p:txBody>
          <a:bodyPr wrap="square">
            <a:spAutoFit/>
          </a:bodyPr>
          <a:lstStyle>
            <a:lvl1pPr marL="0" indent="0">
              <a:spcBef>
                <a:spcPts val="1800"/>
              </a:spcBef>
              <a:buNone/>
              <a:defRPr sz="1200">
                <a:solidFill>
                  <a:schemeClr val="tx2"/>
                </a:solidFill>
              </a:defRPr>
            </a:lvl1pPr>
          </a:lstStyle>
          <a:p>
            <a:pPr lvl="0"/>
            <a:r>
              <a:rPr lang="fr-FR"/>
              <a:t>Comité XXXXXXXXXX du XX.XX.XXXX </a:t>
            </a:r>
          </a:p>
          <a:p>
            <a:pPr lvl="0"/>
            <a:r>
              <a:rPr lang="fr-FR"/>
              <a:t>Sujet : XXXXX</a:t>
            </a:r>
          </a:p>
          <a:p>
            <a:pPr lvl="0"/>
            <a:r>
              <a:rPr lang="fr-FR"/>
              <a:t>Programme / projet imag’in 2024 : XXXXX</a:t>
            </a:r>
          </a:p>
        </p:txBody>
      </p:sp>
      <p:cxnSp>
        <p:nvCxnSpPr>
          <p:cNvPr id="26" name="Connecteur droit 25">
            <a:extLst>
              <a:ext uri="{FF2B5EF4-FFF2-40B4-BE49-F238E27FC236}">
                <a16:creationId xmlns:a16="http://schemas.microsoft.com/office/drawing/2014/main" id="{F81BC6D0-B762-CF4F-BA94-79B05BCE5677}"/>
              </a:ext>
            </a:extLst>
          </p:cNvPr>
          <p:cNvCxnSpPr>
            <a:cxnSpLocks/>
          </p:cNvCxnSpPr>
          <p:nvPr userDrawn="1"/>
        </p:nvCxnSpPr>
        <p:spPr>
          <a:xfrm flipH="1">
            <a:off x="1768794" y="3946483"/>
            <a:ext cx="8654413" cy="0"/>
          </a:xfrm>
          <a:prstGeom prst="line">
            <a:avLst/>
          </a:prstGeom>
          <a:ln>
            <a:gradFill flip="none" rotWithShape="1">
              <a:gsLst>
                <a:gs pos="0">
                  <a:schemeClr val="bg1">
                    <a:alpha val="0"/>
                  </a:schemeClr>
                </a:gs>
                <a:gs pos="50000">
                  <a:schemeClr val="bg1">
                    <a:lumMod val="8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1" name="Espace réservé du texte 18">
            <a:extLst>
              <a:ext uri="{FF2B5EF4-FFF2-40B4-BE49-F238E27FC236}">
                <a16:creationId xmlns:a16="http://schemas.microsoft.com/office/drawing/2014/main" id="{7FC64858-6D97-CC55-88DA-0211C8154CD8}"/>
              </a:ext>
            </a:extLst>
          </p:cNvPr>
          <p:cNvSpPr>
            <a:spLocks noGrp="1"/>
          </p:cNvSpPr>
          <p:nvPr>
            <p:ph type="body" sz="quarter" idx="18" hasCustomPrompt="1"/>
          </p:nvPr>
        </p:nvSpPr>
        <p:spPr>
          <a:xfrm>
            <a:off x="2438399" y="4207209"/>
            <a:ext cx="3633789" cy="193899"/>
          </a:xfrm>
        </p:spPr>
        <p:txBody>
          <a:bodyPr wrap="square">
            <a:spAutoFit/>
          </a:bodyPr>
          <a:lstStyle>
            <a:lvl1pPr marL="0" indent="0" algn="l">
              <a:spcBef>
                <a:spcPts val="1800"/>
              </a:spcBef>
              <a:buNone/>
              <a:defRPr sz="1400">
                <a:solidFill>
                  <a:schemeClr val="tx2"/>
                </a:solidFill>
              </a:defRPr>
            </a:lvl1pPr>
          </a:lstStyle>
          <a:p>
            <a:pPr lvl="0"/>
            <a:r>
              <a:rPr lang="fr-FR"/>
              <a:t>Objectif de la présentation : </a:t>
            </a:r>
          </a:p>
        </p:txBody>
      </p:sp>
      <p:sp>
        <p:nvSpPr>
          <p:cNvPr id="35" name="Espace réservé du texte 34">
            <a:extLst>
              <a:ext uri="{FF2B5EF4-FFF2-40B4-BE49-F238E27FC236}">
                <a16:creationId xmlns:a16="http://schemas.microsoft.com/office/drawing/2014/main" id="{73F0E338-3B6E-C403-B0BD-4CA0E4820753}"/>
              </a:ext>
            </a:extLst>
          </p:cNvPr>
          <p:cNvSpPr>
            <a:spLocks noGrp="1"/>
          </p:cNvSpPr>
          <p:nvPr>
            <p:ph type="body" sz="quarter" idx="20" hasCustomPrompt="1"/>
          </p:nvPr>
        </p:nvSpPr>
        <p:spPr>
          <a:xfrm>
            <a:off x="5195888" y="1709536"/>
            <a:ext cx="1800225" cy="314108"/>
          </a:xfrm>
          <a:prstGeom prst="roundRect">
            <a:avLst/>
          </a:prstGeom>
          <a:solidFill>
            <a:schemeClr val="accent1"/>
          </a:solidFill>
          <a:ln w="12700">
            <a:solidFill>
              <a:schemeClr val="accent1">
                <a:lumMod val="60000"/>
                <a:lumOff val="40000"/>
              </a:schemeClr>
            </a:solidFill>
          </a:ln>
        </p:spPr>
        <p:txBody>
          <a:bodyPr tIns="72000" bIns="72000" anchor="ctr">
            <a:spAutoFit/>
          </a:bodyPr>
          <a:lstStyle>
            <a:lvl1pPr marL="0" indent="0" algn="ctr">
              <a:buNone/>
              <a:defRPr sz="1000" b="0" spc="300">
                <a:solidFill>
                  <a:schemeClr val="bg1"/>
                </a:solidFill>
              </a:defRPr>
            </a:lvl1pPr>
          </a:lstStyle>
          <a:p>
            <a:pPr lvl="0"/>
            <a:r>
              <a:rPr lang="fr-FR"/>
              <a:t>POUR DÉCISION</a:t>
            </a:r>
            <a:endParaRPr lang="en-US"/>
          </a:p>
        </p:txBody>
      </p:sp>
      <p:sp>
        <p:nvSpPr>
          <p:cNvPr id="5" name="Espace réservé du texte 4">
            <a:extLst>
              <a:ext uri="{FF2B5EF4-FFF2-40B4-BE49-F238E27FC236}">
                <a16:creationId xmlns:a16="http://schemas.microsoft.com/office/drawing/2014/main" id="{1AFC50CF-51EB-8A57-027D-7AB8F7064C54}"/>
              </a:ext>
            </a:extLst>
          </p:cNvPr>
          <p:cNvSpPr>
            <a:spLocks noGrp="1"/>
          </p:cNvSpPr>
          <p:nvPr>
            <p:ph type="body" sz="quarter" idx="22" hasCustomPrompt="1"/>
          </p:nvPr>
        </p:nvSpPr>
        <p:spPr>
          <a:xfrm>
            <a:off x="2209800" y="4571785"/>
            <a:ext cx="7867650" cy="1253677"/>
          </a:xfrm>
        </p:spPr>
        <p:txBody>
          <a:bodyPr>
            <a:spAutoFit/>
          </a:bodyPr>
          <a:lstStyle>
            <a:lvl1pPr marL="0" indent="0">
              <a:buNone/>
              <a:defRPr sz="1200" b="0">
                <a:solidFill>
                  <a:schemeClr val="tx2"/>
                </a:solidFill>
              </a:defRPr>
            </a:lvl1pPr>
            <a:lvl2pPr marL="182562"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ici pour ajouter votre texte. </a:t>
            </a:r>
            <a:r>
              <a:rPr lang="fr-FR" dirty="0"/>
              <a:t>Lorem ipsum dolor sit amet, consectetuer adipiscing elit. Maecenas porttitor congue massa. Fusce posuere, magna sed pulvinar ultricies, purus lectus malesuada libero, sit amet commodo magna eros quis </a:t>
            </a:r>
            <a:r>
              <a:rPr lang="fr-FR"/>
              <a:t>urna.Nunc </a:t>
            </a:r>
            <a:r>
              <a:rPr lang="fr-FR" dirty="0"/>
              <a:t>viverra imperdiet enim. Fusce est. Vivamus a tellus.</a:t>
            </a:r>
          </a:p>
          <a:p>
            <a:pPr lvl="0"/>
            <a:r>
              <a:rPr lang="fr-FR"/>
              <a:t>Pellentesque </a:t>
            </a:r>
            <a:r>
              <a:rPr lang="fr-FR" dirty="0"/>
              <a:t>habitant morbi tristique senectus et netus et malesuada fames ac turpis egestas</a:t>
            </a:r>
            <a:r>
              <a:rPr lang="fr-FR"/>
              <a:t>. </a:t>
            </a:r>
            <a:br>
              <a:rPr lang="fr-FR"/>
            </a:br>
            <a:r>
              <a:rPr lang="fr-FR"/>
              <a:t>Proin </a:t>
            </a:r>
            <a:r>
              <a:rPr lang="fr-FR" dirty="0"/>
              <a:t>pharetra nonummy pede. Mauris et orci.</a:t>
            </a:r>
            <a:endParaRPr lang="fr-FR"/>
          </a:p>
          <a:p>
            <a:pPr lvl="0"/>
            <a:endParaRPr lang="fr-FR"/>
          </a:p>
        </p:txBody>
      </p:sp>
      <p:grpSp>
        <p:nvGrpSpPr>
          <p:cNvPr id="2" name="Graphique 107">
            <a:extLst>
              <a:ext uri="{FF2B5EF4-FFF2-40B4-BE49-F238E27FC236}">
                <a16:creationId xmlns:a16="http://schemas.microsoft.com/office/drawing/2014/main" id="{CB4D5782-ADA0-A508-167C-2C76A55BFB2B}"/>
              </a:ext>
            </a:extLst>
          </p:cNvPr>
          <p:cNvGrpSpPr/>
          <p:nvPr userDrawn="1"/>
        </p:nvGrpSpPr>
        <p:grpSpPr>
          <a:xfrm>
            <a:off x="5713233" y="656692"/>
            <a:ext cx="2032001" cy="451631"/>
            <a:chOff x="1526098" y="1657847"/>
            <a:chExt cx="1191189" cy="264757"/>
          </a:xfrm>
        </p:grpSpPr>
        <p:grpSp>
          <p:nvGrpSpPr>
            <p:cNvPr id="3" name="Graphique 107">
              <a:extLst>
                <a:ext uri="{FF2B5EF4-FFF2-40B4-BE49-F238E27FC236}">
                  <a16:creationId xmlns:a16="http://schemas.microsoft.com/office/drawing/2014/main" id="{A01B423B-D1A6-D869-3C78-3D5415FCEBE6}"/>
                </a:ext>
              </a:extLst>
            </p:cNvPr>
            <p:cNvGrpSpPr/>
            <p:nvPr/>
          </p:nvGrpSpPr>
          <p:grpSpPr>
            <a:xfrm>
              <a:off x="1526098" y="1657847"/>
              <a:ext cx="1188982" cy="264757"/>
              <a:chOff x="1526098" y="1657847"/>
              <a:chExt cx="1188982" cy="264757"/>
            </a:xfrm>
          </p:grpSpPr>
          <p:sp>
            <p:nvSpPr>
              <p:cNvPr id="13" name="Forme libre : forme 12">
                <a:extLst>
                  <a:ext uri="{FF2B5EF4-FFF2-40B4-BE49-F238E27FC236}">
                    <a16:creationId xmlns:a16="http://schemas.microsoft.com/office/drawing/2014/main" id="{CD935EC4-A71E-B4C0-AC4B-506A589E957E}"/>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EFA019C3-F77D-5D00-B08A-BE52C714A79D}"/>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50B1AC4F-8B71-0378-73AF-58BC347E065B}"/>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A30F18C2-9812-19A3-4DBD-07B0025CE72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21" name="Forme libre : forme 20">
                <a:extLst>
                  <a:ext uri="{FF2B5EF4-FFF2-40B4-BE49-F238E27FC236}">
                    <a16:creationId xmlns:a16="http://schemas.microsoft.com/office/drawing/2014/main" id="{ACF7382E-A14D-58E1-DE98-A4B2AC0847F4}"/>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4" name="Graphique 107">
              <a:extLst>
                <a:ext uri="{FF2B5EF4-FFF2-40B4-BE49-F238E27FC236}">
                  <a16:creationId xmlns:a16="http://schemas.microsoft.com/office/drawing/2014/main" id="{CD103BF5-FCEF-25DF-7B94-F2BBBCBDB77C}"/>
                </a:ext>
              </a:extLst>
            </p:cNvPr>
            <p:cNvGrpSpPr/>
            <p:nvPr/>
          </p:nvGrpSpPr>
          <p:grpSpPr>
            <a:xfrm>
              <a:off x="2468572" y="1844458"/>
              <a:ext cx="248716" cy="77705"/>
              <a:chOff x="2468572" y="1844458"/>
              <a:chExt cx="248716" cy="77705"/>
            </a:xfrm>
            <a:solidFill>
              <a:srgbClr val="E7461C"/>
            </a:solidFill>
          </p:grpSpPr>
          <p:sp>
            <p:nvSpPr>
              <p:cNvPr id="6" name="Forme libre : forme 5">
                <a:extLst>
                  <a:ext uri="{FF2B5EF4-FFF2-40B4-BE49-F238E27FC236}">
                    <a16:creationId xmlns:a16="http://schemas.microsoft.com/office/drawing/2014/main" id="{4C6C77E7-77DE-9C73-4D25-701523889127}"/>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7" name="Forme libre : forme 6">
                <a:extLst>
                  <a:ext uri="{FF2B5EF4-FFF2-40B4-BE49-F238E27FC236}">
                    <a16:creationId xmlns:a16="http://schemas.microsoft.com/office/drawing/2014/main" id="{E19907F4-B959-9E5A-941F-651DF7BA14CB}"/>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9" name="Forme libre : forme 8">
                <a:extLst>
                  <a:ext uri="{FF2B5EF4-FFF2-40B4-BE49-F238E27FC236}">
                    <a16:creationId xmlns:a16="http://schemas.microsoft.com/office/drawing/2014/main" id="{AC344F79-65A6-8A06-9CA6-801BD3EC2CC1}"/>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6640D85B-BC8A-683D-D634-13CEF6FC9AC0}"/>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485718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6" presetClass="emph" presetSubtype="0" fill="hold" grpId="1" nodeType="withEffect">
                                  <p:stCondLst>
                                    <p:cond delay="0"/>
                                  </p:stCondLst>
                                  <p:childTnLst>
                                    <p:animScale>
                                      <p:cBhvr>
                                        <p:cTn id="9" dur="750" fill="hold"/>
                                        <p:tgtEl>
                                          <p:spTgt spid="10"/>
                                        </p:tgtEl>
                                      </p:cBhvr>
                                      <p:by x="80000" y="80000"/>
                                    </p:animScale>
                                  </p:childTnLst>
                                </p:cTn>
                              </p:par>
                              <p:par>
                                <p:cTn id="10" presetID="6" presetClass="emph" presetSubtype="0" decel="100000" fill="hold" grpId="2" nodeType="withEffect">
                                  <p:stCondLst>
                                    <p:cond delay="0"/>
                                  </p:stCondLst>
                                  <p:childTnLst>
                                    <p:animScale>
                                      <p:cBhvr>
                                        <p:cTn id="11" dur="1000" fill="hold"/>
                                        <p:tgtEl>
                                          <p:spTgt spid="10"/>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ommaire [Liste]">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capture d’écran, Caractère coloré, léger, art&#10;&#10;Description générée automatiquement">
            <a:extLst>
              <a:ext uri="{FF2B5EF4-FFF2-40B4-BE49-F238E27FC236}">
                <a16:creationId xmlns:a16="http://schemas.microsoft.com/office/drawing/2014/main" id="{8B673069-AA9C-F89E-63C1-0088F9AFD734}"/>
              </a:ext>
            </a:extLst>
          </p:cNvPr>
          <p:cNvPicPr>
            <a:picLocks noChangeAspect="1"/>
          </p:cNvPicPr>
          <p:nvPr userDrawn="1"/>
        </p:nvPicPr>
        <p:blipFill rotWithShape="1">
          <a:blip r:embed="rId2" cstate="screen">
            <a:alphaModFix/>
            <a:extLst>
              <a:ext uri="{28A0092B-C50C-407E-A947-70E740481C1C}">
                <a14:useLocalDpi xmlns:a14="http://schemas.microsoft.com/office/drawing/2010/main" val="0"/>
              </a:ext>
            </a:extLst>
          </a:blip>
          <a:srcRect/>
          <a:stretch/>
        </p:blipFill>
        <p:spPr>
          <a:xfrm>
            <a:off x="623392" y="1123950"/>
            <a:ext cx="5029202" cy="4610100"/>
          </a:xfrm>
          <a:prstGeom prst="rect">
            <a:avLst/>
          </a:prstGeom>
        </p:spPr>
      </p:pic>
      <p:sp>
        <p:nvSpPr>
          <p:cNvPr id="4" name="Espace réservé du texte 18">
            <a:extLst>
              <a:ext uri="{FF2B5EF4-FFF2-40B4-BE49-F238E27FC236}">
                <a16:creationId xmlns:a16="http://schemas.microsoft.com/office/drawing/2014/main" id="{DAC63750-B8BF-B4E0-D2EA-481E390AB31E}"/>
              </a:ext>
            </a:extLst>
          </p:cNvPr>
          <p:cNvSpPr>
            <a:spLocks noGrp="1"/>
          </p:cNvSpPr>
          <p:nvPr>
            <p:ph type="body" sz="quarter" idx="18" hasCustomPrompt="1"/>
          </p:nvPr>
        </p:nvSpPr>
        <p:spPr>
          <a:xfrm rot="16200000">
            <a:off x="-3148218" y="2736503"/>
            <a:ext cx="7232749" cy="1384995"/>
          </a:xfrm>
        </p:spPr>
        <p:txBody>
          <a:bodyPr wrap="none">
            <a:spAutoFit/>
          </a:bodyPr>
          <a:lstStyle>
            <a:lvl1pPr marL="0" indent="0" algn="ctr">
              <a:spcBef>
                <a:spcPts val="1800"/>
              </a:spcBef>
              <a:buNone/>
              <a:defRPr sz="9800" cap="all" baseline="0">
                <a:ln>
                  <a:gradFill flip="none" rotWithShape="1">
                    <a:gsLst>
                      <a:gs pos="0">
                        <a:schemeClr val="accent1"/>
                      </a:gs>
                      <a:gs pos="77000">
                        <a:schemeClr val="accent1">
                          <a:alpha val="0"/>
                        </a:schemeClr>
                      </a:gs>
                    </a:gsLst>
                    <a:lin ang="5400000" scaled="1"/>
                    <a:tileRect/>
                  </a:gradFill>
                </a:ln>
                <a:noFill/>
                <a:latin typeface="+mj-lt"/>
              </a:defRPr>
            </a:lvl1pPr>
          </a:lstStyle>
          <a:p>
            <a:pPr lvl="0"/>
            <a:r>
              <a:rPr lang="fr-FR"/>
              <a:t>SOMMAIRE</a:t>
            </a:r>
          </a:p>
        </p:txBody>
      </p:sp>
      <p:sp>
        <p:nvSpPr>
          <p:cNvPr id="6" name="Espace réservé du texte 25">
            <a:extLst>
              <a:ext uri="{FF2B5EF4-FFF2-40B4-BE49-F238E27FC236}">
                <a16:creationId xmlns:a16="http://schemas.microsoft.com/office/drawing/2014/main" id="{145B6398-1877-9541-7DE3-AC7973F9805F}"/>
              </a:ext>
            </a:extLst>
          </p:cNvPr>
          <p:cNvSpPr>
            <a:spLocks noGrp="1"/>
          </p:cNvSpPr>
          <p:nvPr>
            <p:ph type="body" sz="quarter" idx="19" hasCustomPrompt="1"/>
          </p:nvPr>
        </p:nvSpPr>
        <p:spPr>
          <a:xfrm>
            <a:off x="6105305" y="830580"/>
            <a:ext cx="5751336" cy="5631428"/>
          </a:xfrm>
        </p:spPr>
        <p:txBody>
          <a:bodyPr anchor="ctr"/>
          <a:lstStyle>
            <a:lvl1pPr>
              <a:spcBef>
                <a:spcPts val="2400"/>
              </a:spcBef>
              <a:defRPr>
                <a:gradFill>
                  <a:gsLst>
                    <a:gs pos="3000">
                      <a:schemeClr val="tx2"/>
                    </a:gs>
                    <a:gs pos="100000">
                      <a:schemeClr val="accent1"/>
                    </a:gs>
                  </a:gsLst>
                  <a:lin ang="18900000" scaled="1"/>
                </a:gradFill>
              </a:defRPr>
            </a:lvl1pPr>
            <a:lvl2pPr>
              <a:spcBef>
                <a:spcPts val="300"/>
              </a:spcBef>
              <a:defRPr>
                <a:solidFill>
                  <a:schemeClr val="tx2"/>
                </a:solidFill>
              </a:defRPr>
            </a:lvl2pPr>
          </a:lstStyle>
          <a:p>
            <a:pPr lvl="0"/>
            <a:r>
              <a:rPr lang="fr-FR"/>
              <a:t>Titre du chapitre 01</a:t>
            </a:r>
            <a:br>
              <a:rPr lang="fr-FR"/>
            </a:br>
            <a:r>
              <a:rPr lang="fr-FR"/>
              <a:t>sur plusieurs lignes si nécessaire</a:t>
            </a:r>
          </a:p>
          <a:p>
            <a:pPr lvl="1"/>
            <a:r>
              <a:rPr lang="fr-FR"/>
              <a:t>Texte complémentaire au titre du chapitre </a:t>
            </a:r>
            <a:br>
              <a:rPr lang="fr-FR"/>
            </a:br>
            <a:r>
              <a:rPr lang="fr-FR"/>
              <a:t>sur plusieurs lignes si nécessaire</a:t>
            </a:r>
          </a:p>
          <a:p>
            <a:pPr lvl="0"/>
            <a:r>
              <a:rPr lang="fr-FR"/>
              <a:t>Titre du chapitre 02</a:t>
            </a:r>
            <a:br>
              <a:rPr lang="fr-FR"/>
            </a:br>
            <a:r>
              <a:rPr lang="fr-FR"/>
              <a:t>sur plusieurs lignes si nécessaire</a:t>
            </a:r>
          </a:p>
          <a:p>
            <a:pPr lvl="1"/>
            <a:r>
              <a:rPr lang="fr-FR"/>
              <a:t>Texte complémentaire au titre du chapitre </a:t>
            </a:r>
            <a:br>
              <a:rPr lang="fr-FR"/>
            </a:br>
            <a:r>
              <a:rPr lang="fr-FR"/>
              <a:t>sur plusieurs lignes si nécessaire</a:t>
            </a:r>
          </a:p>
          <a:p>
            <a:pPr lvl="0"/>
            <a:r>
              <a:rPr lang="fr-FR"/>
              <a:t>Titre du chapitre 03</a:t>
            </a:r>
            <a:br>
              <a:rPr lang="fr-FR"/>
            </a:br>
            <a:r>
              <a:rPr lang="fr-FR"/>
              <a:t>sur plusieurs lignes si nécessaire</a:t>
            </a:r>
          </a:p>
          <a:p>
            <a:pPr lvl="1"/>
            <a:r>
              <a:rPr lang="fr-FR"/>
              <a:t>Texte complémentaire au titre du chapitre </a:t>
            </a:r>
            <a:br>
              <a:rPr lang="fr-FR"/>
            </a:br>
            <a:r>
              <a:rPr lang="fr-FR"/>
              <a:t>sur plusieurs lignes si nécessaire</a:t>
            </a:r>
          </a:p>
          <a:p>
            <a:pPr lvl="0"/>
            <a:r>
              <a:rPr lang="fr-FR"/>
              <a:t>Titre du chapitre 04</a:t>
            </a:r>
            <a:br>
              <a:rPr lang="fr-FR"/>
            </a:br>
            <a:r>
              <a:rPr lang="fr-FR"/>
              <a:t>sur plusieurs lignes si nécessaire</a:t>
            </a:r>
          </a:p>
          <a:p>
            <a:pPr lvl="1"/>
            <a:r>
              <a:rPr lang="fr-FR"/>
              <a:t>Texte complémentaire au titre du chapitre </a:t>
            </a:r>
            <a:br>
              <a:rPr lang="fr-FR"/>
            </a:br>
            <a:r>
              <a:rPr lang="fr-FR"/>
              <a:t>sur plusieurs lignes si nécessaire</a:t>
            </a:r>
          </a:p>
        </p:txBody>
      </p:sp>
      <p:grpSp>
        <p:nvGrpSpPr>
          <p:cNvPr id="5" name="Graphique 107">
            <a:extLst>
              <a:ext uri="{FF2B5EF4-FFF2-40B4-BE49-F238E27FC236}">
                <a16:creationId xmlns:a16="http://schemas.microsoft.com/office/drawing/2014/main" id="{B29186C7-6B7B-1B5D-5558-D5AC8B987DA2}"/>
              </a:ext>
            </a:extLst>
          </p:cNvPr>
          <p:cNvGrpSpPr/>
          <p:nvPr userDrawn="1"/>
        </p:nvGrpSpPr>
        <p:grpSpPr>
          <a:xfrm>
            <a:off x="1568260" y="3101952"/>
            <a:ext cx="2942936" cy="654096"/>
            <a:chOff x="1526098" y="1657847"/>
            <a:chExt cx="1191189" cy="264757"/>
          </a:xfrm>
        </p:grpSpPr>
        <p:grpSp>
          <p:nvGrpSpPr>
            <p:cNvPr id="7" name="Graphique 107">
              <a:extLst>
                <a:ext uri="{FF2B5EF4-FFF2-40B4-BE49-F238E27FC236}">
                  <a16:creationId xmlns:a16="http://schemas.microsoft.com/office/drawing/2014/main" id="{5A3B2B98-9930-4394-6509-D364F8F3A956}"/>
                </a:ext>
              </a:extLst>
            </p:cNvPr>
            <p:cNvGrpSpPr/>
            <p:nvPr/>
          </p:nvGrpSpPr>
          <p:grpSpPr>
            <a:xfrm>
              <a:off x="1526098" y="1657847"/>
              <a:ext cx="1188982" cy="264757"/>
              <a:chOff x="1526098" y="1657847"/>
              <a:chExt cx="1188982" cy="264757"/>
            </a:xfrm>
          </p:grpSpPr>
          <p:sp>
            <p:nvSpPr>
              <p:cNvPr id="13" name="Forme libre : forme 12">
                <a:extLst>
                  <a:ext uri="{FF2B5EF4-FFF2-40B4-BE49-F238E27FC236}">
                    <a16:creationId xmlns:a16="http://schemas.microsoft.com/office/drawing/2014/main" id="{76E0E3D0-8E86-3731-34CB-5F20898B6FF1}"/>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4" name="Forme libre : forme 13">
                <a:extLst>
                  <a:ext uri="{FF2B5EF4-FFF2-40B4-BE49-F238E27FC236}">
                    <a16:creationId xmlns:a16="http://schemas.microsoft.com/office/drawing/2014/main" id="{5982FBD1-87C4-2047-59FF-E44A1A47E0DB}"/>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837986C3-9964-AA74-8837-B683E96A49DA}"/>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7AFEC114-8B60-774E-2C60-B00CA85B56C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7355528A-D365-0ACC-53BD-ED3CA49D1F84}"/>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D13284E5-C06D-7329-09C6-5AA1F93EAF5A}"/>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D335AD8B-32C0-95F2-7074-15F64839BD77}"/>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chemeClr val="tx2"/>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830E61A-1854-0A7A-550D-45064F9682DF}"/>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chemeClr val="tx2"/>
              </a:solidFill>
              <a:ln w="1467" cap="flat">
                <a:noFill/>
                <a:prstDash val="solid"/>
                <a:miter/>
              </a:ln>
            </p:spPr>
            <p:txBody>
              <a:bodyPr rtlCol="0" anchor="ctr"/>
              <a:lstStyle/>
              <a:p>
                <a:endParaRPr lang="en-US"/>
              </a:p>
            </p:txBody>
          </p:sp>
          <p:sp>
            <p:nvSpPr>
              <p:cNvPr id="11" name="Forme libre : forme 10">
                <a:extLst>
                  <a:ext uri="{FF2B5EF4-FFF2-40B4-BE49-F238E27FC236}">
                    <a16:creationId xmlns:a16="http://schemas.microsoft.com/office/drawing/2014/main" id="{C1D2BADC-7C9E-30D4-DA17-F94B4976DD62}"/>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chemeClr val="tx2"/>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CF146C0C-B6D6-8708-0CD8-50A38E66FA2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chemeClr val="tx2"/>
              </a:solidFill>
              <a:ln w="146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63419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ommaire [Graphiqu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6" name="Espace réservé du texte 6">
            <a:extLst>
              <a:ext uri="{FF2B5EF4-FFF2-40B4-BE49-F238E27FC236}">
                <a16:creationId xmlns:a16="http://schemas.microsoft.com/office/drawing/2014/main" id="{D5A98246-5BB5-C4BD-8153-0DAE46390F35}"/>
              </a:ext>
            </a:extLst>
          </p:cNvPr>
          <p:cNvSpPr>
            <a:spLocks noGrp="1"/>
          </p:cNvSpPr>
          <p:nvPr>
            <p:ph type="body" sz="quarter" idx="13" hasCustomPrompt="1"/>
          </p:nvPr>
        </p:nvSpPr>
        <p:spPr>
          <a:xfrm>
            <a:off x="2188906" y="1196101"/>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22" name="Espace réservé du texte 6">
            <a:extLst>
              <a:ext uri="{FF2B5EF4-FFF2-40B4-BE49-F238E27FC236}">
                <a16:creationId xmlns:a16="http://schemas.microsoft.com/office/drawing/2014/main" id="{E375D0E8-5951-BF26-9743-1E602FD5BB1B}"/>
              </a:ext>
            </a:extLst>
          </p:cNvPr>
          <p:cNvSpPr>
            <a:spLocks noGrp="1"/>
          </p:cNvSpPr>
          <p:nvPr>
            <p:ph type="body" sz="quarter" idx="24" hasCustomPrompt="1"/>
          </p:nvPr>
        </p:nvSpPr>
        <p:spPr>
          <a:xfrm>
            <a:off x="2188906" y="4423097"/>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24" name="Espace réservé du texte 6">
            <a:extLst>
              <a:ext uri="{FF2B5EF4-FFF2-40B4-BE49-F238E27FC236}">
                <a16:creationId xmlns:a16="http://schemas.microsoft.com/office/drawing/2014/main" id="{8530E4BA-DC8D-A3C7-E3ED-5037A7A9463F}"/>
              </a:ext>
            </a:extLst>
          </p:cNvPr>
          <p:cNvSpPr>
            <a:spLocks noGrp="1"/>
          </p:cNvSpPr>
          <p:nvPr>
            <p:ph type="body" sz="quarter" idx="26" hasCustomPrompt="1"/>
          </p:nvPr>
        </p:nvSpPr>
        <p:spPr>
          <a:xfrm>
            <a:off x="5865556" y="1196101"/>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28" name="Espace réservé du texte 6">
            <a:extLst>
              <a:ext uri="{FF2B5EF4-FFF2-40B4-BE49-F238E27FC236}">
                <a16:creationId xmlns:a16="http://schemas.microsoft.com/office/drawing/2014/main" id="{B17CEB53-CD40-2538-3719-BB6AD2C105E2}"/>
              </a:ext>
            </a:extLst>
          </p:cNvPr>
          <p:cNvSpPr>
            <a:spLocks noGrp="1"/>
          </p:cNvSpPr>
          <p:nvPr>
            <p:ph type="body" sz="quarter" idx="30" hasCustomPrompt="1"/>
          </p:nvPr>
        </p:nvSpPr>
        <p:spPr>
          <a:xfrm>
            <a:off x="5865556" y="4423097"/>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30" name="Espace réservé du texte 6">
            <a:extLst>
              <a:ext uri="{FF2B5EF4-FFF2-40B4-BE49-F238E27FC236}">
                <a16:creationId xmlns:a16="http://schemas.microsoft.com/office/drawing/2014/main" id="{5D7D6066-26E7-7FE0-6F67-D91C269364BB}"/>
              </a:ext>
            </a:extLst>
          </p:cNvPr>
          <p:cNvSpPr>
            <a:spLocks noGrp="1"/>
          </p:cNvSpPr>
          <p:nvPr>
            <p:ph type="body" sz="quarter" idx="32" hasCustomPrompt="1"/>
          </p:nvPr>
        </p:nvSpPr>
        <p:spPr>
          <a:xfrm>
            <a:off x="9523156" y="1196101"/>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34" name="Espace réservé du texte 6">
            <a:extLst>
              <a:ext uri="{FF2B5EF4-FFF2-40B4-BE49-F238E27FC236}">
                <a16:creationId xmlns:a16="http://schemas.microsoft.com/office/drawing/2014/main" id="{B080146E-9011-9417-3F6B-9A2A212F7071}"/>
              </a:ext>
            </a:extLst>
          </p:cNvPr>
          <p:cNvSpPr>
            <a:spLocks noGrp="1"/>
          </p:cNvSpPr>
          <p:nvPr>
            <p:ph type="body" sz="quarter" idx="36" hasCustomPrompt="1"/>
          </p:nvPr>
        </p:nvSpPr>
        <p:spPr>
          <a:xfrm>
            <a:off x="9523156" y="4423097"/>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grpSp>
        <p:nvGrpSpPr>
          <p:cNvPr id="35" name="Graphique 107">
            <a:extLst>
              <a:ext uri="{FF2B5EF4-FFF2-40B4-BE49-F238E27FC236}">
                <a16:creationId xmlns:a16="http://schemas.microsoft.com/office/drawing/2014/main" id="{4435C706-3465-153D-C292-75B99544CF4B}"/>
              </a:ext>
            </a:extLst>
          </p:cNvPr>
          <p:cNvGrpSpPr/>
          <p:nvPr userDrawn="1"/>
        </p:nvGrpSpPr>
        <p:grpSpPr>
          <a:xfrm>
            <a:off x="5657850" y="6431475"/>
            <a:ext cx="876300" cy="194766"/>
            <a:chOff x="1526098" y="1657847"/>
            <a:chExt cx="1191189" cy="264757"/>
          </a:xfrm>
          <a:solidFill>
            <a:schemeClr val="accent2"/>
          </a:solidFill>
        </p:grpSpPr>
        <p:grpSp>
          <p:nvGrpSpPr>
            <p:cNvPr id="36" name="Graphique 107">
              <a:extLst>
                <a:ext uri="{FF2B5EF4-FFF2-40B4-BE49-F238E27FC236}">
                  <a16:creationId xmlns:a16="http://schemas.microsoft.com/office/drawing/2014/main" id="{D7F186EB-9EC6-D951-E2BC-A9F4E40E945B}"/>
                </a:ext>
              </a:extLst>
            </p:cNvPr>
            <p:cNvGrpSpPr/>
            <p:nvPr/>
          </p:nvGrpSpPr>
          <p:grpSpPr>
            <a:xfrm>
              <a:off x="1526098" y="1657847"/>
              <a:ext cx="1188982" cy="264757"/>
              <a:chOff x="1526098" y="1657847"/>
              <a:chExt cx="1188982" cy="264757"/>
            </a:xfrm>
            <a:grpFill/>
          </p:grpSpPr>
          <p:sp>
            <p:nvSpPr>
              <p:cNvPr id="42" name="Forme libre : forme 41">
                <a:extLst>
                  <a:ext uri="{FF2B5EF4-FFF2-40B4-BE49-F238E27FC236}">
                    <a16:creationId xmlns:a16="http://schemas.microsoft.com/office/drawing/2014/main" id="{8A8BA1F7-864C-C621-04E0-5391AB663252}"/>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grpFill/>
              <a:ln w="1467" cap="flat">
                <a:noFill/>
                <a:prstDash val="solid"/>
                <a:miter/>
              </a:ln>
            </p:spPr>
            <p:txBody>
              <a:bodyPr rtlCol="0" anchor="ctr"/>
              <a:lstStyle/>
              <a:p>
                <a:endParaRPr lang="en-US"/>
              </a:p>
            </p:txBody>
          </p:sp>
          <p:sp>
            <p:nvSpPr>
              <p:cNvPr id="43" name="Forme libre : forme 42">
                <a:extLst>
                  <a:ext uri="{FF2B5EF4-FFF2-40B4-BE49-F238E27FC236}">
                    <a16:creationId xmlns:a16="http://schemas.microsoft.com/office/drawing/2014/main" id="{3C56D97A-59A1-6A3A-3DA6-FDCC477E1E85}"/>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grpFill/>
              <a:ln w="1467" cap="flat">
                <a:noFill/>
                <a:prstDash val="solid"/>
                <a:miter/>
              </a:ln>
            </p:spPr>
            <p:txBody>
              <a:bodyPr rtlCol="0" anchor="ctr"/>
              <a:lstStyle/>
              <a:p>
                <a:endParaRPr lang="en-US"/>
              </a:p>
            </p:txBody>
          </p:sp>
          <p:sp>
            <p:nvSpPr>
              <p:cNvPr id="44" name="Forme libre : forme 43">
                <a:extLst>
                  <a:ext uri="{FF2B5EF4-FFF2-40B4-BE49-F238E27FC236}">
                    <a16:creationId xmlns:a16="http://schemas.microsoft.com/office/drawing/2014/main" id="{3AC30BE3-7FF3-30D8-E6C7-B27C4489379E}"/>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chemeClr val="accent1"/>
              </a:solidFill>
              <a:ln w="1467" cap="flat">
                <a:noFill/>
                <a:prstDash val="solid"/>
                <a:miter/>
              </a:ln>
            </p:spPr>
            <p:txBody>
              <a:bodyPr rtlCol="0" anchor="ctr"/>
              <a:lstStyle/>
              <a:p>
                <a:endParaRPr lang="en-US"/>
              </a:p>
            </p:txBody>
          </p:sp>
          <p:sp>
            <p:nvSpPr>
              <p:cNvPr id="45" name="Forme libre : forme 44">
                <a:extLst>
                  <a:ext uri="{FF2B5EF4-FFF2-40B4-BE49-F238E27FC236}">
                    <a16:creationId xmlns:a16="http://schemas.microsoft.com/office/drawing/2014/main" id="{5ABAF396-81DB-7E3D-D68B-B8E4E1AD182A}"/>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chemeClr val="accent1"/>
              </a:solidFill>
              <a:ln w="1467" cap="flat">
                <a:noFill/>
                <a:prstDash val="solid"/>
                <a:miter/>
              </a:ln>
            </p:spPr>
            <p:txBody>
              <a:bodyPr rtlCol="0" anchor="ctr"/>
              <a:lstStyle/>
              <a:p>
                <a:endParaRPr lang="en-US"/>
              </a:p>
            </p:txBody>
          </p:sp>
          <p:sp>
            <p:nvSpPr>
              <p:cNvPr id="46" name="Forme libre : forme 45">
                <a:extLst>
                  <a:ext uri="{FF2B5EF4-FFF2-40B4-BE49-F238E27FC236}">
                    <a16:creationId xmlns:a16="http://schemas.microsoft.com/office/drawing/2014/main" id="{EF148A18-D2AB-5D52-A54D-A45F17727061}"/>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chemeClr val="accent1"/>
              </a:solidFill>
              <a:ln w="1467" cap="flat">
                <a:noFill/>
                <a:prstDash val="solid"/>
                <a:miter/>
              </a:ln>
            </p:spPr>
            <p:txBody>
              <a:bodyPr rtlCol="0" anchor="ctr"/>
              <a:lstStyle/>
              <a:p>
                <a:endParaRPr lang="en-US"/>
              </a:p>
            </p:txBody>
          </p:sp>
        </p:grpSp>
        <p:grpSp>
          <p:nvGrpSpPr>
            <p:cNvPr id="37" name="Graphique 107">
              <a:extLst>
                <a:ext uri="{FF2B5EF4-FFF2-40B4-BE49-F238E27FC236}">
                  <a16:creationId xmlns:a16="http://schemas.microsoft.com/office/drawing/2014/main" id="{2A912161-096D-CA2C-20A2-148FD65F0AC2}"/>
                </a:ext>
              </a:extLst>
            </p:cNvPr>
            <p:cNvGrpSpPr/>
            <p:nvPr/>
          </p:nvGrpSpPr>
          <p:grpSpPr>
            <a:xfrm>
              <a:off x="2468572" y="1844458"/>
              <a:ext cx="248716" cy="77705"/>
              <a:chOff x="2468572" y="1844458"/>
              <a:chExt cx="248716" cy="77705"/>
            </a:xfrm>
            <a:grpFill/>
          </p:grpSpPr>
          <p:sp>
            <p:nvSpPr>
              <p:cNvPr id="38" name="Forme libre : forme 37">
                <a:extLst>
                  <a:ext uri="{FF2B5EF4-FFF2-40B4-BE49-F238E27FC236}">
                    <a16:creationId xmlns:a16="http://schemas.microsoft.com/office/drawing/2014/main" id="{5661CAE0-2864-FBD6-6BB3-8C4891F1F8A7}"/>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10ED3B36-1314-501A-58FF-E0CFBD05B858}"/>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grpFill/>
              <a:ln w="1467"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880693DF-FD14-9D58-CD0F-006964EFE433}"/>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41" name="Forme libre : forme 40">
                <a:extLst>
                  <a:ext uri="{FF2B5EF4-FFF2-40B4-BE49-F238E27FC236}">
                    <a16:creationId xmlns:a16="http://schemas.microsoft.com/office/drawing/2014/main" id="{4AD42A51-B8CA-F8C9-795B-B86CCF7DC793}"/>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grpFill/>
              <a:ln w="1467" cap="flat">
                <a:noFill/>
                <a:prstDash val="solid"/>
                <a:miter/>
              </a:ln>
            </p:spPr>
            <p:txBody>
              <a:bodyPr rtlCol="0" anchor="ctr"/>
              <a:lstStyle/>
              <a:p>
                <a:endParaRPr lang="en-US"/>
              </a:p>
            </p:txBody>
          </p:sp>
        </p:grpSp>
      </p:grpSp>
      <p:sp>
        <p:nvSpPr>
          <p:cNvPr id="48" name="Espace réservé du texte 47">
            <a:extLst>
              <a:ext uri="{FF2B5EF4-FFF2-40B4-BE49-F238E27FC236}">
                <a16:creationId xmlns:a16="http://schemas.microsoft.com/office/drawing/2014/main" id="{FE6B947B-2B7A-745D-C1C8-C74C05FDB7B0}"/>
              </a:ext>
            </a:extLst>
          </p:cNvPr>
          <p:cNvSpPr>
            <a:spLocks noGrp="1"/>
          </p:cNvSpPr>
          <p:nvPr>
            <p:ph type="body" sz="quarter" idx="37" hasCustomPrompt="1"/>
          </p:nvPr>
        </p:nvSpPr>
        <p:spPr>
          <a:xfrm>
            <a:off x="1660980" y="1196101"/>
            <a:ext cx="516168" cy="609398"/>
          </a:xfrm>
        </p:spPr>
        <p:txBody>
          <a:bodyPr wrap="none" anchor="b" anchorCtr="0">
            <a:spAutoFit/>
          </a:bodyPr>
          <a:lstStyle>
            <a:lvl1pPr marL="0" indent="0" algn="r">
              <a:buNone/>
              <a:defRPr sz="4400">
                <a:solidFill>
                  <a:schemeClr val="accent1"/>
                </a:solidFill>
              </a:defRPr>
            </a:lvl1pPr>
          </a:lstStyle>
          <a:p>
            <a:pPr lvl="0"/>
            <a:r>
              <a:rPr lang="fr-FR"/>
              <a:t>01</a:t>
            </a:r>
            <a:endParaRPr lang="en-US"/>
          </a:p>
        </p:txBody>
      </p:sp>
      <p:sp>
        <p:nvSpPr>
          <p:cNvPr id="49" name="Espace réservé du texte 47">
            <a:extLst>
              <a:ext uri="{FF2B5EF4-FFF2-40B4-BE49-F238E27FC236}">
                <a16:creationId xmlns:a16="http://schemas.microsoft.com/office/drawing/2014/main" id="{C8B5C4C2-EAF2-A8BC-B1C8-2D572EF3FC11}"/>
              </a:ext>
            </a:extLst>
          </p:cNvPr>
          <p:cNvSpPr>
            <a:spLocks noGrp="1"/>
          </p:cNvSpPr>
          <p:nvPr>
            <p:ph type="body" sz="quarter" idx="38" hasCustomPrompt="1"/>
          </p:nvPr>
        </p:nvSpPr>
        <p:spPr>
          <a:xfrm>
            <a:off x="5202441" y="1196101"/>
            <a:ext cx="639599" cy="609398"/>
          </a:xfrm>
        </p:spPr>
        <p:txBody>
          <a:bodyPr wrap="none" anchor="b" anchorCtr="0">
            <a:spAutoFit/>
          </a:bodyPr>
          <a:lstStyle>
            <a:lvl1pPr marL="0" indent="0" algn="r">
              <a:buNone/>
              <a:defRPr sz="4400">
                <a:solidFill>
                  <a:schemeClr val="accent1"/>
                </a:solidFill>
              </a:defRPr>
            </a:lvl1pPr>
          </a:lstStyle>
          <a:p>
            <a:pPr lvl="0"/>
            <a:r>
              <a:rPr lang="fr-FR"/>
              <a:t>02</a:t>
            </a:r>
            <a:endParaRPr lang="en-US"/>
          </a:p>
        </p:txBody>
      </p:sp>
      <p:sp>
        <p:nvSpPr>
          <p:cNvPr id="50" name="Espace réservé du texte 47">
            <a:extLst>
              <a:ext uri="{FF2B5EF4-FFF2-40B4-BE49-F238E27FC236}">
                <a16:creationId xmlns:a16="http://schemas.microsoft.com/office/drawing/2014/main" id="{165D0BFE-3D5B-A027-E666-A9285DD26784}"/>
              </a:ext>
            </a:extLst>
          </p:cNvPr>
          <p:cNvSpPr>
            <a:spLocks noGrp="1"/>
          </p:cNvSpPr>
          <p:nvPr>
            <p:ph type="body" sz="quarter" idx="39" hasCustomPrompt="1"/>
          </p:nvPr>
        </p:nvSpPr>
        <p:spPr>
          <a:xfrm>
            <a:off x="8882901" y="1196101"/>
            <a:ext cx="652423" cy="609398"/>
          </a:xfrm>
        </p:spPr>
        <p:txBody>
          <a:bodyPr wrap="none" anchor="b" anchorCtr="0">
            <a:spAutoFit/>
          </a:bodyPr>
          <a:lstStyle>
            <a:lvl1pPr marL="0" indent="0" algn="r">
              <a:buNone/>
              <a:defRPr sz="4400">
                <a:solidFill>
                  <a:schemeClr val="accent1"/>
                </a:solidFill>
              </a:defRPr>
            </a:lvl1pPr>
          </a:lstStyle>
          <a:p>
            <a:pPr lvl="0"/>
            <a:r>
              <a:rPr lang="fr-FR"/>
              <a:t>03</a:t>
            </a:r>
            <a:endParaRPr lang="en-US"/>
          </a:p>
        </p:txBody>
      </p:sp>
      <p:sp>
        <p:nvSpPr>
          <p:cNvPr id="51" name="Espace réservé du texte 47">
            <a:extLst>
              <a:ext uri="{FF2B5EF4-FFF2-40B4-BE49-F238E27FC236}">
                <a16:creationId xmlns:a16="http://schemas.microsoft.com/office/drawing/2014/main" id="{4DD9E2C5-D802-6D41-DD73-ABBFD52E4899}"/>
              </a:ext>
            </a:extLst>
          </p:cNvPr>
          <p:cNvSpPr>
            <a:spLocks noGrp="1"/>
          </p:cNvSpPr>
          <p:nvPr>
            <p:ph type="body" sz="quarter" idx="40" hasCustomPrompt="1"/>
          </p:nvPr>
        </p:nvSpPr>
        <p:spPr>
          <a:xfrm>
            <a:off x="1497344" y="4416527"/>
            <a:ext cx="689291" cy="609398"/>
          </a:xfrm>
        </p:spPr>
        <p:txBody>
          <a:bodyPr wrap="none" anchor="b" anchorCtr="0">
            <a:spAutoFit/>
          </a:bodyPr>
          <a:lstStyle>
            <a:lvl1pPr marL="0" indent="0" algn="r">
              <a:buNone/>
              <a:defRPr sz="4400">
                <a:solidFill>
                  <a:schemeClr val="accent1"/>
                </a:solidFill>
              </a:defRPr>
            </a:lvl1pPr>
          </a:lstStyle>
          <a:p>
            <a:pPr lvl="0"/>
            <a:r>
              <a:rPr lang="fr-FR"/>
              <a:t>04</a:t>
            </a:r>
            <a:endParaRPr lang="en-US"/>
          </a:p>
        </p:txBody>
      </p:sp>
      <p:sp>
        <p:nvSpPr>
          <p:cNvPr id="52" name="Espace réservé du texte 47">
            <a:extLst>
              <a:ext uri="{FF2B5EF4-FFF2-40B4-BE49-F238E27FC236}">
                <a16:creationId xmlns:a16="http://schemas.microsoft.com/office/drawing/2014/main" id="{1D7DDCB3-8A84-FE57-BFF1-617AFCEDA7E4}"/>
              </a:ext>
            </a:extLst>
          </p:cNvPr>
          <p:cNvSpPr>
            <a:spLocks noGrp="1"/>
          </p:cNvSpPr>
          <p:nvPr>
            <p:ph type="body" sz="quarter" idx="41" hasCustomPrompt="1"/>
          </p:nvPr>
        </p:nvSpPr>
        <p:spPr>
          <a:xfrm>
            <a:off x="5202441" y="4416527"/>
            <a:ext cx="655629" cy="609398"/>
          </a:xfrm>
        </p:spPr>
        <p:txBody>
          <a:bodyPr wrap="none" anchor="b" anchorCtr="0">
            <a:spAutoFit/>
          </a:bodyPr>
          <a:lstStyle>
            <a:lvl1pPr marL="0" indent="0" algn="r">
              <a:buNone/>
              <a:defRPr sz="4400">
                <a:solidFill>
                  <a:schemeClr val="accent1"/>
                </a:solidFill>
              </a:defRPr>
            </a:lvl1pPr>
          </a:lstStyle>
          <a:p>
            <a:pPr lvl="0"/>
            <a:r>
              <a:rPr lang="fr-FR"/>
              <a:t>05</a:t>
            </a:r>
            <a:endParaRPr lang="en-US"/>
          </a:p>
        </p:txBody>
      </p:sp>
      <p:sp>
        <p:nvSpPr>
          <p:cNvPr id="53" name="Espace réservé du texte 47">
            <a:extLst>
              <a:ext uri="{FF2B5EF4-FFF2-40B4-BE49-F238E27FC236}">
                <a16:creationId xmlns:a16="http://schemas.microsoft.com/office/drawing/2014/main" id="{16C9FAC1-9FF7-4EF7-A769-46EB0825F116}"/>
              </a:ext>
            </a:extLst>
          </p:cNvPr>
          <p:cNvSpPr>
            <a:spLocks noGrp="1"/>
          </p:cNvSpPr>
          <p:nvPr>
            <p:ph type="body" sz="quarter" idx="42" hasCustomPrompt="1"/>
          </p:nvPr>
        </p:nvSpPr>
        <p:spPr>
          <a:xfrm>
            <a:off x="8847728" y="4416527"/>
            <a:ext cx="668453" cy="609398"/>
          </a:xfrm>
        </p:spPr>
        <p:txBody>
          <a:bodyPr wrap="none" anchor="b" anchorCtr="0">
            <a:spAutoFit/>
          </a:bodyPr>
          <a:lstStyle>
            <a:lvl1pPr marL="0" indent="0" algn="r">
              <a:buNone/>
              <a:defRPr sz="4400">
                <a:solidFill>
                  <a:schemeClr val="accent1"/>
                </a:solidFill>
              </a:defRPr>
            </a:lvl1pPr>
          </a:lstStyle>
          <a:p>
            <a:pPr lvl="0"/>
            <a:r>
              <a:rPr lang="fr-FR"/>
              <a:t>06</a:t>
            </a:r>
            <a:endParaRPr lang="en-US"/>
          </a:p>
        </p:txBody>
      </p:sp>
      <p:sp>
        <p:nvSpPr>
          <p:cNvPr id="2" name="Espace réservé du texte 18">
            <a:extLst>
              <a:ext uri="{FF2B5EF4-FFF2-40B4-BE49-F238E27FC236}">
                <a16:creationId xmlns:a16="http://schemas.microsoft.com/office/drawing/2014/main" id="{1543CA6B-F2F8-0E99-313D-7F4D7F0B4309}"/>
              </a:ext>
            </a:extLst>
          </p:cNvPr>
          <p:cNvSpPr>
            <a:spLocks noGrp="1"/>
          </p:cNvSpPr>
          <p:nvPr>
            <p:ph type="body" sz="quarter" idx="18" hasCustomPrompt="1"/>
          </p:nvPr>
        </p:nvSpPr>
        <p:spPr>
          <a:xfrm rot="16200000">
            <a:off x="-3148218" y="2736503"/>
            <a:ext cx="7232749" cy="1384995"/>
          </a:xfrm>
        </p:spPr>
        <p:txBody>
          <a:bodyPr wrap="none">
            <a:spAutoFit/>
          </a:bodyPr>
          <a:lstStyle>
            <a:lvl1pPr marL="0" indent="0" algn="ctr">
              <a:spcBef>
                <a:spcPts val="1800"/>
              </a:spcBef>
              <a:buNone/>
              <a:defRPr sz="9800" cap="all" baseline="0">
                <a:ln>
                  <a:gradFill flip="none" rotWithShape="1">
                    <a:gsLst>
                      <a:gs pos="0">
                        <a:schemeClr val="accent1"/>
                      </a:gs>
                      <a:gs pos="77000">
                        <a:schemeClr val="accent1">
                          <a:alpha val="0"/>
                        </a:schemeClr>
                      </a:gs>
                    </a:gsLst>
                    <a:lin ang="5400000" scaled="1"/>
                    <a:tileRect/>
                  </a:gradFill>
                </a:ln>
                <a:noFill/>
                <a:latin typeface="+mj-lt"/>
              </a:defRPr>
            </a:lvl1pPr>
          </a:lstStyle>
          <a:p>
            <a:pPr lvl="0"/>
            <a:r>
              <a:rPr lang="fr-FR"/>
              <a:t>SOMMAIRE</a:t>
            </a:r>
          </a:p>
        </p:txBody>
      </p:sp>
    </p:spTree>
    <p:extLst>
      <p:ext uri="{BB962C8B-B14F-4D97-AF65-F5344CB8AC3E}">
        <p14:creationId xmlns:p14="http://schemas.microsoft.com/office/powerpoint/2010/main" val="2533360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i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capture d’écran, Caractère coloré, léger, art&#10;&#10;Description générée automatiquement">
            <a:extLst>
              <a:ext uri="{FF2B5EF4-FFF2-40B4-BE49-F238E27FC236}">
                <a16:creationId xmlns:a16="http://schemas.microsoft.com/office/drawing/2014/main" id="{AF86D8D9-852E-16A5-1274-7B13C097AAE5}"/>
              </a:ext>
            </a:extLst>
          </p:cNvPr>
          <p:cNvPicPr>
            <a:picLocks noChangeAspect="1"/>
          </p:cNvPicPr>
          <p:nvPr userDrawn="1"/>
        </p:nvPicPr>
        <p:blipFill rotWithShape="1">
          <a:blip r:embed="rId2" cstate="screen">
            <a:alphaModFix/>
            <a:extLst>
              <a:ext uri="{28A0092B-C50C-407E-A947-70E740481C1C}">
                <a14:useLocalDpi xmlns:a14="http://schemas.microsoft.com/office/drawing/2010/main" val="0"/>
              </a:ext>
            </a:extLst>
          </a:blip>
          <a:srcRect/>
          <a:stretch/>
        </p:blipFill>
        <p:spPr>
          <a:xfrm>
            <a:off x="334224" y="1123950"/>
            <a:ext cx="5029202" cy="4610100"/>
          </a:xfrm>
          <a:prstGeom prst="rect">
            <a:avLst/>
          </a:prstGeom>
        </p:spPr>
      </p:pic>
      <p:sp>
        <p:nvSpPr>
          <p:cNvPr id="8" name="Espace réservé du texte 7">
            <a:extLst>
              <a:ext uri="{FF2B5EF4-FFF2-40B4-BE49-F238E27FC236}">
                <a16:creationId xmlns:a16="http://schemas.microsoft.com/office/drawing/2014/main" id="{CD522C90-0381-0F91-D7C5-A3E329678568}"/>
              </a:ext>
            </a:extLst>
          </p:cNvPr>
          <p:cNvSpPr>
            <a:spLocks noGrp="1"/>
          </p:cNvSpPr>
          <p:nvPr>
            <p:ph type="body" sz="quarter" idx="10" hasCustomPrompt="1"/>
          </p:nvPr>
        </p:nvSpPr>
        <p:spPr>
          <a:xfrm>
            <a:off x="1455788" y="2078832"/>
            <a:ext cx="2786074" cy="2700337"/>
          </a:xfrm>
        </p:spPr>
        <p:txBody>
          <a:bodyPr rIns="144000" anchor="ctr">
            <a:noAutofit/>
          </a:bodyPr>
          <a:lstStyle>
            <a:lvl1pPr marL="0" indent="0" algn="ctr">
              <a:buNone/>
              <a:defRPr sz="16600">
                <a:gradFill>
                  <a:gsLst>
                    <a:gs pos="3000">
                      <a:schemeClr val="tx2"/>
                    </a:gs>
                    <a:gs pos="100000">
                      <a:schemeClr val="accent1"/>
                    </a:gs>
                  </a:gsLst>
                  <a:lin ang="18900000" scaled="1"/>
                </a:gradFill>
              </a:defRPr>
            </a:lvl1pPr>
            <a:lvl2pPr marL="285750" indent="-285750" algn="ctr">
              <a:buFont typeface="Arial" panose="020B0604020202020204" pitchFamily="34" charset="0"/>
              <a:buChar char=" "/>
              <a:defRPr sz="3200">
                <a:solidFill>
                  <a:schemeClr val="bg1"/>
                </a:solidFill>
              </a:defRPr>
            </a:lvl2pPr>
          </a:lstStyle>
          <a:p>
            <a:pPr lvl="0"/>
            <a:r>
              <a:rPr lang="fr-FR"/>
              <a:t>01</a:t>
            </a:r>
          </a:p>
        </p:txBody>
      </p:sp>
      <p:sp>
        <p:nvSpPr>
          <p:cNvPr id="9" name="Espace réservé du texte 25">
            <a:extLst>
              <a:ext uri="{FF2B5EF4-FFF2-40B4-BE49-F238E27FC236}">
                <a16:creationId xmlns:a16="http://schemas.microsoft.com/office/drawing/2014/main" id="{6139E8A3-3E91-325E-5902-5301B5DF1FB9}"/>
              </a:ext>
            </a:extLst>
          </p:cNvPr>
          <p:cNvSpPr>
            <a:spLocks noGrp="1"/>
          </p:cNvSpPr>
          <p:nvPr>
            <p:ph type="body" sz="quarter" idx="19" hasCustomPrompt="1"/>
          </p:nvPr>
        </p:nvSpPr>
        <p:spPr>
          <a:xfrm>
            <a:off x="6105305" y="2898396"/>
            <a:ext cx="5751336" cy="1495794"/>
          </a:xfrm>
        </p:spPr>
        <p:txBody>
          <a:bodyPr lIns="144000" anchor="ctr">
            <a:spAutoFit/>
          </a:bodyPr>
          <a:lstStyle>
            <a:lvl1pPr>
              <a:spcBef>
                <a:spcPts val="0"/>
              </a:spcBef>
              <a:defRPr sz="3600">
                <a:gradFill>
                  <a:gsLst>
                    <a:gs pos="3000">
                      <a:schemeClr val="accent2"/>
                    </a:gs>
                    <a:gs pos="100000">
                      <a:schemeClr val="accent1"/>
                    </a:gs>
                  </a:gsLst>
                  <a:lin ang="18900000" scaled="1"/>
                </a:gradFill>
              </a:defRPr>
            </a:lvl1pPr>
            <a:lvl2pPr>
              <a:spcBef>
                <a:spcPts val="1200"/>
              </a:spcBef>
              <a:defRPr sz="2000">
                <a:solidFill>
                  <a:schemeClr val="bg1">
                    <a:alpha val="50000"/>
                  </a:schemeClr>
                </a:solidFill>
              </a:defRPr>
            </a:lvl2pPr>
          </a:lstStyle>
          <a:p>
            <a:pPr lvl="0"/>
            <a:r>
              <a:rPr lang="fr-FR"/>
              <a:t>Titre du chapitre 01</a:t>
            </a:r>
            <a:br>
              <a:rPr lang="fr-FR"/>
            </a:br>
            <a:r>
              <a:rPr lang="fr-FR"/>
              <a:t>sur plusieurs lignes </a:t>
            </a:r>
            <a:br>
              <a:rPr lang="fr-FR"/>
            </a:br>
            <a:r>
              <a:rPr lang="fr-FR"/>
              <a:t>si nécessaire</a:t>
            </a:r>
          </a:p>
        </p:txBody>
      </p:sp>
    </p:spTree>
    <p:extLst>
      <p:ext uri="{BB962C8B-B14F-4D97-AF65-F5344CB8AC3E}">
        <p14:creationId xmlns:p14="http://schemas.microsoft.com/office/powerpoint/2010/main" val="2523867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 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1103289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508422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 txt [2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4" y="1700213"/>
            <a:ext cx="5302308"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a:t>
            </a:r>
          </a:p>
          <a:p>
            <a:pPr lvl="1"/>
            <a:r>
              <a:rPr lang="fr-FR"/>
              <a:t>Cliquez ici pour ajouter votre texte de niveau 02. Lorem ipsum dolor sit amet, consectetuer adipiscing elit. Maecenas porttitor congue massa. Fusce posuere, magna sed pulvinar ultricies, purus lectus malesuada</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8" name="Espace réservé du texte 8">
            <a:extLst>
              <a:ext uri="{FF2B5EF4-FFF2-40B4-BE49-F238E27FC236}">
                <a16:creationId xmlns:a16="http://schemas.microsoft.com/office/drawing/2014/main" id="{805AA651-35B5-A028-61BB-B09802E78EB5}"/>
              </a:ext>
            </a:extLst>
          </p:cNvPr>
          <p:cNvSpPr>
            <a:spLocks noGrp="1"/>
          </p:cNvSpPr>
          <p:nvPr>
            <p:ph type="body" sz="quarter" idx="17" hasCustomPrompt="1"/>
          </p:nvPr>
        </p:nvSpPr>
        <p:spPr>
          <a:xfrm>
            <a:off x="6254874" y="1700213"/>
            <a:ext cx="5302308"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a:t>
            </a:r>
          </a:p>
          <a:p>
            <a:pPr lvl="1"/>
            <a:r>
              <a:rPr lang="fr-FR"/>
              <a:t>Cliquez ici pour ajouter votre texte de niveau 02. Lorem ipsum dolor sit amet, consectetuer adipiscing elit. Maecenas porttitor congue massa. Fusce posuere, magna sed pulvinar ultricies, purus lectus malesuada</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Tree>
    <p:extLst>
      <p:ext uri="{BB962C8B-B14F-4D97-AF65-F5344CB8AC3E}">
        <p14:creationId xmlns:p14="http://schemas.microsoft.com/office/powerpoint/2010/main" val="1371051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 txt [3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solidFill>
                  <a:schemeClr val="tx1"/>
                </a:solidFill>
              </a:defRPr>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4" y="1700213"/>
            <a:ext cx="3380105" cy="4608512"/>
          </a:xfrm>
        </p:spPr>
        <p:txBody>
          <a:bodyPr/>
          <a:lstStyle>
            <a:lvl2pPr>
              <a:defRPr/>
            </a:lvl2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14" name="Espace réservé du texte 8">
            <a:extLst>
              <a:ext uri="{FF2B5EF4-FFF2-40B4-BE49-F238E27FC236}">
                <a16:creationId xmlns:a16="http://schemas.microsoft.com/office/drawing/2014/main" id="{B80D2995-1FAB-54AE-A6C0-AEA751624D37}"/>
              </a:ext>
            </a:extLst>
          </p:cNvPr>
          <p:cNvSpPr>
            <a:spLocks noGrp="1"/>
          </p:cNvSpPr>
          <p:nvPr>
            <p:ph type="body" sz="quarter" idx="17" hasCustomPrompt="1"/>
          </p:nvPr>
        </p:nvSpPr>
        <p:spPr>
          <a:xfrm>
            <a:off x="4314525" y="1700213"/>
            <a:ext cx="3380105" cy="4608512"/>
          </a:xfrm>
        </p:spPr>
        <p:txBody>
          <a:bodyPr/>
          <a:lstStyle>
            <a:lvl2pPr>
              <a:defRPr/>
            </a:lvl2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5" name="Espace réservé du texte 8">
            <a:extLst>
              <a:ext uri="{FF2B5EF4-FFF2-40B4-BE49-F238E27FC236}">
                <a16:creationId xmlns:a16="http://schemas.microsoft.com/office/drawing/2014/main" id="{1A4F5879-1531-095B-FF7D-EC153DE2A4D5}"/>
              </a:ext>
            </a:extLst>
          </p:cNvPr>
          <p:cNvSpPr>
            <a:spLocks noGrp="1"/>
          </p:cNvSpPr>
          <p:nvPr>
            <p:ph type="body" sz="quarter" idx="18" hasCustomPrompt="1"/>
          </p:nvPr>
        </p:nvSpPr>
        <p:spPr>
          <a:xfrm>
            <a:off x="8164757" y="1700213"/>
            <a:ext cx="3380105" cy="4608512"/>
          </a:xfrm>
        </p:spPr>
        <p:txBody>
          <a:bodyPr/>
          <a:lstStyle>
            <a:lvl2pPr>
              <a:defRPr/>
            </a:lvl2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Tree>
    <p:extLst>
      <p:ext uri="{BB962C8B-B14F-4D97-AF65-F5344CB8AC3E}">
        <p14:creationId xmlns:p14="http://schemas.microsoft.com/office/powerpoint/2010/main" val="1899992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 txt [4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5"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17" name="Espace réservé du texte 8">
            <a:extLst>
              <a:ext uri="{FF2B5EF4-FFF2-40B4-BE49-F238E27FC236}">
                <a16:creationId xmlns:a16="http://schemas.microsoft.com/office/drawing/2014/main" id="{8A061F27-CB7A-E366-FFFD-52059B3DD58C}"/>
              </a:ext>
            </a:extLst>
          </p:cNvPr>
          <p:cNvSpPr>
            <a:spLocks noGrp="1"/>
          </p:cNvSpPr>
          <p:nvPr>
            <p:ph type="body" sz="quarter" idx="17" hasCustomPrompt="1"/>
          </p:nvPr>
        </p:nvSpPr>
        <p:spPr>
          <a:xfrm>
            <a:off x="3350216"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8" name="Espace réservé du texte 8">
            <a:extLst>
              <a:ext uri="{FF2B5EF4-FFF2-40B4-BE49-F238E27FC236}">
                <a16:creationId xmlns:a16="http://schemas.microsoft.com/office/drawing/2014/main" id="{522EFFB4-2221-BB1E-1912-E7F15232CEC6}"/>
              </a:ext>
            </a:extLst>
          </p:cNvPr>
          <p:cNvSpPr>
            <a:spLocks noGrp="1"/>
          </p:cNvSpPr>
          <p:nvPr>
            <p:ph type="body" sz="quarter" idx="18" hasCustomPrompt="1"/>
          </p:nvPr>
        </p:nvSpPr>
        <p:spPr>
          <a:xfrm>
            <a:off x="6224934"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9" name="Espace réservé du texte 8">
            <a:extLst>
              <a:ext uri="{FF2B5EF4-FFF2-40B4-BE49-F238E27FC236}">
                <a16:creationId xmlns:a16="http://schemas.microsoft.com/office/drawing/2014/main" id="{8B9DE20A-1538-6AFE-A01D-45685A2A8DC6}"/>
              </a:ext>
            </a:extLst>
          </p:cNvPr>
          <p:cNvSpPr>
            <a:spLocks noGrp="1"/>
          </p:cNvSpPr>
          <p:nvPr>
            <p:ph type="body" sz="quarter" idx="19" hasCustomPrompt="1"/>
          </p:nvPr>
        </p:nvSpPr>
        <p:spPr>
          <a:xfrm>
            <a:off x="9114186"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Tree>
    <p:extLst>
      <p:ext uri="{BB962C8B-B14F-4D97-AF65-F5344CB8AC3E}">
        <p14:creationId xmlns:p14="http://schemas.microsoft.com/office/powerpoint/2010/main" val="1879164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 Txt + MeA Chiffres">
    <p:spTree>
      <p:nvGrpSpPr>
        <p:cNvPr id="1" name=""/>
        <p:cNvGrpSpPr/>
        <p:nvPr/>
      </p:nvGrpSpPr>
      <p:grpSpPr>
        <a:xfrm>
          <a:off x="0" y="0"/>
          <a:ext cx="0" cy="0"/>
          <a:chOff x="0" y="0"/>
          <a:chExt cx="0" cy="0"/>
        </a:xfrm>
      </p:grpSpPr>
      <p:sp>
        <p:nvSpPr>
          <p:cNvPr id="3" name="Espace réservé du texte 8">
            <a:extLst>
              <a:ext uri="{FF2B5EF4-FFF2-40B4-BE49-F238E27FC236}">
                <a16:creationId xmlns:a16="http://schemas.microsoft.com/office/drawing/2014/main" id="{C5EE9323-7AF2-B1AA-7CA0-D6C06A27BCD7}"/>
              </a:ext>
            </a:extLst>
          </p:cNvPr>
          <p:cNvSpPr>
            <a:spLocks noGrp="1"/>
          </p:cNvSpPr>
          <p:nvPr>
            <p:ph type="body" sz="quarter" idx="17" hasCustomPrompt="1"/>
          </p:nvPr>
        </p:nvSpPr>
        <p:spPr>
          <a:xfrm>
            <a:off x="8976321" y="0"/>
            <a:ext cx="2932310" cy="6858000"/>
          </a:xfrm>
          <a:gradFill>
            <a:gsLst>
              <a:gs pos="3000">
                <a:srgbClr val="4B3249"/>
              </a:gs>
              <a:gs pos="99000">
                <a:schemeClr val="accent1"/>
              </a:gs>
            </a:gsLst>
            <a:lin ang="18900000" scaled="1"/>
          </a:gradFill>
        </p:spPr>
        <p:txBody>
          <a:bodyPr lIns="396000" anchor="ctr">
            <a:noAutofit/>
          </a:bodyPr>
          <a:lstStyle>
            <a:lvl1pPr>
              <a:spcBef>
                <a:spcPts val="3000"/>
              </a:spcBef>
              <a:defRPr>
                <a:solidFill>
                  <a:schemeClr val="bg1"/>
                </a:solidFill>
              </a:defRPr>
            </a:lvl1pPr>
            <a:lvl2pPr marL="179388" indent="-179388">
              <a:spcBef>
                <a:spcPts val="0"/>
              </a:spcBef>
              <a:buFont typeface="Arial" panose="020B0604020202020204" pitchFamily="34" charset="0"/>
              <a:buChar char=" "/>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1"/>
            <a:endParaRPr lang="fr-F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7596845" cy="498598"/>
          </a:xfrm>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7596845"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779253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lvl1pPr>
              <a:defRPr>
                <a:solidFill>
                  <a:schemeClr val="tx1">
                    <a:alpha val="70000"/>
                  </a:schemeClr>
                </a:solidFill>
              </a:defRPr>
            </a:lvl1pPr>
          </a:lstStyle>
          <a:p>
            <a:r>
              <a:rPr lang="fr-FR"/>
              <a:t>Titre du document //  Niveau de confidentialité // Interne/Externe</a:t>
            </a:r>
          </a:p>
        </p:txBody>
      </p:sp>
    </p:spTree>
    <p:extLst>
      <p:ext uri="{BB962C8B-B14F-4D97-AF65-F5344CB8AC3E}">
        <p14:creationId xmlns:p14="http://schemas.microsoft.com/office/powerpoint/2010/main" val="229989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 Txt + MeA Graphique [Orange]">
    <p:spTree>
      <p:nvGrpSpPr>
        <p:cNvPr id="1" name=""/>
        <p:cNvGrpSpPr/>
        <p:nvPr/>
      </p:nvGrpSpPr>
      <p:grpSpPr>
        <a:xfrm>
          <a:off x="0" y="0"/>
          <a:ext cx="0" cy="0"/>
          <a:chOff x="0" y="0"/>
          <a:chExt cx="0" cy="0"/>
        </a:xfrm>
      </p:grpSpPr>
      <p:sp>
        <p:nvSpPr>
          <p:cNvPr id="3" name="Espace réservé du texte 8">
            <a:extLst>
              <a:ext uri="{FF2B5EF4-FFF2-40B4-BE49-F238E27FC236}">
                <a16:creationId xmlns:a16="http://schemas.microsoft.com/office/drawing/2014/main" id="{C5EE9323-7AF2-B1AA-7CA0-D6C06A27BCD7}"/>
              </a:ext>
            </a:extLst>
          </p:cNvPr>
          <p:cNvSpPr>
            <a:spLocks noGrp="1"/>
          </p:cNvSpPr>
          <p:nvPr>
            <p:ph type="body" sz="quarter" idx="17" hasCustomPrompt="1"/>
          </p:nvPr>
        </p:nvSpPr>
        <p:spPr>
          <a:xfrm>
            <a:off x="7392144" y="0"/>
            <a:ext cx="4516487" cy="6858000"/>
          </a:xfrm>
          <a:solidFill>
            <a:schemeClr val="accent1"/>
          </a:solidFill>
        </p:spPr>
        <p:txBody>
          <a:bodyPr lIns="396000" anchor="ctr">
            <a:noAutofit/>
          </a:bodyPr>
          <a:lstStyle>
            <a:lvl1pPr>
              <a:spcBef>
                <a:spcPts val="3000"/>
              </a:spcBef>
              <a:defRPr>
                <a:solidFill>
                  <a:schemeClr val="bg1"/>
                </a:solidFill>
              </a:defRPr>
            </a:lvl1pPr>
            <a:lvl2pPr marL="179388" indent="-179388">
              <a:spcBef>
                <a:spcPts val="0"/>
              </a:spcBef>
              <a:buFont typeface="Arial" panose="020B0604020202020204" pitchFamily="34" charset="0"/>
              <a:buChar char=" "/>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fr-FR"/>
              <a:t> </a:t>
            </a: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6156685" cy="498598"/>
          </a:xfrm>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6156685"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635237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6" name="Espace réservé du graphique 5">
            <a:extLst>
              <a:ext uri="{FF2B5EF4-FFF2-40B4-BE49-F238E27FC236}">
                <a16:creationId xmlns:a16="http://schemas.microsoft.com/office/drawing/2014/main" id="{1CB11986-4EE1-B99F-106E-C5E7F70A9885}"/>
              </a:ext>
            </a:extLst>
          </p:cNvPr>
          <p:cNvSpPr>
            <a:spLocks noGrp="1"/>
          </p:cNvSpPr>
          <p:nvPr>
            <p:ph type="chart" sz="quarter" idx="18" hasCustomPrompt="1"/>
          </p:nvPr>
        </p:nvSpPr>
        <p:spPr>
          <a:xfrm>
            <a:off x="7807274" y="1700213"/>
            <a:ext cx="3686226" cy="4608512"/>
          </a:xfrm>
        </p:spPr>
        <p:txBody>
          <a:bodyPr/>
          <a:lstStyle>
            <a:lvl1pPr>
              <a:defRPr/>
            </a:lvl1pPr>
          </a:lstStyle>
          <a:p>
            <a:r>
              <a:rPr lang="en-US"/>
              <a:t> </a:t>
            </a:r>
          </a:p>
        </p:txBody>
      </p:sp>
    </p:spTree>
    <p:extLst>
      <p:ext uri="{BB962C8B-B14F-4D97-AF65-F5344CB8AC3E}">
        <p14:creationId xmlns:p14="http://schemas.microsoft.com/office/powerpoint/2010/main" val="3866517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 Txt + MeA Graphique [Bleu]">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47A7CD90-838E-9254-FE49-695204C2B730}"/>
              </a:ext>
            </a:extLst>
          </p:cNvPr>
          <p:cNvSpPr/>
          <p:nvPr userDrawn="1"/>
        </p:nvSpPr>
        <p:spPr>
          <a:xfrm>
            <a:off x="11908150" y="-1"/>
            <a:ext cx="283850" cy="6431459"/>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3" name="Espace réservé du texte 8">
            <a:extLst>
              <a:ext uri="{FF2B5EF4-FFF2-40B4-BE49-F238E27FC236}">
                <a16:creationId xmlns:a16="http://schemas.microsoft.com/office/drawing/2014/main" id="{C5EE9323-7AF2-B1AA-7CA0-D6C06A27BCD7}"/>
              </a:ext>
            </a:extLst>
          </p:cNvPr>
          <p:cNvSpPr>
            <a:spLocks noGrp="1"/>
          </p:cNvSpPr>
          <p:nvPr>
            <p:ph type="body" sz="quarter" idx="17" hasCustomPrompt="1"/>
          </p:nvPr>
        </p:nvSpPr>
        <p:spPr>
          <a:xfrm>
            <a:off x="7392144" y="0"/>
            <a:ext cx="4516487" cy="6858000"/>
          </a:xfrm>
          <a:solidFill>
            <a:schemeClr val="tx2"/>
          </a:solidFill>
        </p:spPr>
        <p:txBody>
          <a:bodyPr lIns="396000" anchor="ctr">
            <a:noAutofit/>
          </a:bodyPr>
          <a:lstStyle>
            <a:lvl1pPr>
              <a:spcBef>
                <a:spcPts val="3000"/>
              </a:spcBef>
              <a:defRPr>
                <a:solidFill>
                  <a:schemeClr val="bg1"/>
                </a:solidFill>
              </a:defRPr>
            </a:lvl1pPr>
            <a:lvl2pPr marL="179388" indent="-179388">
              <a:spcBef>
                <a:spcPts val="0"/>
              </a:spcBef>
              <a:buFont typeface="Arial" panose="020B0604020202020204" pitchFamily="34" charset="0"/>
              <a:buChar char=" "/>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fr-FR"/>
              <a:t> </a:t>
            </a: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6156685" cy="498598"/>
          </a:xfrm>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6156685"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635237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lvl1pPr>
              <a:defRPr>
                <a:solidFill>
                  <a:schemeClr val="bg1">
                    <a:alpha val="70000"/>
                  </a:schemeClr>
                </a:solidFill>
              </a:defRPr>
            </a:lvl1pPr>
          </a:lstStyle>
          <a:p>
            <a:r>
              <a:rPr lang="fr-FR"/>
              <a:t>Titre du document //  Niveau de confidentialité // Interne/Externe</a:t>
            </a:r>
          </a:p>
        </p:txBody>
      </p:sp>
      <p:sp>
        <p:nvSpPr>
          <p:cNvPr id="6" name="Espace réservé du graphique 5">
            <a:extLst>
              <a:ext uri="{FF2B5EF4-FFF2-40B4-BE49-F238E27FC236}">
                <a16:creationId xmlns:a16="http://schemas.microsoft.com/office/drawing/2014/main" id="{1CB11986-4EE1-B99F-106E-C5E7F70A9885}"/>
              </a:ext>
            </a:extLst>
          </p:cNvPr>
          <p:cNvSpPr>
            <a:spLocks noGrp="1"/>
          </p:cNvSpPr>
          <p:nvPr>
            <p:ph type="chart" sz="quarter" idx="18" hasCustomPrompt="1"/>
          </p:nvPr>
        </p:nvSpPr>
        <p:spPr>
          <a:xfrm>
            <a:off x="7807274" y="1700213"/>
            <a:ext cx="3686226" cy="4608512"/>
          </a:xfrm>
        </p:spPr>
        <p:txBody>
          <a:bodyPr/>
          <a:lstStyle>
            <a:lvl1pPr>
              <a:defRPr/>
            </a:lvl1pPr>
          </a:lstStyle>
          <a:p>
            <a:r>
              <a:rPr lang="en-US"/>
              <a:t> </a:t>
            </a:r>
          </a:p>
        </p:txBody>
      </p:sp>
      <p:grpSp>
        <p:nvGrpSpPr>
          <p:cNvPr id="4" name="Groupe 3">
            <a:extLst>
              <a:ext uri="{FF2B5EF4-FFF2-40B4-BE49-F238E27FC236}">
                <a16:creationId xmlns:a16="http://schemas.microsoft.com/office/drawing/2014/main" id="{62F5CBFB-03F8-EAF7-D6FF-AB1F60DE8FFA}"/>
              </a:ext>
            </a:extLst>
          </p:cNvPr>
          <p:cNvGrpSpPr/>
          <p:nvPr userDrawn="1"/>
        </p:nvGrpSpPr>
        <p:grpSpPr>
          <a:xfrm>
            <a:off x="11948029" y="81456"/>
            <a:ext cx="213491" cy="148952"/>
            <a:chOff x="5076825" y="2719386"/>
            <a:chExt cx="2037016" cy="1421225"/>
          </a:xfrm>
          <a:solidFill>
            <a:schemeClr val="bg1"/>
          </a:solidFill>
        </p:grpSpPr>
        <p:grpSp>
          <p:nvGrpSpPr>
            <p:cNvPr id="8" name="Graphique 20">
              <a:extLst>
                <a:ext uri="{FF2B5EF4-FFF2-40B4-BE49-F238E27FC236}">
                  <a16:creationId xmlns:a16="http://schemas.microsoft.com/office/drawing/2014/main" id="{7811DEA4-89F6-0881-BC8F-7C9FFB5938FD}"/>
                </a:ext>
              </a:extLst>
            </p:cNvPr>
            <p:cNvGrpSpPr/>
            <p:nvPr/>
          </p:nvGrpSpPr>
          <p:grpSpPr>
            <a:xfrm>
              <a:off x="5421562" y="2719386"/>
              <a:ext cx="1431388" cy="1001649"/>
              <a:chOff x="5421562" y="2719386"/>
              <a:chExt cx="1431388" cy="1001649"/>
            </a:xfrm>
            <a:grpFill/>
          </p:grpSpPr>
          <p:sp>
            <p:nvSpPr>
              <p:cNvPr id="42" name="Forme libre : forme 41">
                <a:extLst>
                  <a:ext uri="{FF2B5EF4-FFF2-40B4-BE49-F238E27FC236}">
                    <a16:creationId xmlns:a16="http://schemas.microsoft.com/office/drawing/2014/main" id="{7C5F8389-A040-D7F5-E3A6-58DEAB71C610}"/>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grpFill/>
              <a:ln w="9525" cap="flat">
                <a:noFill/>
                <a:prstDash val="solid"/>
                <a:miter/>
              </a:ln>
            </p:spPr>
            <p:txBody>
              <a:bodyPr rtlCol="0" anchor="ctr"/>
              <a:lstStyle/>
              <a:p>
                <a:endParaRPr lang="en-US"/>
              </a:p>
            </p:txBody>
          </p:sp>
          <p:grpSp>
            <p:nvGrpSpPr>
              <p:cNvPr id="43" name="Graphique 20">
                <a:extLst>
                  <a:ext uri="{FF2B5EF4-FFF2-40B4-BE49-F238E27FC236}">
                    <a16:creationId xmlns:a16="http://schemas.microsoft.com/office/drawing/2014/main" id="{D95EFBF6-307B-AD01-10B2-0A32329E8199}"/>
                  </a:ext>
                </a:extLst>
              </p:cNvPr>
              <p:cNvGrpSpPr/>
              <p:nvPr/>
            </p:nvGrpSpPr>
            <p:grpSpPr>
              <a:xfrm>
                <a:off x="5421562" y="2784173"/>
                <a:ext cx="1431198" cy="749507"/>
                <a:chOff x="5421562" y="2784173"/>
                <a:chExt cx="1431198" cy="749507"/>
              </a:xfrm>
              <a:grpFill/>
            </p:grpSpPr>
            <p:sp>
              <p:nvSpPr>
                <p:cNvPr id="45" name="Forme libre : forme 44">
                  <a:extLst>
                    <a:ext uri="{FF2B5EF4-FFF2-40B4-BE49-F238E27FC236}">
                      <a16:creationId xmlns:a16="http://schemas.microsoft.com/office/drawing/2014/main" id="{79215145-396F-104C-0BA8-A186765D12EA}"/>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grpFill/>
                <a:ln w="9525" cap="flat">
                  <a:noFill/>
                  <a:prstDash val="solid"/>
                  <a:miter/>
                </a:ln>
              </p:spPr>
              <p:txBody>
                <a:bodyPr rtlCol="0" anchor="ctr"/>
                <a:lstStyle/>
                <a:p>
                  <a:endParaRPr lang="en-US"/>
                </a:p>
              </p:txBody>
            </p:sp>
            <p:sp>
              <p:nvSpPr>
                <p:cNvPr id="46" name="Forme libre : forme 45">
                  <a:extLst>
                    <a:ext uri="{FF2B5EF4-FFF2-40B4-BE49-F238E27FC236}">
                      <a16:creationId xmlns:a16="http://schemas.microsoft.com/office/drawing/2014/main" id="{F8C36DA4-BBC7-9285-6876-D68DF92F7503}"/>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grpFill/>
                <a:ln w="9525" cap="flat">
                  <a:noFill/>
                  <a:prstDash val="solid"/>
                  <a:miter/>
                </a:ln>
              </p:spPr>
              <p:txBody>
                <a:bodyPr rtlCol="0" anchor="ctr"/>
                <a:lstStyle/>
                <a:p>
                  <a:endParaRPr lang="en-US"/>
                </a:p>
              </p:txBody>
            </p:sp>
            <p:sp>
              <p:nvSpPr>
                <p:cNvPr id="47" name="Forme libre : forme 46">
                  <a:extLst>
                    <a:ext uri="{FF2B5EF4-FFF2-40B4-BE49-F238E27FC236}">
                      <a16:creationId xmlns:a16="http://schemas.microsoft.com/office/drawing/2014/main" id="{F3B3FDE9-ACBC-959F-B401-5552E9929FE5}"/>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grpFill/>
                <a:ln w="9525" cap="flat">
                  <a:noFill/>
                  <a:prstDash val="solid"/>
                  <a:miter/>
                </a:ln>
              </p:spPr>
              <p:txBody>
                <a:bodyPr rtlCol="0" anchor="ctr"/>
                <a:lstStyle/>
                <a:p>
                  <a:endParaRPr lang="en-US"/>
                </a:p>
              </p:txBody>
            </p:sp>
          </p:grpSp>
          <p:sp>
            <p:nvSpPr>
              <p:cNvPr id="44" name="Forme libre : forme 43">
                <a:extLst>
                  <a:ext uri="{FF2B5EF4-FFF2-40B4-BE49-F238E27FC236}">
                    <a16:creationId xmlns:a16="http://schemas.microsoft.com/office/drawing/2014/main" id="{A8DE79FB-0004-9010-9B25-31C67870F8B7}"/>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grpFill/>
              <a:ln w="9525" cap="flat">
                <a:noFill/>
                <a:prstDash val="solid"/>
                <a:miter/>
              </a:ln>
            </p:spPr>
            <p:txBody>
              <a:bodyPr rtlCol="0" anchor="ctr"/>
              <a:lstStyle/>
              <a:p>
                <a:endParaRPr lang="en-US"/>
              </a:p>
            </p:txBody>
          </p:sp>
        </p:grpSp>
        <p:grpSp>
          <p:nvGrpSpPr>
            <p:cNvPr id="31" name="Graphique 20">
              <a:extLst>
                <a:ext uri="{FF2B5EF4-FFF2-40B4-BE49-F238E27FC236}">
                  <a16:creationId xmlns:a16="http://schemas.microsoft.com/office/drawing/2014/main" id="{487672C9-BBEA-A570-AA35-28B908EAAD5D}"/>
                </a:ext>
              </a:extLst>
            </p:cNvPr>
            <p:cNvGrpSpPr/>
            <p:nvPr/>
          </p:nvGrpSpPr>
          <p:grpSpPr>
            <a:xfrm>
              <a:off x="5076825" y="3953731"/>
              <a:ext cx="2037016" cy="186880"/>
              <a:chOff x="5076825" y="3953731"/>
              <a:chExt cx="2037016" cy="186880"/>
            </a:xfrm>
            <a:grpFill/>
          </p:grpSpPr>
          <p:sp>
            <p:nvSpPr>
              <p:cNvPr id="32" name="Forme libre : forme 31">
                <a:extLst>
                  <a:ext uri="{FF2B5EF4-FFF2-40B4-BE49-F238E27FC236}">
                    <a16:creationId xmlns:a16="http://schemas.microsoft.com/office/drawing/2014/main" id="{94309335-9FC0-48FD-6370-7C3F89EEE8B9}"/>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grp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57A5C265-429B-8C30-F7A7-D2B900BEFCDB}"/>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E07627BF-6BB9-C56D-DC07-525B54CC3B78}"/>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grpFill/>
              <a:ln w="9525" cap="flat">
                <a:no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F7A9E9F8-2FD4-6540-2846-EEAE952989F7}"/>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grpFill/>
              <a:ln w="9525"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47CF4512-F9A5-7EBE-A41D-230826B0E8EE}"/>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9B5EF850-7EB3-4F31-65CF-C8FF6340DAA1}"/>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grpFill/>
              <a:ln w="9525" cap="flat">
                <a:noFill/>
                <a:prstDash val="solid"/>
                <a:miter/>
              </a:ln>
            </p:spPr>
            <p:txBody>
              <a:bodyPr rtlCol="0" anchor="ctr"/>
              <a:lstStyle/>
              <a:p>
                <a:endParaRPr lang="en-US"/>
              </a:p>
            </p:txBody>
          </p:sp>
          <p:sp>
            <p:nvSpPr>
              <p:cNvPr id="38" name="Forme libre : forme 37">
                <a:extLst>
                  <a:ext uri="{FF2B5EF4-FFF2-40B4-BE49-F238E27FC236}">
                    <a16:creationId xmlns:a16="http://schemas.microsoft.com/office/drawing/2014/main" id="{1D2E66CF-96D3-9ED8-C52B-6C7956D71D46}"/>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grp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E4F68A98-DD6D-5697-BAC7-B739F8EB67CF}"/>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grp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139AC8B9-4FCB-6593-450F-AB712427B15B}"/>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grpFill/>
              <a:ln w="9525" cap="flat">
                <a:noFill/>
                <a:prstDash val="solid"/>
                <a:miter/>
              </a:ln>
            </p:spPr>
            <p:txBody>
              <a:bodyPr rtlCol="0" anchor="ctr"/>
              <a:lstStyle/>
              <a:p>
                <a:endParaRPr lang="en-US"/>
              </a:p>
            </p:txBody>
          </p:sp>
          <p:sp>
            <p:nvSpPr>
              <p:cNvPr id="41" name="Forme libre : forme 40">
                <a:extLst>
                  <a:ext uri="{FF2B5EF4-FFF2-40B4-BE49-F238E27FC236}">
                    <a16:creationId xmlns:a16="http://schemas.microsoft.com/office/drawing/2014/main" id="{677617A0-F80A-014C-FA2D-54CE42DBA17F}"/>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grp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075105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 txt [2 colonnes] FOND COLOR">
    <p:spTree>
      <p:nvGrpSpPr>
        <p:cNvPr id="1" name=""/>
        <p:cNvGrpSpPr/>
        <p:nvPr/>
      </p:nvGrpSpPr>
      <p:grpSpPr>
        <a:xfrm>
          <a:off x="0" y="0"/>
          <a:ext cx="0" cy="0"/>
          <a:chOff x="0" y="0"/>
          <a:chExt cx="0" cy="0"/>
        </a:xfrm>
      </p:grpSpPr>
      <p:pic>
        <p:nvPicPr>
          <p:cNvPr id="8" name="Picture 109" descr="Une image contenant capture d’écran, Caractère coloré, léger, art&#10;&#10;Description générée automatiquement">
            <a:extLst>
              <a:ext uri="{FF2B5EF4-FFF2-40B4-BE49-F238E27FC236}">
                <a16:creationId xmlns:a16="http://schemas.microsoft.com/office/drawing/2014/main" id="{9F9065F2-1A57-944C-91E7-7B63BC49D8E0}"/>
              </a:ext>
            </a:extLst>
          </p:cNvPr>
          <p:cNvPicPr>
            <a:picLocks noChangeAspect="1"/>
          </p:cNvPicPr>
          <p:nvPr userDrawn="1"/>
        </p:nvPicPr>
        <p:blipFill>
          <a:blip>
            <a:alphaModFix/>
          </a:blip>
          <a:srcRect l="19105" t="73456" r="23593"/>
          <a:stretch/>
        </p:blipFill>
        <p:spPr>
          <a:xfrm>
            <a:off x="5167470" y="0"/>
            <a:ext cx="1857058" cy="788562"/>
          </a:xfrm>
          <a:prstGeom prst="rect">
            <a:avLst/>
          </a:prstGeom>
        </p:spPr>
      </p:pic>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77397" y="555625"/>
            <a:ext cx="10837205" cy="498598"/>
          </a:xfrm>
        </p:spPr>
        <p:txBody>
          <a:bodyPr/>
          <a:lstStyle>
            <a:lvl1pPr algn="ctr">
              <a:defRPr>
                <a:gradFill>
                  <a:gsLst>
                    <a:gs pos="3000">
                      <a:schemeClr val="tx2"/>
                    </a:gs>
                    <a:gs pos="85000">
                      <a:schemeClr val="accent1"/>
                    </a:gs>
                  </a:gsLst>
                  <a:lin ang="18900000" scaled="1"/>
                </a:gradFill>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206500"/>
            <a:ext cx="10855790" cy="249299"/>
          </a:xfrm>
        </p:spPr>
        <p:txBody>
          <a:bodyPr wrap="square">
            <a:spAutoFit/>
          </a:bodyPr>
          <a:lstStyle>
            <a:lvl1pPr marL="0" indent="0" algn="ctr">
              <a:spcBef>
                <a:spcPts val="0"/>
              </a:spcBef>
              <a:buNone/>
              <a:defRPr b="0" cap="all" spc="300" baseline="0">
                <a:solidFill>
                  <a:schemeClr val="tx1"/>
                </a:solidFill>
              </a:defRPr>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1055440" y="2137707"/>
            <a:ext cx="4336896" cy="3611860"/>
          </a:xfrm>
          <a:prstGeom prst="roundRect">
            <a:avLst>
              <a:gd name="adj" fmla="val 3767"/>
            </a:avLst>
          </a:prstGeom>
          <a:solidFill>
            <a:schemeClr val="bg1"/>
          </a:solidFill>
          <a:effectLst>
            <a:outerShdw blurRad="63500" sx="102000" sy="102000" algn="ctr" rotWithShape="0">
              <a:prstClr val="black">
                <a:alpha val="14000"/>
              </a:prstClr>
            </a:outerShdw>
          </a:effectLst>
        </p:spPr>
        <p:txBody>
          <a:bodyPr lIns="108000" tIns="216000" rIns="360000">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a:t>
            </a:r>
          </a:p>
          <a:p>
            <a:pPr lvl="1"/>
            <a:r>
              <a:rPr lang="fr-FR"/>
              <a:t>Cliquez ici pour ajouter votre texte de niveau 02. Lorem ipsum dolor sit amet, consectetuer adipiscing elit.</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lvl1pPr>
              <a:defRPr>
                <a:solidFill>
                  <a:schemeClr val="tx1">
                    <a:alpha val="70000"/>
                  </a:schemeClr>
                </a:solidFill>
              </a:defRPr>
            </a:lvl1pPr>
          </a:lstStyle>
          <a:p>
            <a:r>
              <a:rPr lang="fr-FR"/>
              <a:t>Titre du document //  Niveau de confidentialité // Interne/Externe</a:t>
            </a:r>
          </a:p>
        </p:txBody>
      </p:sp>
      <p:sp>
        <p:nvSpPr>
          <p:cNvPr id="47" name="Espace réservé du texte 8">
            <a:extLst>
              <a:ext uri="{FF2B5EF4-FFF2-40B4-BE49-F238E27FC236}">
                <a16:creationId xmlns:a16="http://schemas.microsoft.com/office/drawing/2014/main" id="{CD3B0840-A8D0-F9C2-A395-7D9781FCF0B8}"/>
              </a:ext>
            </a:extLst>
          </p:cNvPr>
          <p:cNvSpPr>
            <a:spLocks noGrp="1"/>
          </p:cNvSpPr>
          <p:nvPr>
            <p:ph type="body" sz="quarter" idx="17" hasCustomPrompt="1"/>
          </p:nvPr>
        </p:nvSpPr>
        <p:spPr>
          <a:xfrm>
            <a:off x="6802506" y="2137707"/>
            <a:ext cx="4336896" cy="3611860"/>
          </a:xfrm>
          <a:prstGeom prst="roundRect">
            <a:avLst>
              <a:gd name="adj" fmla="val 3767"/>
            </a:avLst>
          </a:prstGeom>
          <a:solidFill>
            <a:schemeClr val="bg1"/>
          </a:solidFill>
          <a:effectLst>
            <a:outerShdw blurRad="63500" sx="102000" sy="102000" algn="ctr" rotWithShape="0">
              <a:prstClr val="black">
                <a:alpha val="14000"/>
              </a:prstClr>
            </a:outerShdw>
          </a:effectLst>
        </p:spPr>
        <p:txBody>
          <a:bodyPr lIns="108000" tIns="216000" rIns="360000">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a:t>
            </a:r>
          </a:p>
          <a:p>
            <a:pPr lvl="1"/>
            <a:r>
              <a:rPr lang="fr-FR"/>
              <a:t>Cliquez ici pour ajouter votre texte de niveau 02. Lorem ipsum dolor sit amet, consectetuer adipiscing elit.</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a:t>
            </a:r>
          </a:p>
        </p:txBody>
      </p:sp>
      <p:sp>
        <p:nvSpPr>
          <p:cNvPr id="15" name="Forme libre : forme 14">
            <a:extLst>
              <a:ext uri="{FF2B5EF4-FFF2-40B4-BE49-F238E27FC236}">
                <a16:creationId xmlns:a16="http://schemas.microsoft.com/office/drawing/2014/main" id="{DD0CED32-665E-7D09-5A37-5999439AF4D1}"/>
              </a:ext>
            </a:extLst>
          </p:cNvPr>
          <p:cNvSpPr/>
          <p:nvPr userDrawn="1"/>
        </p:nvSpPr>
        <p:spPr>
          <a:xfrm>
            <a:off x="0" y="0"/>
            <a:ext cx="563056" cy="1772816"/>
          </a:xfrm>
          <a:custGeom>
            <a:avLst/>
            <a:gdLst>
              <a:gd name="connsiteX0" fmla="*/ 0 w 563056"/>
              <a:gd name="connsiteY0" fmla="*/ 0 h 1772816"/>
              <a:gd name="connsiteX1" fmla="*/ 563056 w 563056"/>
              <a:gd name="connsiteY1" fmla="*/ 0 h 1772816"/>
              <a:gd name="connsiteX2" fmla="*/ 563056 w 563056"/>
              <a:gd name="connsiteY2" fmla="*/ 1343994 h 1772816"/>
              <a:gd name="connsiteX3" fmla="*/ 475554 w 563056"/>
              <a:gd name="connsiteY3" fmla="*/ 1371156 h 1772816"/>
              <a:gd name="connsiteX4" fmla="*/ 169383 w 563056"/>
              <a:gd name="connsiteY4" fmla="*/ 1744449 h 1772816"/>
              <a:gd name="connsiteX5" fmla="*/ 166523 w 563056"/>
              <a:gd name="connsiteY5" fmla="*/ 1772816 h 1772816"/>
              <a:gd name="connsiteX6" fmla="*/ 0 w 563056"/>
              <a:gd name="connsiteY6" fmla="*/ 1772816 h 177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056" h="1772816">
                <a:moveTo>
                  <a:pt x="0" y="0"/>
                </a:moveTo>
                <a:lnTo>
                  <a:pt x="563056" y="0"/>
                </a:lnTo>
                <a:lnTo>
                  <a:pt x="563056" y="1343994"/>
                </a:lnTo>
                <a:lnTo>
                  <a:pt x="475554" y="1371156"/>
                </a:lnTo>
                <a:cubicBezTo>
                  <a:pt x="320458" y="1436756"/>
                  <a:pt x="203921" y="1575668"/>
                  <a:pt x="169383" y="1744449"/>
                </a:cubicBezTo>
                <a:lnTo>
                  <a:pt x="166523" y="1772816"/>
                </a:lnTo>
                <a:lnTo>
                  <a:pt x="0" y="1772816"/>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1538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itr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9EF80ABA-923C-326E-F267-F06A2002DBC3}"/>
              </a:ext>
            </a:extLst>
          </p:cNvPr>
          <p:cNvSpPr>
            <a:spLocks noGrp="1"/>
          </p:cNvSpPr>
          <p:nvPr>
            <p:ph type="pic" sz="quarter" idx="20" hasCustomPrompt="1"/>
          </p:nvPr>
        </p:nvSpPr>
        <p:spPr>
          <a:xfrm>
            <a:off x="911424" y="1076325"/>
            <a:ext cx="4683922" cy="4683920"/>
          </a:xfrm>
        </p:spPr>
        <p:txBody>
          <a:bodyPr/>
          <a:lstStyle>
            <a:lvl1pPr>
              <a:defRPr/>
            </a:lvl1pPr>
          </a:lstStyle>
          <a:p>
            <a:r>
              <a:rPr lang="en-US"/>
              <a:t> </a:t>
            </a:r>
          </a:p>
        </p:txBody>
      </p:sp>
      <p:sp>
        <p:nvSpPr>
          <p:cNvPr id="31" name="Espace réservé du numéro de diapositive 4">
            <a:extLst>
              <a:ext uri="{FF2B5EF4-FFF2-40B4-BE49-F238E27FC236}">
                <a16:creationId xmlns:a16="http://schemas.microsoft.com/office/drawing/2014/main" id="{D870C0F8-983D-D808-4D27-BEF562E73FCB}"/>
              </a:ext>
            </a:extLst>
          </p:cNvPr>
          <p:cNvSpPr>
            <a:spLocks noGrp="1"/>
          </p:cNvSpPr>
          <p:nvPr>
            <p:ph type="sldNum" sz="quarter" idx="12"/>
          </p:nvPr>
        </p:nvSpPr>
        <p:spPr>
          <a:xfrm>
            <a:off x="11938667" y="6567793"/>
            <a:ext cx="222817" cy="153888"/>
          </a:xfrm>
        </p:spPr>
        <p:txBody>
          <a:bodyPr/>
          <a:lstStyle/>
          <a:p>
            <a:fld id="{3A28F117-D1D1-4562-BBA1-C4174F9770ED}" type="slidenum">
              <a:rPr lang="fr-FR" smtClean="0"/>
              <a:pPr/>
              <a:t>‹N°›</a:t>
            </a:fld>
            <a:endParaRPr lang="fr-FR"/>
          </a:p>
        </p:txBody>
      </p:sp>
      <p:sp>
        <p:nvSpPr>
          <p:cNvPr id="32" name="Espace réservé du pied de page 10">
            <a:extLst>
              <a:ext uri="{FF2B5EF4-FFF2-40B4-BE49-F238E27FC236}">
                <a16:creationId xmlns:a16="http://schemas.microsoft.com/office/drawing/2014/main" id="{4F55F60A-F61A-7D06-FCAF-C7B54A3AFEF3}"/>
              </a:ext>
            </a:extLst>
          </p:cNvPr>
          <p:cNvSpPr>
            <a:spLocks noGrp="1"/>
          </p:cNvSpPr>
          <p:nvPr>
            <p:ph type="ftr" sz="quarter" idx="16"/>
          </p:nvPr>
        </p:nvSpPr>
        <p:spPr>
          <a:xfrm rot="16200000">
            <a:off x="9016909" y="3352126"/>
            <a:ext cx="6066335" cy="92333"/>
          </a:xfrm>
        </p:spPr>
        <p:txBody>
          <a:bodyPr/>
          <a:lstStyle>
            <a:lvl1pPr>
              <a:defRPr>
                <a:solidFill>
                  <a:schemeClr val="tx1">
                    <a:alpha val="70000"/>
                  </a:schemeClr>
                </a:solidFill>
              </a:defRPr>
            </a:lvl1pPr>
          </a:lstStyle>
          <a:p>
            <a:r>
              <a:rPr lang="fr-FR"/>
              <a:t>Titre du document //  Niveau de confidentialité // Interne/Externe</a:t>
            </a:r>
          </a:p>
        </p:txBody>
      </p:sp>
      <p:sp>
        <p:nvSpPr>
          <p:cNvPr id="34" name="Espace réservé du texte 33">
            <a:extLst>
              <a:ext uri="{FF2B5EF4-FFF2-40B4-BE49-F238E27FC236}">
                <a16:creationId xmlns:a16="http://schemas.microsoft.com/office/drawing/2014/main" id="{01BC79A6-E120-6BD3-5D95-0B2A2223BFB5}"/>
              </a:ext>
            </a:extLst>
          </p:cNvPr>
          <p:cNvSpPr>
            <a:spLocks noGrp="1"/>
          </p:cNvSpPr>
          <p:nvPr>
            <p:ph type="body" sz="quarter" idx="21" hasCustomPrompt="1"/>
          </p:nvPr>
        </p:nvSpPr>
        <p:spPr>
          <a:xfrm>
            <a:off x="6816080" y="1076325"/>
            <a:ext cx="4608513" cy="4705350"/>
          </a:xfrm>
        </p:spPr>
        <p:txBody>
          <a:bodyPr anchor="ctr"/>
          <a:lstStyle>
            <a:lvl1pPr>
              <a:spcBef>
                <a:spcPts val="1800"/>
              </a:spcBef>
              <a:defRPr sz="2400" cap="all" baseline="0">
                <a:gradFill>
                  <a:gsLst>
                    <a:gs pos="3000">
                      <a:schemeClr val="tx2"/>
                    </a:gs>
                    <a:gs pos="100000">
                      <a:schemeClr val="accent1"/>
                    </a:gs>
                  </a:gsLst>
                  <a:lin ang="18900000" scaled="1"/>
                </a:gradFill>
              </a:defRPr>
            </a:lvl1pPr>
            <a:lvl2pPr marL="179388" indent="-179388">
              <a:spcBef>
                <a:spcPts val="1800"/>
              </a:spcBef>
              <a:buFont typeface="Arial" panose="020B0604020202020204" pitchFamily="34" charset="0"/>
              <a:buChar char=" "/>
              <a:defRPr sz="2000">
                <a:solidFill>
                  <a:schemeClr val="tx1"/>
                </a:solidFill>
              </a:defRPr>
            </a:lvl2pPr>
            <a:lvl3pPr marL="358775" indent="0">
              <a:buNone/>
              <a:defRPr/>
            </a:lvl3pPr>
          </a:lstStyle>
          <a:p>
            <a:pPr lvl="0"/>
            <a:r>
              <a:rPr lang="fr-FR"/>
              <a:t>Votre texte ici</a:t>
            </a:r>
          </a:p>
          <a:p>
            <a:pPr lvl="1"/>
            <a:r>
              <a:rPr lang="fr-FR"/>
              <a:t>Cliquez ici pour ajouter votre texte </a:t>
            </a:r>
            <a:br>
              <a:rPr lang="fr-FR"/>
            </a:br>
            <a:r>
              <a:rPr lang="fr-FR"/>
              <a:t>de niveau 02. </a:t>
            </a:r>
            <a:r>
              <a:rPr lang="fr-FR" dirty="0"/>
              <a:t>Lorem ipsum dolor sit amet, consectetuer adipiscing elit. Maecenas porttitor congue </a:t>
            </a:r>
            <a:r>
              <a:rPr lang="fr-FR"/>
              <a:t>massa.</a:t>
            </a:r>
          </a:p>
          <a:p>
            <a:pPr marL="179388" marR="0" lvl="1" indent="-179388" algn="l" defTabSz="914400" rtl="0" eaLnBrk="1" fontAlgn="auto" latinLnBrk="0" hangingPunct="1">
              <a:lnSpc>
                <a:spcPct val="90000"/>
              </a:lnSpc>
              <a:spcBef>
                <a:spcPts val="1800"/>
              </a:spcBef>
              <a:spcAft>
                <a:spcPts val="0"/>
              </a:spcAft>
              <a:buClrTx/>
              <a:buSzTx/>
              <a:buFont typeface="Arial" panose="020B0604020202020204" pitchFamily="34" charset="0"/>
              <a:buChar char=" "/>
              <a:tabLst/>
              <a:defRPr/>
            </a:pPr>
            <a:r>
              <a:rPr lang="fr-FR"/>
              <a:t>Cliquez ici pour ajouter votre texte </a:t>
            </a:r>
            <a:br>
              <a:rPr lang="fr-FR"/>
            </a:br>
            <a:r>
              <a:rPr lang="fr-FR"/>
              <a:t>de niveau 02. Lorem ipsum dolor sit amet, consectetuer adipiscing elit. Maecenas porttitor congue massa.</a:t>
            </a:r>
          </a:p>
        </p:txBody>
      </p:sp>
    </p:spTree>
    <p:extLst>
      <p:ext uri="{BB962C8B-B14F-4D97-AF65-F5344CB8AC3E}">
        <p14:creationId xmlns:p14="http://schemas.microsoft.com/office/powerpoint/2010/main" val="2817323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G + 4 Textes">
    <p:bg>
      <p:bgPr>
        <a:gradFill>
          <a:gsLst>
            <a:gs pos="0">
              <a:schemeClr val="bg1">
                <a:lumMod val="85000"/>
                <a:alpha val="70000"/>
              </a:schemeClr>
            </a:gs>
            <a:gs pos="100000">
              <a:schemeClr val="bg1">
                <a:alpha val="0"/>
              </a:schemeClr>
            </a:gs>
          </a:gsLst>
          <a:lin ang="10800000" scaled="1"/>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B1E477-02B8-DAD3-E43D-915D89A2FF1A}"/>
              </a:ext>
            </a:extLst>
          </p:cNvPr>
          <p:cNvSpPr/>
          <p:nvPr userDrawn="1"/>
        </p:nvSpPr>
        <p:spPr>
          <a:xfrm flipH="1">
            <a:off x="7206167" y="0"/>
            <a:ext cx="4985833"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descr="Une image contenant capture d’écran, Caractère coloré, léger, art&#10;&#10;Description générée automatiquement">
            <a:extLst>
              <a:ext uri="{FF2B5EF4-FFF2-40B4-BE49-F238E27FC236}">
                <a16:creationId xmlns:a16="http://schemas.microsoft.com/office/drawing/2014/main" id="{6D052294-325F-0AE5-B304-493D2810221C}"/>
              </a:ext>
            </a:extLst>
          </p:cNvPr>
          <p:cNvPicPr>
            <a:picLocks noChangeAspect="1"/>
          </p:cNvPicPr>
          <p:nvPr userDrawn="1"/>
        </p:nvPicPr>
        <p:blipFill>
          <a:blip>
            <a:alphaModFix/>
          </a:blip>
          <a:stretch>
            <a:fillRect/>
          </a:stretch>
        </p:blipFill>
        <p:spPr>
          <a:xfrm>
            <a:off x="659961" y="662940"/>
            <a:ext cx="6035042" cy="5532120"/>
          </a:xfrm>
          <a:prstGeom prst="rect">
            <a:avLst/>
          </a:prstGeom>
        </p:spPr>
      </p:pic>
      <p:sp>
        <p:nvSpPr>
          <p:cNvPr id="2" name="Titre 1">
            <a:extLst>
              <a:ext uri="{FF2B5EF4-FFF2-40B4-BE49-F238E27FC236}">
                <a16:creationId xmlns:a16="http://schemas.microsoft.com/office/drawing/2014/main" id="{070EC155-4032-99BD-B8C3-D03409194AC8}"/>
              </a:ext>
            </a:extLst>
          </p:cNvPr>
          <p:cNvSpPr>
            <a:spLocks noGrp="1"/>
          </p:cNvSpPr>
          <p:nvPr>
            <p:ph type="title" hasCustomPrompt="1"/>
          </p:nvPr>
        </p:nvSpPr>
        <p:spPr>
          <a:xfrm>
            <a:off x="1995779" y="2681103"/>
            <a:ext cx="3363406" cy="1495794"/>
          </a:xfrm>
        </p:spPr>
        <p:txBody>
          <a:bodyPr anchor="ctr"/>
          <a:lstStyle>
            <a:lvl1pPr algn="ctr">
              <a:defRPr b="0">
                <a:solidFill>
                  <a:schemeClr val="tx1"/>
                </a:solidFill>
              </a:defRPr>
            </a:lvl1pPr>
          </a:lstStyle>
          <a:p>
            <a:r>
              <a:rPr lang="fr-FR"/>
              <a:t>Cliquez ici pour ajouter</a:t>
            </a:r>
            <a:br>
              <a:rPr lang="fr-FR"/>
            </a:br>
            <a:r>
              <a:rPr lang="fr-FR"/>
              <a:t>VOTRE TEXTE</a:t>
            </a:r>
            <a:endParaRPr lang="en-US"/>
          </a:p>
        </p:txBody>
      </p:sp>
      <p:grpSp>
        <p:nvGrpSpPr>
          <p:cNvPr id="8" name="Group 26">
            <a:extLst>
              <a:ext uri="{FF2B5EF4-FFF2-40B4-BE49-F238E27FC236}">
                <a16:creationId xmlns:a16="http://schemas.microsoft.com/office/drawing/2014/main" id="{C6E0BFB3-7724-D64E-40EE-EEDCF96CA318}"/>
              </a:ext>
            </a:extLst>
          </p:cNvPr>
          <p:cNvGrpSpPr/>
          <p:nvPr userDrawn="1"/>
        </p:nvGrpSpPr>
        <p:grpSpPr>
          <a:xfrm>
            <a:off x="11908150" y="-1"/>
            <a:ext cx="283850" cy="6858001"/>
            <a:chOff x="11908150" y="-1"/>
            <a:chExt cx="283850" cy="6858001"/>
          </a:xfrm>
        </p:grpSpPr>
        <p:sp>
          <p:nvSpPr>
            <p:cNvPr id="9" name="Rectangle 1">
              <a:extLst>
                <a:ext uri="{FF2B5EF4-FFF2-40B4-BE49-F238E27FC236}">
                  <a16:creationId xmlns:a16="http://schemas.microsoft.com/office/drawing/2014/main" id="{4E810D3C-E885-3618-02F9-8C522B8B0C54}"/>
                </a:ext>
              </a:extLst>
            </p:cNvPr>
            <p:cNvSpPr/>
            <p:nvPr/>
          </p:nvSpPr>
          <p:spPr>
            <a:xfrm>
              <a:off x="11908150" y="-1"/>
              <a:ext cx="283850" cy="6431459"/>
            </a:xfrm>
            <a:prstGeom prst="rect">
              <a:avLst/>
            </a:prstGeom>
            <a:solidFill>
              <a:schemeClr val="bg1">
                <a:lumMod val="8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
              <a:extLst>
                <a:ext uri="{FF2B5EF4-FFF2-40B4-BE49-F238E27FC236}">
                  <a16:creationId xmlns:a16="http://schemas.microsoft.com/office/drawing/2014/main" id="{89F89D94-AFD8-F6D1-377A-75DE8F8A58B2}"/>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algn="ctr"/>
              <a:endParaRPr lang="en-US" sz="1000" spc="600"/>
            </a:p>
          </p:txBody>
        </p:sp>
      </p:grpSp>
      <p:sp>
        <p:nvSpPr>
          <p:cNvPr id="4" name="Espace réservé du pied de page 3">
            <a:extLst>
              <a:ext uri="{FF2B5EF4-FFF2-40B4-BE49-F238E27FC236}">
                <a16:creationId xmlns:a16="http://schemas.microsoft.com/office/drawing/2014/main" id="{EB9DE4BF-04A3-FC6F-752B-90D70305F8A0}"/>
              </a:ext>
            </a:extLst>
          </p:cNvPr>
          <p:cNvSpPr>
            <a:spLocks noGrp="1"/>
          </p:cNvSpPr>
          <p:nvPr>
            <p:ph type="ftr" sz="quarter" idx="11"/>
          </p:nvPr>
        </p:nvSpPr>
        <p:spPr/>
        <p:txBody>
          <a:bodyPr/>
          <a:lstStyle/>
          <a:p>
            <a:r>
              <a:rPr lang="fr-FR"/>
              <a:t>Titre du document //  Niveau de confidentialité // Interne/Externe</a:t>
            </a:r>
          </a:p>
        </p:txBody>
      </p:sp>
      <p:sp>
        <p:nvSpPr>
          <p:cNvPr id="5" name="Espace réservé du numéro de diapositive 4">
            <a:extLst>
              <a:ext uri="{FF2B5EF4-FFF2-40B4-BE49-F238E27FC236}">
                <a16:creationId xmlns:a16="http://schemas.microsoft.com/office/drawing/2014/main" id="{94A60D4C-90AD-8B69-6099-201177B518E8}"/>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12" name="Espace réservé du texte 11">
            <a:extLst>
              <a:ext uri="{FF2B5EF4-FFF2-40B4-BE49-F238E27FC236}">
                <a16:creationId xmlns:a16="http://schemas.microsoft.com/office/drawing/2014/main" id="{A28ACDE5-F342-D60A-DBC9-83FA6135FFED}"/>
              </a:ext>
            </a:extLst>
          </p:cNvPr>
          <p:cNvSpPr>
            <a:spLocks noGrp="1"/>
          </p:cNvSpPr>
          <p:nvPr>
            <p:ph type="body" sz="quarter" idx="13" hasCustomPrompt="1"/>
          </p:nvPr>
        </p:nvSpPr>
        <p:spPr>
          <a:xfrm>
            <a:off x="6312011" y="548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3" name="Espace réservé du texte 11">
            <a:extLst>
              <a:ext uri="{FF2B5EF4-FFF2-40B4-BE49-F238E27FC236}">
                <a16:creationId xmlns:a16="http://schemas.microsoft.com/office/drawing/2014/main" id="{FEDA14E1-34EC-308A-9C15-892EAAE38694}"/>
              </a:ext>
            </a:extLst>
          </p:cNvPr>
          <p:cNvSpPr>
            <a:spLocks noGrp="1"/>
          </p:cNvSpPr>
          <p:nvPr>
            <p:ph type="body" sz="quarter" idx="14" hasCustomPrompt="1"/>
          </p:nvPr>
        </p:nvSpPr>
        <p:spPr>
          <a:xfrm>
            <a:off x="6312011" y="2072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4" name="Espace réservé du texte 11">
            <a:extLst>
              <a:ext uri="{FF2B5EF4-FFF2-40B4-BE49-F238E27FC236}">
                <a16:creationId xmlns:a16="http://schemas.microsoft.com/office/drawing/2014/main" id="{71D203B3-D588-051A-119D-C6739C88FA8B}"/>
              </a:ext>
            </a:extLst>
          </p:cNvPr>
          <p:cNvSpPr>
            <a:spLocks noGrp="1"/>
          </p:cNvSpPr>
          <p:nvPr>
            <p:ph type="body" sz="quarter" idx="15" hasCustomPrompt="1"/>
          </p:nvPr>
        </p:nvSpPr>
        <p:spPr>
          <a:xfrm>
            <a:off x="6312011" y="3596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5" name="Espace réservé du texte 11">
            <a:extLst>
              <a:ext uri="{FF2B5EF4-FFF2-40B4-BE49-F238E27FC236}">
                <a16:creationId xmlns:a16="http://schemas.microsoft.com/office/drawing/2014/main" id="{EE3CD087-104A-D31A-4CEF-006EDA101A88}"/>
              </a:ext>
            </a:extLst>
          </p:cNvPr>
          <p:cNvSpPr>
            <a:spLocks noGrp="1"/>
          </p:cNvSpPr>
          <p:nvPr>
            <p:ph type="body" sz="quarter" idx="16" hasCustomPrompt="1"/>
          </p:nvPr>
        </p:nvSpPr>
        <p:spPr>
          <a:xfrm>
            <a:off x="6312011" y="5120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7" name="Espace réservé du texte 16">
            <a:extLst>
              <a:ext uri="{FF2B5EF4-FFF2-40B4-BE49-F238E27FC236}">
                <a16:creationId xmlns:a16="http://schemas.microsoft.com/office/drawing/2014/main" id="{3FC3A66F-9A61-4455-D095-E5532D83FAAB}"/>
              </a:ext>
            </a:extLst>
          </p:cNvPr>
          <p:cNvSpPr>
            <a:spLocks noGrp="1"/>
          </p:cNvSpPr>
          <p:nvPr>
            <p:ph type="body" sz="quarter" idx="17" hasCustomPrompt="1"/>
          </p:nvPr>
        </p:nvSpPr>
        <p:spPr>
          <a:xfrm>
            <a:off x="7360155" y="549275"/>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sp>
        <p:nvSpPr>
          <p:cNvPr id="18" name="Espace réservé du texte 16">
            <a:extLst>
              <a:ext uri="{FF2B5EF4-FFF2-40B4-BE49-F238E27FC236}">
                <a16:creationId xmlns:a16="http://schemas.microsoft.com/office/drawing/2014/main" id="{2ECF8C54-8C54-EFED-F4DD-458F91FF3E8B}"/>
              </a:ext>
            </a:extLst>
          </p:cNvPr>
          <p:cNvSpPr>
            <a:spLocks noGrp="1"/>
          </p:cNvSpPr>
          <p:nvPr>
            <p:ph type="body" sz="quarter" idx="18" hasCustomPrompt="1"/>
          </p:nvPr>
        </p:nvSpPr>
        <p:spPr>
          <a:xfrm>
            <a:off x="7360155" y="2066330"/>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sp>
        <p:nvSpPr>
          <p:cNvPr id="19" name="Espace réservé du texte 16">
            <a:extLst>
              <a:ext uri="{FF2B5EF4-FFF2-40B4-BE49-F238E27FC236}">
                <a16:creationId xmlns:a16="http://schemas.microsoft.com/office/drawing/2014/main" id="{21FA22AE-E2CF-D059-B198-D5A11B110651}"/>
              </a:ext>
            </a:extLst>
          </p:cNvPr>
          <p:cNvSpPr>
            <a:spLocks noGrp="1"/>
          </p:cNvSpPr>
          <p:nvPr>
            <p:ph type="body" sz="quarter" idx="19" hasCustomPrompt="1"/>
          </p:nvPr>
        </p:nvSpPr>
        <p:spPr>
          <a:xfrm>
            <a:off x="7360155" y="3590330"/>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sp>
        <p:nvSpPr>
          <p:cNvPr id="20" name="Espace réservé du texte 16">
            <a:extLst>
              <a:ext uri="{FF2B5EF4-FFF2-40B4-BE49-F238E27FC236}">
                <a16:creationId xmlns:a16="http://schemas.microsoft.com/office/drawing/2014/main" id="{327F1451-FC03-0752-AA4D-AA18A8E86243}"/>
              </a:ext>
            </a:extLst>
          </p:cNvPr>
          <p:cNvSpPr>
            <a:spLocks noGrp="1"/>
          </p:cNvSpPr>
          <p:nvPr>
            <p:ph type="body" sz="quarter" idx="20" hasCustomPrompt="1"/>
          </p:nvPr>
        </p:nvSpPr>
        <p:spPr>
          <a:xfrm>
            <a:off x="7360155" y="5114330"/>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grpSp>
        <p:nvGrpSpPr>
          <p:cNvPr id="3" name="Groupe 2">
            <a:extLst>
              <a:ext uri="{FF2B5EF4-FFF2-40B4-BE49-F238E27FC236}">
                <a16:creationId xmlns:a16="http://schemas.microsoft.com/office/drawing/2014/main" id="{D35548B0-D20F-A7B5-41A7-E8A23D01F6DC}"/>
              </a:ext>
            </a:extLst>
          </p:cNvPr>
          <p:cNvGrpSpPr/>
          <p:nvPr userDrawn="1"/>
        </p:nvGrpSpPr>
        <p:grpSpPr>
          <a:xfrm>
            <a:off x="11948029" y="81456"/>
            <a:ext cx="213491" cy="148952"/>
            <a:chOff x="5076825" y="2719386"/>
            <a:chExt cx="2037016" cy="1421225"/>
          </a:xfrm>
        </p:grpSpPr>
        <p:grpSp>
          <p:nvGrpSpPr>
            <p:cNvPr id="11" name="Graphique 20">
              <a:extLst>
                <a:ext uri="{FF2B5EF4-FFF2-40B4-BE49-F238E27FC236}">
                  <a16:creationId xmlns:a16="http://schemas.microsoft.com/office/drawing/2014/main" id="{1C16D14B-FAD8-B5C7-7C3F-AA6AF38C7834}"/>
                </a:ext>
              </a:extLst>
            </p:cNvPr>
            <p:cNvGrpSpPr/>
            <p:nvPr/>
          </p:nvGrpSpPr>
          <p:grpSpPr>
            <a:xfrm>
              <a:off x="5421562" y="2719386"/>
              <a:ext cx="1431388" cy="1001649"/>
              <a:chOff x="5421562" y="2719386"/>
              <a:chExt cx="1431388" cy="1001649"/>
            </a:xfrm>
          </p:grpSpPr>
          <p:sp>
            <p:nvSpPr>
              <p:cNvPr id="31" name="Forme libre : forme 30">
                <a:extLst>
                  <a:ext uri="{FF2B5EF4-FFF2-40B4-BE49-F238E27FC236}">
                    <a16:creationId xmlns:a16="http://schemas.microsoft.com/office/drawing/2014/main" id="{E31D278F-E0E8-DFCE-24E1-347792426ABF}"/>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solidFill>
                <a:srgbClr val="004F36"/>
              </a:solidFill>
              <a:ln w="9525" cap="flat">
                <a:noFill/>
                <a:prstDash val="solid"/>
                <a:miter/>
              </a:ln>
            </p:spPr>
            <p:txBody>
              <a:bodyPr rtlCol="0" anchor="ctr"/>
              <a:lstStyle/>
              <a:p>
                <a:endParaRPr lang="en-US"/>
              </a:p>
            </p:txBody>
          </p:sp>
          <p:grpSp>
            <p:nvGrpSpPr>
              <p:cNvPr id="32" name="Graphique 20">
                <a:extLst>
                  <a:ext uri="{FF2B5EF4-FFF2-40B4-BE49-F238E27FC236}">
                    <a16:creationId xmlns:a16="http://schemas.microsoft.com/office/drawing/2014/main" id="{4F228149-310B-40B8-1EDC-47DBF6E3DC87}"/>
                  </a:ext>
                </a:extLst>
              </p:cNvPr>
              <p:cNvGrpSpPr/>
              <p:nvPr/>
            </p:nvGrpSpPr>
            <p:grpSpPr>
              <a:xfrm>
                <a:off x="5421562" y="2784173"/>
                <a:ext cx="1431198" cy="749507"/>
                <a:chOff x="5421562" y="2784173"/>
                <a:chExt cx="1431198" cy="749507"/>
              </a:xfrm>
            </p:grpSpPr>
            <p:sp>
              <p:nvSpPr>
                <p:cNvPr id="34" name="Forme libre : forme 33">
                  <a:extLst>
                    <a:ext uri="{FF2B5EF4-FFF2-40B4-BE49-F238E27FC236}">
                      <a16:creationId xmlns:a16="http://schemas.microsoft.com/office/drawing/2014/main" id="{225CA0BD-4E7C-4F4D-A6D3-8F0EE5CE0682}"/>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solidFill>
                  <a:srgbClr val="004F36"/>
                </a:solidFill>
                <a:ln w="9525" cap="flat">
                  <a:no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3801AB09-4D93-525A-DACE-175833296B71}"/>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solidFill>
                  <a:srgbClr val="008078"/>
                </a:solidFill>
                <a:ln w="9525"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5BBE8BDE-E322-D2A0-696C-342D538D520B}"/>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solidFill>
                  <a:srgbClr val="004F36"/>
                </a:solidFill>
                <a:ln w="9525" cap="flat">
                  <a:noFill/>
                  <a:prstDash val="solid"/>
                  <a:miter/>
                </a:ln>
              </p:spPr>
              <p:txBody>
                <a:bodyPr rtlCol="0" anchor="ctr"/>
                <a:lstStyle/>
                <a:p>
                  <a:endParaRPr lang="en-US"/>
                </a:p>
              </p:txBody>
            </p:sp>
          </p:grpSp>
          <p:sp>
            <p:nvSpPr>
              <p:cNvPr id="33" name="Forme libre : forme 32">
                <a:extLst>
                  <a:ext uri="{FF2B5EF4-FFF2-40B4-BE49-F238E27FC236}">
                    <a16:creationId xmlns:a16="http://schemas.microsoft.com/office/drawing/2014/main" id="{993EE288-43E9-59FF-C367-61C6CDF94773}"/>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solidFill>
                <a:srgbClr val="FF0000"/>
              </a:solidFill>
              <a:ln w="9525" cap="flat">
                <a:noFill/>
                <a:prstDash val="solid"/>
                <a:miter/>
              </a:ln>
            </p:spPr>
            <p:txBody>
              <a:bodyPr rtlCol="0" anchor="ctr"/>
              <a:lstStyle/>
              <a:p>
                <a:endParaRPr lang="en-US"/>
              </a:p>
            </p:txBody>
          </p:sp>
        </p:grpSp>
        <p:grpSp>
          <p:nvGrpSpPr>
            <p:cNvPr id="16" name="Graphique 20">
              <a:extLst>
                <a:ext uri="{FF2B5EF4-FFF2-40B4-BE49-F238E27FC236}">
                  <a16:creationId xmlns:a16="http://schemas.microsoft.com/office/drawing/2014/main" id="{5D4D778D-A0C5-BE01-C4DC-CFC787EE1874}"/>
                </a:ext>
              </a:extLst>
            </p:cNvPr>
            <p:cNvGrpSpPr/>
            <p:nvPr/>
          </p:nvGrpSpPr>
          <p:grpSpPr>
            <a:xfrm>
              <a:off x="5076825" y="3953731"/>
              <a:ext cx="2037016" cy="186880"/>
              <a:chOff x="5076825" y="3953731"/>
              <a:chExt cx="2037016" cy="186880"/>
            </a:xfrm>
            <a:solidFill>
              <a:srgbClr val="004F36"/>
            </a:solidFill>
          </p:grpSpPr>
          <p:sp>
            <p:nvSpPr>
              <p:cNvPr id="21" name="Forme libre : forme 20">
                <a:extLst>
                  <a:ext uri="{FF2B5EF4-FFF2-40B4-BE49-F238E27FC236}">
                    <a16:creationId xmlns:a16="http://schemas.microsoft.com/office/drawing/2014/main" id="{131BDB7A-A6C6-5056-AE69-03F24B8AF690}"/>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solidFill>
                <a:srgbClr val="004F36"/>
              </a:solidFill>
              <a:ln w="9525" cap="flat">
                <a:noFill/>
                <a:prstDash val="solid"/>
                <a:miter/>
              </a:ln>
            </p:spPr>
            <p:txBody>
              <a:bodyPr rtlCol="0" anchor="ctr"/>
              <a:lstStyle/>
              <a:p>
                <a:endParaRPr lang="en-US"/>
              </a:p>
            </p:txBody>
          </p:sp>
          <p:sp>
            <p:nvSpPr>
              <p:cNvPr id="22" name="Forme libre : forme 21">
                <a:extLst>
                  <a:ext uri="{FF2B5EF4-FFF2-40B4-BE49-F238E27FC236}">
                    <a16:creationId xmlns:a16="http://schemas.microsoft.com/office/drawing/2014/main" id="{EE41C504-6C1E-DB1C-82DD-8A2FE32D9792}"/>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23" name="Forme libre : forme 22">
                <a:extLst>
                  <a:ext uri="{FF2B5EF4-FFF2-40B4-BE49-F238E27FC236}">
                    <a16:creationId xmlns:a16="http://schemas.microsoft.com/office/drawing/2014/main" id="{45628B17-EB13-99A0-A43E-1CB8B55E08B9}"/>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24" name="Forme libre : forme 23">
                <a:extLst>
                  <a:ext uri="{FF2B5EF4-FFF2-40B4-BE49-F238E27FC236}">
                    <a16:creationId xmlns:a16="http://schemas.microsoft.com/office/drawing/2014/main" id="{0CFAE591-03DA-F9F7-957D-5AC4D28EC57D}"/>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solidFill>
                <a:srgbClr val="004F36"/>
              </a:solidFill>
              <a:ln w="9525" cap="flat">
                <a:noFill/>
                <a:prstDash val="solid"/>
                <a:miter/>
              </a:ln>
            </p:spPr>
            <p:txBody>
              <a:bodyPr rtlCol="0" anchor="ctr"/>
              <a:lstStyle/>
              <a:p>
                <a:endParaRPr lang="en-US"/>
              </a:p>
            </p:txBody>
          </p:sp>
          <p:sp>
            <p:nvSpPr>
              <p:cNvPr id="25" name="Forme libre : forme 24">
                <a:extLst>
                  <a:ext uri="{FF2B5EF4-FFF2-40B4-BE49-F238E27FC236}">
                    <a16:creationId xmlns:a16="http://schemas.microsoft.com/office/drawing/2014/main" id="{A42CA65C-D219-3901-9789-B7BC43080706}"/>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2C20790F-7D43-ECA3-CEE7-CCD25DAADFBC}"/>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89177289-B926-9ABA-78F6-832034044D6A}"/>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solidFill>
                <a:srgbClr val="004F36"/>
              </a:solid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7A2126CF-071F-30C2-EA8B-F047013E7413}"/>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solidFill>
                <a:srgbClr val="004F36"/>
              </a:solidFill>
              <a:ln w="9525" cap="flat">
                <a:noFill/>
                <a:prstDash val="solid"/>
                <a:miter/>
              </a:ln>
            </p:spPr>
            <p:txBody>
              <a:bodyPr rtlCol="0" anchor="ctr"/>
              <a:lstStyle/>
              <a:p>
                <a:endParaRPr lang="en-US"/>
              </a:p>
            </p:txBody>
          </p:sp>
          <p:sp>
            <p:nvSpPr>
              <p:cNvPr id="29" name="Forme libre : forme 28">
                <a:extLst>
                  <a:ext uri="{FF2B5EF4-FFF2-40B4-BE49-F238E27FC236}">
                    <a16:creationId xmlns:a16="http://schemas.microsoft.com/office/drawing/2014/main" id="{B817403B-8C89-4131-3ED3-76D5778EB672}"/>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solidFill>
                <a:srgbClr val="004F36"/>
              </a:solidFill>
              <a:ln w="9525" cap="flat">
                <a:noFill/>
                <a:prstDash val="solid"/>
                <a:miter/>
              </a:ln>
            </p:spPr>
            <p:txBody>
              <a:bodyPr rtlCol="0" anchor="ctr"/>
              <a:lstStyle/>
              <a:p>
                <a:endParaRPr lang="en-US"/>
              </a:p>
            </p:txBody>
          </p:sp>
          <p:sp>
            <p:nvSpPr>
              <p:cNvPr id="30" name="Forme libre : forme 29">
                <a:extLst>
                  <a:ext uri="{FF2B5EF4-FFF2-40B4-BE49-F238E27FC236}">
                    <a16:creationId xmlns:a16="http://schemas.microsoft.com/office/drawing/2014/main" id="{04732BEC-6851-1839-2685-180D11A37333}"/>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solidFill>
                <a:srgbClr val="004F36"/>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6502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42" presetClass="path" presetSubtype="0" decel="100000" fill="hold" grpId="1" nodeType="withEffect">
                                  <p:stCondLst>
                                    <p:cond delay="0"/>
                                  </p:stCondLst>
                                  <p:childTnLst>
                                    <p:animMotion origin="layout" path="M -2.70833E-6 0 L 0.0405 0.00116 " pathEditMode="relative" rAng="0" ptsTypes="AA">
                                      <p:cBhvr>
                                        <p:cTn id="12" dur="2000" spd="-100000" fill="hold"/>
                                        <p:tgtEl>
                                          <p:spTgt spid="6"/>
                                        </p:tgtEl>
                                        <p:attrNameLst>
                                          <p:attrName>ppt_x</p:attrName>
                                          <p:attrName>ppt_y</p:attrName>
                                        </p:attrNameLst>
                                      </p:cBhvr>
                                      <p:rCtr x="2018" y="46"/>
                                    </p:animMotion>
                                  </p:childTnLst>
                                </p:cTn>
                              </p:par>
                              <p:par>
                                <p:cTn id="13" presetID="10" presetClass="entr" presetSubtype="0" fill="hold" nodeType="withEffect">
                                  <p:stCondLst>
                                    <p:cond delay="16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childTnLst>
                                </p:cTn>
                              </p:par>
                              <p:par>
                                <p:cTn id="16" presetID="42" presetClass="path" presetSubtype="0" decel="100000" fill="hold" nodeType="withEffect">
                                  <p:stCondLst>
                                    <p:cond delay="1600"/>
                                  </p:stCondLst>
                                  <p:childTnLst>
                                    <p:animMotion origin="layout" path="M -1.25E-6 0 L 0.02318 0 " pathEditMode="relative" rAng="0" ptsTypes="AA">
                                      <p:cBhvr>
                                        <p:cTn id="17" dur="2000" spd="-100000" fill="hold"/>
                                        <p:tgtEl>
                                          <p:spTgt spid="8"/>
                                        </p:tgtEl>
                                        <p:attrNameLst>
                                          <p:attrName>ppt_x</p:attrName>
                                          <p:attrName>ppt_y</p:attrName>
                                        </p:attrNameLst>
                                      </p:cBhvr>
                                      <p:rCtr x="11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 Lib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1619464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 Libre + Bandeau bas [Gr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24764A8-3C94-2FBC-ACC8-EF6864F761AE}"/>
              </a:ext>
            </a:extLst>
          </p:cNvPr>
          <p:cNvSpPr>
            <a:spLocks/>
          </p:cNvSpPr>
          <p:nvPr userDrawn="1"/>
        </p:nvSpPr>
        <p:spPr>
          <a:xfrm>
            <a:off x="0" y="6431460"/>
            <a:ext cx="12192000" cy="426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0" y="4991374"/>
            <a:ext cx="11908150" cy="1439862"/>
          </a:xfrm>
          <a:solidFill>
            <a:schemeClr val="bg1">
              <a:lumMod val="95000"/>
            </a:schemeClr>
          </a:solidFill>
        </p:spPr>
        <p:txBody>
          <a:bodyPr wrap="square">
            <a:noAutofit/>
          </a:bodyPr>
          <a:lstStyle>
            <a:lvl1pPr>
              <a:defRPr/>
            </a:lvl1pPr>
          </a:lstStyle>
          <a:p>
            <a:pPr lvl="0"/>
            <a:r>
              <a:rPr lang="en-US"/>
              <a:t> </a:t>
            </a:r>
          </a:p>
        </p:txBody>
      </p:sp>
    </p:spTree>
    <p:extLst>
      <p:ext uri="{BB962C8B-B14F-4D97-AF65-F5344CB8AC3E}">
        <p14:creationId xmlns:p14="http://schemas.microsoft.com/office/powerpoint/2010/main" val="18626306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 Libre + Bandeau bas [Oran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24764A8-3C94-2FBC-ACC8-EF6864F761AE}"/>
              </a:ext>
            </a:extLst>
          </p:cNvPr>
          <p:cNvSpPr>
            <a:spLocks/>
          </p:cNvSpPr>
          <p:nvPr userDrawn="1"/>
        </p:nvSpPr>
        <p:spPr>
          <a:xfrm>
            <a:off x="0" y="6431460"/>
            <a:ext cx="12192000" cy="4265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a:solidFill>
            <a:schemeClr val="bg1"/>
          </a:solidFill>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a:grpFill/>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grp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grp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grp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grp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grp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grp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grp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grp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0" y="4991374"/>
            <a:ext cx="12192000" cy="1439862"/>
          </a:xfrm>
          <a:solidFill>
            <a:schemeClr val="accent1"/>
          </a:solidFill>
        </p:spPr>
        <p:txBody>
          <a:bodyPr wrap="square">
            <a:noAutofit/>
          </a:bodyPr>
          <a:lstStyle>
            <a:lvl1pPr>
              <a:defRPr/>
            </a:lvl1pPr>
          </a:lstStyle>
          <a:p>
            <a:pPr lvl="0"/>
            <a:r>
              <a:rPr lang="en-US"/>
              <a:t> </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30575244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re + Libre + Bandeau droite [Gris]">
    <p:spTree>
      <p:nvGrpSpPr>
        <p:cNvPr id="1" name=""/>
        <p:cNvGrpSpPr/>
        <p:nvPr/>
      </p:nvGrpSpPr>
      <p:grpSpPr>
        <a:xfrm>
          <a:off x="0" y="0"/>
          <a:ext cx="0" cy="0"/>
          <a:chOff x="0" y="0"/>
          <a:chExt cx="0" cy="0"/>
        </a:xfrm>
      </p:grpSpPr>
      <p:sp>
        <p:nvSpPr>
          <p:cNvPr id="20" name="Rectangle 1">
            <a:extLst>
              <a:ext uri="{FF2B5EF4-FFF2-40B4-BE49-F238E27FC236}">
                <a16:creationId xmlns:a16="http://schemas.microsoft.com/office/drawing/2014/main" id="{B5310AB4-2025-8F8A-A9E3-278A9AF6FD52}"/>
              </a:ext>
            </a:extLst>
          </p:cNvPr>
          <p:cNvSpPr/>
          <p:nvPr/>
        </p:nvSpPr>
        <p:spPr>
          <a:xfrm>
            <a:off x="11908150" y="-1"/>
            <a:ext cx="283850" cy="643145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9765157" cy="498598"/>
          </a:xfrm>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4" y="1016000"/>
            <a:ext cx="9765157"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11133551" y="0"/>
            <a:ext cx="774598" cy="6858000"/>
          </a:xfrm>
          <a:solidFill>
            <a:schemeClr val="bg1">
              <a:lumMod val="95000"/>
            </a:schemeClr>
          </a:solidFill>
        </p:spPr>
        <p:txBody>
          <a:bodyPr wrap="square">
            <a:noAutofit/>
          </a:bodyPr>
          <a:lstStyle>
            <a:lvl1pPr>
              <a:defRPr/>
            </a:lvl1pPr>
          </a:lstStyle>
          <a:p>
            <a:pPr lvl="0"/>
            <a:r>
              <a:rPr lang="en-US"/>
              <a:t> </a:t>
            </a:r>
          </a:p>
        </p:txBody>
      </p:sp>
      <p:pic>
        <p:nvPicPr>
          <p:cNvPr id="24" name="Picture 109" descr="Une image contenant capture d’écran, Caractère coloré, léger, art&#10;&#10;Description générée automatiquement">
            <a:extLst>
              <a:ext uri="{FF2B5EF4-FFF2-40B4-BE49-F238E27FC236}">
                <a16:creationId xmlns:a16="http://schemas.microsoft.com/office/drawing/2014/main" id="{23A92AEA-BB72-581B-6176-4A10FE7E7488}"/>
              </a:ext>
            </a:extLst>
          </p:cNvPr>
          <p:cNvPicPr>
            <a:picLocks noChangeAspect="1"/>
          </p:cNvPicPr>
          <p:nvPr userDrawn="1"/>
        </p:nvPicPr>
        <p:blipFill>
          <a:blip>
            <a:alphaModFix/>
          </a:blip>
          <a:srcRect l="19105" t="73456" r="23593"/>
          <a:stretch/>
        </p:blipFill>
        <p:spPr>
          <a:xfrm rot="16200000">
            <a:off x="-534246" y="534248"/>
            <a:ext cx="1857058" cy="788562"/>
          </a:xfrm>
          <a:prstGeom prst="rect">
            <a:avLst/>
          </a:prstGeom>
        </p:spPr>
      </p:pic>
      <p:grpSp>
        <p:nvGrpSpPr>
          <p:cNvPr id="3" name="Groupe 2">
            <a:extLst>
              <a:ext uri="{FF2B5EF4-FFF2-40B4-BE49-F238E27FC236}">
                <a16:creationId xmlns:a16="http://schemas.microsoft.com/office/drawing/2014/main" id="{1348052B-67FC-D53E-1B48-2C783F169F33}"/>
              </a:ext>
            </a:extLst>
          </p:cNvPr>
          <p:cNvGrpSpPr/>
          <p:nvPr userDrawn="1"/>
        </p:nvGrpSpPr>
        <p:grpSpPr>
          <a:xfrm>
            <a:off x="11948029" y="80628"/>
            <a:ext cx="213491" cy="148952"/>
            <a:chOff x="5076825" y="2719386"/>
            <a:chExt cx="2037016" cy="1421225"/>
          </a:xfrm>
        </p:grpSpPr>
        <p:grpSp>
          <p:nvGrpSpPr>
            <p:cNvPr id="19" name="Graphique 20">
              <a:extLst>
                <a:ext uri="{FF2B5EF4-FFF2-40B4-BE49-F238E27FC236}">
                  <a16:creationId xmlns:a16="http://schemas.microsoft.com/office/drawing/2014/main" id="{9D66BFFE-3E6F-59E9-AF67-E0E3FE5F8B89}"/>
                </a:ext>
              </a:extLst>
            </p:cNvPr>
            <p:cNvGrpSpPr/>
            <p:nvPr/>
          </p:nvGrpSpPr>
          <p:grpSpPr>
            <a:xfrm>
              <a:off x="5421562" y="2719386"/>
              <a:ext cx="1431388" cy="1001649"/>
              <a:chOff x="5421562" y="2719386"/>
              <a:chExt cx="1431388" cy="1001649"/>
            </a:xfrm>
          </p:grpSpPr>
          <p:sp>
            <p:nvSpPr>
              <p:cNvPr id="35" name="Forme libre : forme 34">
                <a:extLst>
                  <a:ext uri="{FF2B5EF4-FFF2-40B4-BE49-F238E27FC236}">
                    <a16:creationId xmlns:a16="http://schemas.microsoft.com/office/drawing/2014/main" id="{3FD94B91-4060-9559-7739-ED283D7A33DD}"/>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solidFill>
                <a:srgbClr val="004F36"/>
              </a:solidFill>
              <a:ln w="9525" cap="flat">
                <a:noFill/>
                <a:prstDash val="solid"/>
                <a:miter/>
              </a:ln>
            </p:spPr>
            <p:txBody>
              <a:bodyPr rtlCol="0" anchor="ctr"/>
              <a:lstStyle/>
              <a:p>
                <a:endParaRPr lang="en-US"/>
              </a:p>
            </p:txBody>
          </p:sp>
          <p:grpSp>
            <p:nvGrpSpPr>
              <p:cNvPr id="36" name="Graphique 20">
                <a:extLst>
                  <a:ext uri="{FF2B5EF4-FFF2-40B4-BE49-F238E27FC236}">
                    <a16:creationId xmlns:a16="http://schemas.microsoft.com/office/drawing/2014/main" id="{26B88E39-228B-1996-FB4E-1A3658BAE3D1}"/>
                  </a:ext>
                </a:extLst>
              </p:cNvPr>
              <p:cNvGrpSpPr/>
              <p:nvPr/>
            </p:nvGrpSpPr>
            <p:grpSpPr>
              <a:xfrm>
                <a:off x="5421562" y="2784173"/>
                <a:ext cx="1431198" cy="749507"/>
                <a:chOff x="5421562" y="2784173"/>
                <a:chExt cx="1431198" cy="749507"/>
              </a:xfrm>
            </p:grpSpPr>
            <p:sp>
              <p:nvSpPr>
                <p:cNvPr id="38" name="Forme libre : forme 37">
                  <a:extLst>
                    <a:ext uri="{FF2B5EF4-FFF2-40B4-BE49-F238E27FC236}">
                      <a16:creationId xmlns:a16="http://schemas.microsoft.com/office/drawing/2014/main" id="{AA318117-5111-260F-D228-3F51F4E5561D}"/>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solidFill>
                  <a:srgbClr val="004F36"/>
                </a:solid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01C0A4A7-F2FA-35F7-626E-1B3224A7C6D0}"/>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solidFill>
                  <a:srgbClr val="008078"/>
                </a:solid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8303904E-B9AC-1F8E-B736-7093CA925B27}"/>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solidFill>
                  <a:srgbClr val="004F36"/>
                </a:solidFill>
                <a:ln w="9525" cap="flat">
                  <a:noFill/>
                  <a:prstDash val="solid"/>
                  <a:miter/>
                </a:ln>
              </p:spPr>
              <p:txBody>
                <a:bodyPr rtlCol="0" anchor="ctr"/>
                <a:lstStyle/>
                <a:p>
                  <a:endParaRPr lang="en-US"/>
                </a:p>
              </p:txBody>
            </p:sp>
          </p:grpSp>
          <p:sp>
            <p:nvSpPr>
              <p:cNvPr id="37" name="Forme libre : forme 36">
                <a:extLst>
                  <a:ext uri="{FF2B5EF4-FFF2-40B4-BE49-F238E27FC236}">
                    <a16:creationId xmlns:a16="http://schemas.microsoft.com/office/drawing/2014/main" id="{AE995CEC-0B7B-E5F8-1F59-A27115898DE4}"/>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solidFill>
                <a:srgbClr val="FF0000"/>
              </a:solidFill>
              <a:ln w="9525" cap="flat">
                <a:noFill/>
                <a:prstDash val="solid"/>
                <a:miter/>
              </a:ln>
            </p:spPr>
            <p:txBody>
              <a:bodyPr rtlCol="0" anchor="ctr"/>
              <a:lstStyle/>
              <a:p>
                <a:endParaRPr lang="en-US"/>
              </a:p>
            </p:txBody>
          </p:sp>
        </p:grpSp>
        <p:grpSp>
          <p:nvGrpSpPr>
            <p:cNvPr id="22" name="Graphique 20">
              <a:extLst>
                <a:ext uri="{FF2B5EF4-FFF2-40B4-BE49-F238E27FC236}">
                  <a16:creationId xmlns:a16="http://schemas.microsoft.com/office/drawing/2014/main" id="{3391BFDA-04BA-6A18-BD82-F8F0A3356364}"/>
                </a:ext>
              </a:extLst>
            </p:cNvPr>
            <p:cNvGrpSpPr/>
            <p:nvPr/>
          </p:nvGrpSpPr>
          <p:grpSpPr>
            <a:xfrm>
              <a:off x="5076825" y="3953731"/>
              <a:ext cx="2037016" cy="186880"/>
              <a:chOff x="5076825" y="3953731"/>
              <a:chExt cx="2037016" cy="186880"/>
            </a:xfrm>
            <a:solidFill>
              <a:srgbClr val="004F36"/>
            </a:solidFill>
          </p:grpSpPr>
          <p:sp>
            <p:nvSpPr>
              <p:cNvPr id="25" name="Forme libre : forme 24">
                <a:extLst>
                  <a:ext uri="{FF2B5EF4-FFF2-40B4-BE49-F238E27FC236}">
                    <a16:creationId xmlns:a16="http://schemas.microsoft.com/office/drawing/2014/main" id="{C51A3D47-7027-0EF6-3D3D-E765E25CA31F}"/>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solidFill>
                <a:srgbClr val="004F36"/>
              </a:solidFill>
              <a:ln w="9525" cap="flat">
                <a:no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58BF909B-15D2-3DCC-A5DF-90ADE86EBB6F}"/>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92CB79FF-D98A-D71D-1A87-6529DDB19ADD}"/>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CAC8F1CD-0141-F6F0-AECC-237A459601F1}"/>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solidFill>
                <a:srgbClr val="004F36"/>
              </a:solidFill>
              <a:ln w="9525" cap="flat">
                <a:noFill/>
                <a:prstDash val="solid"/>
                <a:miter/>
              </a:ln>
            </p:spPr>
            <p:txBody>
              <a:bodyPr rtlCol="0" anchor="ctr"/>
              <a:lstStyle/>
              <a:p>
                <a:endParaRPr lang="en-US"/>
              </a:p>
            </p:txBody>
          </p:sp>
          <p:sp>
            <p:nvSpPr>
              <p:cNvPr id="29" name="Forme libre : forme 28">
                <a:extLst>
                  <a:ext uri="{FF2B5EF4-FFF2-40B4-BE49-F238E27FC236}">
                    <a16:creationId xmlns:a16="http://schemas.microsoft.com/office/drawing/2014/main" id="{EAAB98E9-92A8-B960-7B17-2EF7BF484CAE}"/>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30" name="Forme libre : forme 29">
                <a:extLst>
                  <a:ext uri="{FF2B5EF4-FFF2-40B4-BE49-F238E27FC236}">
                    <a16:creationId xmlns:a16="http://schemas.microsoft.com/office/drawing/2014/main" id="{E7897C6B-A960-D780-9DC3-C0305E7D1EE6}"/>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31" name="Forme libre : forme 30">
                <a:extLst>
                  <a:ext uri="{FF2B5EF4-FFF2-40B4-BE49-F238E27FC236}">
                    <a16:creationId xmlns:a16="http://schemas.microsoft.com/office/drawing/2014/main" id="{2A5F4CA3-669F-46DB-BDF4-7F5EA20DA5BF}"/>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solidFill>
                <a:srgbClr val="004F36"/>
              </a:solidFill>
              <a:ln w="9525" cap="flat">
                <a:no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6B9FFF31-EE5D-B73C-2994-41217B431882}"/>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solidFill>
                <a:srgbClr val="004F36"/>
              </a:solid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F72E5450-75DA-3579-32F4-5A3DFB1FDC68}"/>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solidFill>
                <a:srgbClr val="004F36"/>
              </a:solid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A2C4FB19-B410-B738-3368-9FB66C9CFA10}"/>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solidFill>
                <a:srgbClr val="004F36"/>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9406178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re + Libre + Bandeau droite [Orange]">
    <p:spTree>
      <p:nvGrpSpPr>
        <p:cNvPr id="1" name=""/>
        <p:cNvGrpSpPr/>
        <p:nvPr/>
      </p:nvGrpSpPr>
      <p:grpSpPr>
        <a:xfrm>
          <a:off x="0" y="0"/>
          <a:ext cx="0" cy="0"/>
          <a:chOff x="0" y="0"/>
          <a:chExt cx="0" cy="0"/>
        </a:xfrm>
      </p:grpSpPr>
      <p:sp>
        <p:nvSpPr>
          <p:cNvPr id="20" name="Rectangle 1">
            <a:extLst>
              <a:ext uri="{FF2B5EF4-FFF2-40B4-BE49-F238E27FC236}">
                <a16:creationId xmlns:a16="http://schemas.microsoft.com/office/drawing/2014/main" id="{B5310AB4-2025-8F8A-A9E3-278A9AF6FD52}"/>
              </a:ext>
            </a:extLst>
          </p:cNvPr>
          <p:cNvSpPr/>
          <p:nvPr/>
        </p:nvSpPr>
        <p:spPr>
          <a:xfrm>
            <a:off x="11908150" y="-1"/>
            <a:ext cx="283850" cy="6431459"/>
          </a:xfrm>
          <a:prstGeom prst="rect">
            <a:avLst/>
          </a:prstGeom>
          <a:solidFill>
            <a:srgbClr val="C53B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11133551" y="0"/>
            <a:ext cx="774598" cy="6858000"/>
          </a:xfrm>
          <a:solidFill>
            <a:schemeClr val="accent1"/>
          </a:solidFill>
        </p:spPr>
        <p:txBody>
          <a:bodyPr wrap="square">
            <a:noAutofit/>
          </a:bodyPr>
          <a:lstStyle>
            <a:lvl1pPr>
              <a:defRPr/>
            </a:lvl1pPr>
          </a:lstStyle>
          <a:p>
            <a:pPr lvl="0"/>
            <a:r>
              <a:rPr lang="en-US"/>
              <a:t> </a:t>
            </a:r>
          </a:p>
        </p:txBody>
      </p:sp>
      <p:pic>
        <p:nvPicPr>
          <p:cNvPr id="24" name="Picture 109" descr="Une image contenant capture d’écran, Caractère coloré, léger, art&#10;&#10;Description générée automatiquement">
            <a:extLst>
              <a:ext uri="{FF2B5EF4-FFF2-40B4-BE49-F238E27FC236}">
                <a16:creationId xmlns:a16="http://schemas.microsoft.com/office/drawing/2014/main" id="{23A92AEA-BB72-581B-6176-4A10FE7E7488}"/>
              </a:ext>
            </a:extLst>
          </p:cNvPr>
          <p:cNvPicPr>
            <a:picLocks noChangeAspect="1"/>
          </p:cNvPicPr>
          <p:nvPr userDrawn="1"/>
        </p:nvPicPr>
        <p:blipFill>
          <a:blip>
            <a:alphaModFix/>
          </a:blip>
          <a:srcRect l="19105" t="73456" r="23593"/>
          <a:stretch/>
        </p:blipFill>
        <p:spPr>
          <a:xfrm rot="16200000">
            <a:off x="-534246" y="534248"/>
            <a:ext cx="1857058" cy="788562"/>
          </a:xfrm>
          <a:prstGeom prst="rect">
            <a:avLst/>
          </a:prstGeom>
        </p:spPr>
      </p:pic>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9765157" cy="498598"/>
          </a:xfrm>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9765157" cy="249299"/>
          </a:xfrm>
        </p:spPr>
        <p:txBody>
          <a:bodyPr wrap="square">
            <a:spAutoFit/>
          </a:bodyPr>
          <a:lstStyle>
            <a:lvl1pPr marL="0" indent="0">
              <a:spcBef>
                <a:spcPts val="0"/>
              </a:spcBef>
              <a:buNone/>
              <a:defRPr b="0" cap="all" spc="300" baseline="0"/>
            </a:lvl1pPr>
          </a:lstStyle>
          <a:p>
            <a:pPr lvl="0"/>
            <a:r>
              <a:rPr lang="fr-FR"/>
              <a:t>Sous-titre de la slide</a:t>
            </a:r>
          </a:p>
        </p:txBody>
      </p:sp>
      <p:grpSp>
        <p:nvGrpSpPr>
          <p:cNvPr id="3" name="Groupe 2">
            <a:extLst>
              <a:ext uri="{FF2B5EF4-FFF2-40B4-BE49-F238E27FC236}">
                <a16:creationId xmlns:a16="http://schemas.microsoft.com/office/drawing/2014/main" id="{A4A62924-B557-B8CD-64A4-BDB068A30542}"/>
              </a:ext>
            </a:extLst>
          </p:cNvPr>
          <p:cNvGrpSpPr/>
          <p:nvPr userDrawn="1"/>
        </p:nvGrpSpPr>
        <p:grpSpPr>
          <a:xfrm>
            <a:off x="11948029" y="81456"/>
            <a:ext cx="213491" cy="148952"/>
            <a:chOff x="5076825" y="2719386"/>
            <a:chExt cx="2037016" cy="1421225"/>
          </a:xfrm>
          <a:solidFill>
            <a:schemeClr val="bg1"/>
          </a:solidFill>
        </p:grpSpPr>
        <p:grpSp>
          <p:nvGrpSpPr>
            <p:cNvPr id="19" name="Graphique 20">
              <a:extLst>
                <a:ext uri="{FF2B5EF4-FFF2-40B4-BE49-F238E27FC236}">
                  <a16:creationId xmlns:a16="http://schemas.microsoft.com/office/drawing/2014/main" id="{B05EFA21-7C4F-B316-FFDF-7363B8B83231}"/>
                </a:ext>
              </a:extLst>
            </p:cNvPr>
            <p:cNvGrpSpPr/>
            <p:nvPr/>
          </p:nvGrpSpPr>
          <p:grpSpPr>
            <a:xfrm>
              <a:off x="5421562" y="2719386"/>
              <a:ext cx="1431388" cy="1001649"/>
              <a:chOff x="5421562" y="2719386"/>
              <a:chExt cx="1431388" cy="1001649"/>
            </a:xfrm>
            <a:grpFill/>
          </p:grpSpPr>
          <p:sp>
            <p:nvSpPr>
              <p:cNvPr id="35" name="Forme libre : forme 34">
                <a:extLst>
                  <a:ext uri="{FF2B5EF4-FFF2-40B4-BE49-F238E27FC236}">
                    <a16:creationId xmlns:a16="http://schemas.microsoft.com/office/drawing/2014/main" id="{9EE3BADE-E580-AD88-C432-C8C262018E46}"/>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grpFill/>
              <a:ln w="9525" cap="flat">
                <a:noFill/>
                <a:prstDash val="solid"/>
                <a:miter/>
              </a:ln>
            </p:spPr>
            <p:txBody>
              <a:bodyPr rtlCol="0" anchor="ctr"/>
              <a:lstStyle/>
              <a:p>
                <a:endParaRPr lang="en-US"/>
              </a:p>
            </p:txBody>
          </p:sp>
          <p:grpSp>
            <p:nvGrpSpPr>
              <p:cNvPr id="36" name="Graphique 20">
                <a:extLst>
                  <a:ext uri="{FF2B5EF4-FFF2-40B4-BE49-F238E27FC236}">
                    <a16:creationId xmlns:a16="http://schemas.microsoft.com/office/drawing/2014/main" id="{C295B645-F777-22A4-D395-A7E5917F66DC}"/>
                  </a:ext>
                </a:extLst>
              </p:cNvPr>
              <p:cNvGrpSpPr/>
              <p:nvPr/>
            </p:nvGrpSpPr>
            <p:grpSpPr>
              <a:xfrm>
                <a:off x="5421562" y="2784173"/>
                <a:ext cx="1431198" cy="749507"/>
                <a:chOff x="5421562" y="2784173"/>
                <a:chExt cx="1431198" cy="749507"/>
              </a:xfrm>
              <a:grpFill/>
            </p:grpSpPr>
            <p:sp>
              <p:nvSpPr>
                <p:cNvPr id="38" name="Forme libre : forme 37">
                  <a:extLst>
                    <a:ext uri="{FF2B5EF4-FFF2-40B4-BE49-F238E27FC236}">
                      <a16:creationId xmlns:a16="http://schemas.microsoft.com/office/drawing/2014/main" id="{E6CE69B8-9FDA-971D-9EEC-D981285727DC}"/>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grp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8263CD7B-C0CD-DA72-25D0-C27ABFA3F6C4}"/>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grp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BDD98FA8-F159-45CE-59E7-708FB5C01429}"/>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grpFill/>
                <a:ln w="9525" cap="flat">
                  <a:noFill/>
                  <a:prstDash val="solid"/>
                  <a:miter/>
                </a:ln>
              </p:spPr>
              <p:txBody>
                <a:bodyPr rtlCol="0" anchor="ctr"/>
                <a:lstStyle/>
                <a:p>
                  <a:endParaRPr lang="en-US"/>
                </a:p>
              </p:txBody>
            </p:sp>
          </p:grpSp>
          <p:sp>
            <p:nvSpPr>
              <p:cNvPr id="37" name="Forme libre : forme 36">
                <a:extLst>
                  <a:ext uri="{FF2B5EF4-FFF2-40B4-BE49-F238E27FC236}">
                    <a16:creationId xmlns:a16="http://schemas.microsoft.com/office/drawing/2014/main" id="{D202ED05-D5F6-75E6-7776-D17B618681FF}"/>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grpFill/>
              <a:ln w="9525" cap="flat">
                <a:noFill/>
                <a:prstDash val="solid"/>
                <a:miter/>
              </a:ln>
            </p:spPr>
            <p:txBody>
              <a:bodyPr rtlCol="0" anchor="ctr"/>
              <a:lstStyle/>
              <a:p>
                <a:endParaRPr lang="en-US"/>
              </a:p>
            </p:txBody>
          </p:sp>
        </p:grpSp>
        <p:grpSp>
          <p:nvGrpSpPr>
            <p:cNvPr id="22" name="Graphique 20">
              <a:extLst>
                <a:ext uri="{FF2B5EF4-FFF2-40B4-BE49-F238E27FC236}">
                  <a16:creationId xmlns:a16="http://schemas.microsoft.com/office/drawing/2014/main" id="{CA053C2B-8CC7-22DA-D95E-D83AD7258785}"/>
                </a:ext>
              </a:extLst>
            </p:cNvPr>
            <p:cNvGrpSpPr/>
            <p:nvPr/>
          </p:nvGrpSpPr>
          <p:grpSpPr>
            <a:xfrm>
              <a:off x="5076825" y="3953731"/>
              <a:ext cx="2037016" cy="186880"/>
              <a:chOff x="5076825" y="3953731"/>
              <a:chExt cx="2037016" cy="186880"/>
            </a:xfrm>
            <a:grpFill/>
          </p:grpSpPr>
          <p:sp>
            <p:nvSpPr>
              <p:cNvPr id="25" name="Forme libre : forme 24">
                <a:extLst>
                  <a:ext uri="{FF2B5EF4-FFF2-40B4-BE49-F238E27FC236}">
                    <a16:creationId xmlns:a16="http://schemas.microsoft.com/office/drawing/2014/main" id="{012443D7-2F22-D534-31B1-7C97C9C85E21}"/>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grpFill/>
              <a:ln w="9525" cap="flat">
                <a:no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8FB010B4-3453-D945-CC0D-494679024F78}"/>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C227BE6A-7F1B-A9EA-E712-A750FE0BFF48}"/>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grp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60388C64-A0FC-BF14-D105-1CA9B8666399}"/>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grpFill/>
              <a:ln w="9525" cap="flat">
                <a:noFill/>
                <a:prstDash val="solid"/>
                <a:miter/>
              </a:ln>
            </p:spPr>
            <p:txBody>
              <a:bodyPr rtlCol="0" anchor="ctr"/>
              <a:lstStyle/>
              <a:p>
                <a:endParaRPr lang="en-US"/>
              </a:p>
            </p:txBody>
          </p:sp>
          <p:sp>
            <p:nvSpPr>
              <p:cNvPr id="29" name="Forme libre : forme 28">
                <a:extLst>
                  <a:ext uri="{FF2B5EF4-FFF2-40B4-BE49-F238E27FC236}">
                    <a16:creationId xmlns:a16="http://schemas.microsoft.com/office/drawing/2014/main" id="{03B8EB57-A91B-5749-B18A-1889874DA3EA}"/>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30" name="Forme libre : forme 29">
                <a:extLst>
                  <a:ext uri="{FF2B5EF4-FFF2-40B4-BE49-F238E27FC236}">
                    <a16:creationId xmlns:a16="http://schemas.microsoft.com/office/drawing/2014/main" id="{7823107A-7666-4864-1E51-ADC56D13C1A4}"/>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grpFill/>
              <a:ln w="9525" cap="flat">
                <a:noFill/>
                <a:prstDash val="solid"/>
                <a:miter/>
              </a:ln>
            </p:spPr>
            <p:txBody>
              <a:bodyPr rtlCol="0" anchor="ctr"/>
              <a:lstStyle/>
              <a:p>
                <a:endParaRPr lang="en-US"/>
              </a:p>
            </p:txBody>
          </p:sp>
          <p:sp>
            <p:nvSpPr>
              <p:cNvPr id="31" name="Forme libre : forme 30">
                <a:extLst>
                  <a:ext uri="{FF2B5EF4-FFF2-40B4-BE49-F238E27FC236}">
                    <a16:creationId xmlns:a16="http://schemas.microsoft.com/office/drawing/2014/main" id="{DD0EAB52-801B-9CDD-AFCF-FA385DCC4267}"/>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grpFill/>
              <a:ln w="9525" cap="flat">
                <a:no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7F15023D-4B39-B745-4475-69337A0EF55B}"/>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grp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6C459359-5493-EE07-4770-58C3E0908445}"/>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grp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113EC491-F803-C9BB-0D59-3F8057A53AE0}"/>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grp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8285472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Notices">
    <p:bg>
      <p:bgPr>
        <a:gradFill>
          <a:gsLst>
            <a:gs pos="53000">
              <a:srgbClr val="360925"/>
            </a:gs>
            <a:gs pos="3000">
              <a:schemeClr val="tx1"/>
            </a:gs>
            <a:gs pos="100000">
              <a:schemeClr val="tx2">
                <a:lumMod val="75000"/>
              </a:schemeClr>
            </a:gs>
          </a:gsLst>
          <a:lin ang="18900000" scaled="1"/>
        </a:gradFill>
        <a:effectLst/>
      </p:bgPr>
    </p:bg>
    <p:spTree>
      <p:nvGrpSpPr>
        <p:cNvPr id="1" name=""/>
        <p:cNvGrpSpPr/>
        <p:nvPr/>
      </p:nvGrpSpPr>
      <p:grpSpPr>
        <a:xfrm>
          <a:off x="0" y="0"/>
          <a:ext cx="0" cy="0"/>
          <a:chOff x="0" y="0"/>
          <a:chExt cx="0" cy="0"/>
        </a:xfrm>
      </p:grpSpPr>
      <p:grpSp>
        <p:nvGrpSpPr>
          <p:cNvPr id="6" name="Group 3">
            <a:extLst>
              <a:ext uri="{FF2B5EF4-FFF2-40B4-BE49-F238E27FC236}">
                <a16:creationId xmlns:a16="http://schemas.microsoft.com/office/drawing/2014/main" id="{7950FB37-99CD-4B92-A752-9D782C902FFE}"/>
              </a:ext>
            </a:extLst>
          </p:cNvPr>
          <p:cNvGrpSpPr/>
          <p:nvPr userDrawn="1"/>
        </p:nvGrpSpPr>
        <p:grpSpPr>
          <a:xfrm>
            <a:off x="276225" y="276225"/>
            <a:ext cx="11719998" cy="6306364"/>
            <a:chOff x="276225" y="276225"/>
            <a:chExt cx="11719998" cy="6306364"/>
          </a:xfrm>
        </p:grpSpPr>
        <p:sp>
          <p:nvSpPr>
            <p:cNvPr id="7" name="TextBox 2">
              <a:extLst>
                <a:ext uri="{FF2B5EF4-FFF2-40B4-BE49-F238E27FC236}">
                  <a16:creationId xmlns:a16="http://schemas.microsoft.com/office/drawing/2014/main" id="{A7592916-C530-64B5-07D5-CAD87EAE71B5}"/>
                </a:ext>
              </a:extLst>
            </p:cNvPr>
            <p:cNvSpPr txBox="1"/>
            <p:nvPr/>
          </p:nvSpPr>
          <p:spPr>
            <a:xfrm>
              <a:off x="484700" y="523414"/>
              <a:ext cx="3439600" cy="402033"/>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400" b="1">
                  <a:solidFill>
                    <a:schemeClr val="bg2"/>
                  </a:solidFill>
                  <a:latin typeface="+mj-lt"/>
                </a:rPr>
                <a:t>Notices d’utilisation</a:t>
              </a:r>
            </a:p>
          </p:txBody>
        </p:sp>
        <p:sp>
          <p:nvSpPr>
            <p:cNvPr id="8" name="TextBox 2">
              <a:extLst>
                <a:ext uri="{FF2B5EF4-FFF2-40B4-BE49-F238E27FC236}">
                  <a16:creationId xmlns:a16="http://schemas.microsoft.com/office/drawing/2014/main" id="{D4D40140-2B8F-1B33-8955-E8B58FF702A1}"/>
                </a:ext>
              </a:extLst>
            </p:cNvPr>
            <p:cNvSpPr txBox="1"/>
            <p:nvPr/>
          </p:nvSpPr>
          <p:spPr>
            <a:xfrm>
              <a:off x="484701" y="841821"/>
              <a:ext cx="2525200" cy="350417"/>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000">
                  <a:solidFill>
                    <a:schemeClr val="bg2"/>
                  </a:solidFill>
                  <a:latin typeface="+mj-lt"/>
                </a:rPr>
                <a:t>de votre masque</a:t>
              </a:r>
            </a:p>
          </p:txBody>
        </p:sp>
        <p:sp>
          <p:nvSpPr>
            <p:cNvPr id="9" name="Graphique 6">
              <a:extLst>
                <a:ext uri="{FF2B5EF4-FFF2-40B4-BE49-F238E27FC236}">
                  <a16:creationId xmlns:a16="http://schemas.microsoft.com/office/drawing/2014/main" id="{BCC78A85-7121-6329-A295-F95DA0909D6B}"/>
                </a:ext>
              </a:extLst>
            </p:cNvPr>
            <p:cNvSpPr/>
            <p:nvPr/>
          </p:nvSpPr>
          <p:spPr>
            <a:xfrm flipH="1">
              <a:off x="276225" y="276225"/>
              <a:ext cx="304800" cy="304800"/>
            </a:xfrm>
            <a:custGeom>
              <a:avLst/>
              <a:gdLst>
                <a:gd name="connsiteX0" fmla="*/ 4318000 w 4876800"/>
                <a:gd name="connsiteY0" fmla="*/ 0 h 4876800"/>
                <a:gd name="connsiteX1" fmla="*/ 558800 w 4876800"/>
                <a:gd name="connsiteY1" fmla="*/ 0 h 4876800"/>
                <a:gd name="connsiteX2" fmla="*/ 0 w 4876800"/>
                <a:gd name="connsiteY2" fmla="*/ 558800 h 4876800"/>
                <a:gd name="connsiteX3" fmla="*/ 0 w 4876800"/>
                <a:gd name="connsiteY3" fmla="*/ 3302000 h 4876800"/>
                <a:gd name="connsiteX4" fmla="*/ 558800 w 4876800"/>
                <a:gd name="connsiteY4" fmla="*/ 3860800 h 4876800"/>
                <a:gd name="connsiteX5" fmla="*/ 812800 w 4876800"/>
                <a:gd name="connsiteY5" fmla="*/ 3860800 h 4876800"/>
                <a:gd name="connsiteX6" fmla="*/ 812800 w 4876800"/>
                <a:gd name="connsiteY6" fmla="*/ 4724400 h 4876800"/>
                <a:gd name="connsiteX7" fmla="*/ 906882 w 4876800"/>
                <a:gd name="connsiteY7" fmla="*/ 4865218 h 4876800"/>
                <a:gd name="connsiteX8" fmla="*/ 965200 w 4876800"/>
                <a:gd name="connsiteY8" fmla="*/ 4876800 h 4876800"/>
                <a:gd name="connsiteX9" fmla="*/ 1072896 w 4876800"/>
                <a:gd name="connsiteY9" fmla="*/ 4832096 h 4876800"/>
                <a:gd name="connsiteX10" fmla="*/ 2044192 w 4876800"/>
                <a:gd name="connsiteY10" fmla="*/ 3860800 h 4876800"/>
                <a:gd name="connsiteX11" fmla="*/ 4318000 w 4876800"/>
                <a:gd name="connsiteY11" fmla="*/ 3860800 h 4876800"/>
                <a:gd name="connsiteX12" fmla="*/ 4876800 w 4876800"/>
                <a:gd name="connsiteY12" fmla="*/ 3302000 h 4876800"/>
                <a:gd name="connsiteX13" fmla="*/ 4876800 w 4876800"/>
                <a:gd name="connsiteY13" fmla="*/ 558800 h 4876800"/>
                <a:gd name="connsiteX14" fmla="*/ 4318000 w 4876800"/>
                <a:gd name="connsiteY14" fmla="*/ 0 h 4876800"/>
                <a:gd name="connsiteX15" fmla="*/ 2852928 w 4876800"/>
                <a:gd name="connsiteY15" fmla="*/ 2822651 h 4876800"/>
                <a:gd name="connsiteX16" fmla="*/ 2625344 w 4876800"/>
                <a:gd name="connsiteY16" fmla="*/ 3048203 h 4876800"/>
                <a:gd name="connsiteX17" fmla="*/ 2251456 w 4876800"/>
                <a:gd name="connsiteY17" fmla="*/ 3048203 h 4876800"/>
                <a:gd name="connsiteX18" fmla="*/ 2023872 w 4876800"/>
                <a:gd name="connsiteY18" fmla="*/ 2786075 h 4876800"/>
                <a:gd name="connsiteX19" fmla="*/ 2023872 w 4876800"/>
                <a:gd name="connsiteY19" fmla="*/ 2676347 h 4876800"/>
                <a:gd name="connsiteX20" fmla="*/ 2852928 w 4876800"/>
                <a:gd name="connsiteY20" fmla="*/ 2676347 h 4876800"/>
                <a:gd name="connsiteX21" fmla="*/ 3017520 w 4876800"/>
                <a:gd name="connsiteY21" fmla="*/ 2221179 h 4876800"/>
                <a:gd name="connsiteX22" fmla="*/ 2859024 w 4876800"/>
                <a:gd name="connsiteY22" fmla="*/ 2473147 h 4876800"/>
                <a:gd name="connsiteX23" fmla="*/ 2019808 w 4876800"/>
                <a:gd name="connsiteY23" fmla="*/ 2473147 h 4876800"/>
                <a:gd name="connsiteX24" fmla="*/ 1871472 w 4876800"/>
                <a:gd name="connsiteY24" fmla="*/ 2231339 h 4876800"/>
                <a:gd name="connsiteX25" fmla="*/ 1524000 w 4876800"/>
                <a:gd name="connsiteY25" fmla="*/ 1499819 h 4876800"/>
                <a:gd name="connsiteX26" fmla="*/ 2424176 w 4876800"/>
                <a:gd name="connsiteY26" fmla="*/ 609803 h 4876800"/>
                <a:gd name="connsiteX27" fmla="*/ 3082544 w 4876800"/>
                <a:gd name="connsiteY27" fmla="*/ 873963 h 4876800"/>
                <a:gd name="connsiteX28" fmla="*/ 3352800 w 4876800"/>
                <a:gd name="connsiteY28" fmla="*/ 1518107 h 4876800"/>
                <a:gd name="connsiteX29" fmla="*/ 3017520 w 4876800"/>
                <a:gd name="connsiteY29" fmla="*/ 2221179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76800" h="4876800">
                  <a:moveTo>
                    <a:pt x="4318000" y="0"/>
                  </a:moveTo>
                  <a:lnTo>
                    <a:pt x="558800" y="0"/>
                  </a:lnTo>
                  <a:cubicBezTo>
                    <a:pt x="250546" y="0"/>
                    <a:pt x="0" y="250546"/>
                    <a:pt x="0" y="558800"/>
                  </a:cubicBezTo>
                  <a:lnTo>
                    <a:pt x="0" y="3302000"/>
                  </a:lnTo>
                  <a:cubicBezTo>
                    <a:pt x="0" y="3610255"/>
                    <a:pt x="250546" y="3860800"/>
                    <a:pt x="558800" y="3860800"/>
                  </a:cubicBezTo>
                  <a:lnTo>
                    <a:pt x="812800" y="3860800"/>
                  </a:lnTo>
                  <a:lnTo>
                    <a:pt x="812800" y="4724400"/>
                  </a:lnTo>
                  <a:cubicBezTo>
                    <a:pt x="812800" y="4785970"/>
                    <a:pt x="849986" y="4841647"/>
                    <a:pt x="906882" y="4865218"/>
                  </a:cubicBezTo>
                  <a:cubicBezTo>
                    <a:pt x="925779" y="4872940"/>
                    <a:pt x="945490" y="4876800"/>
                    <a:pt x="965200" y="4876800"/>
                  </a:cubicBezTo>
                  <a:cubicBezTo>
                    <a:pt x="1004824" y="4876800"/>
                    <a:pt x="1043838" y="4861357"/>
                    <a:pt x="1072896" y="4832096"/>
                  </a:cubicBezTo>
                  <a:lnTo>
                    <a:pt x="2044192" y="3860800"/>
                  </a:lnTo>
                  <a:lnTo>
                    <a:pt x="4318000" y="3860800"/>
                  </a:lnTo>
                  <a:cubicBezTo>
                    <a:pt x="4626255" y="3860800"/>
                    <a:pt x="4876800" y="3610255"/>
                    <a:pt x="4876800" y="3302000"/>
                  </a:cubicBezTo>
                  <a:lnTo>
                    <a:pt x="4876800" y="558800"/>
                  </a:lnTo>
                  <a:cubicBezTo>
                    <a:pt x="4876800" y="250546"/>
                    <a:pt x="4626255" y="0"/>
                    <a:pt x="4318000" y="0"/>
                  </a:cubicBezTo>
                  <a:close/>
                  <a:moveTo>
                    <a:pt x="2852928" y="2822651"/>
                  </a:moveTo>
                  <a:cubicBezTo>
                    <a:pt x="2852928" y="2946603"/>
                    <a:pt x="2751328" y="3048203"/>
                    <a:pt x="2625344" y="3048203"/>
                  </a:cubicBezTo>
                  <a:lnTo>
                    <a:pt x="2251456" y="3048203"/>
                  </a:lnTo>
                  <a:cubicBezTo>
                    <a:pt x="2141728" y="3048203"/>
                    <a:pt x="2023872" y="2966923"/>
                    <a:pt x="2023872" y="2786075"/>
                  </a:cubicBezTo>
                  <a:lnTo>
                    <a:pt x="2023872" y="2676347"/>
                  </a:lnTo>
                  <a:lnTo>
                    <a:pt x="2852928" y="2676347"/>
                  </a:lnTo>
                  <a:close/>
                  <a:moveTo>
                    <a:pt x="3017520" y="2221179"/>
                  </a:moveTo>
                  <a:cubicBezTo>
                    <a:pt x="2932176" y="2290267"/>
                    <a:pt x="2877312" y="2379675"/>
                    <a:pt x="2859024" y="2473147"/>
                  </a:cubicBezTo>
                  <a:lnTo>
                    <a:pt x="2019808" y="2473147"/>
                  </a:lnTo>
                  <a:cubicBezTo>
                    <a:pt x="2005584" y="2381707"/>
                    <a:pt x="1954784" y="2296363"/>
                    <a:pt x="1871472" y="2231339"/>
                  </a:cubicBezTo>
                  <a:cubicBezTo>
                    <a:pt x="1645920" y="2054555"/>
                    <a:pt x="1517904" y="1788363"/>
                    <a:pt x="1524000" y="1499819"/>
                  </a:cubicBezTo>
                  <a:cubicBezTo>
                    <a:pt x="1534160" y="1016203"/>
                    <a:pt x="1938528" y="615899"/>
                    <a:pt x="2424176" y="609803"/>
                  </a:cubicBezTo>
                  <a:cubicBezTo>
                    <a:pt x="2670048" y="603707"/>
                    <a:pt x="2905760" y="699211"/>
                    <a:pt x="3082544" y="873963"/>
                  </a:cubicBezTo>
                  <a:cubicBezTo>
                    <a:pt x="3257296" y="1044651"/>
                    <a:pt x="3352800" y="1274267"/>
                    <a:pt x="3352800" y="1518107"/>
                  </a:cubicBezTo>
                  <a:cubicBezTo>
                    <a:pt x="3352800" y="1792427"/>
                    <a:pt x="3231083" y="2048459"/>
                    <a:pt x="3017520" y="222117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 rtlCol="0" anchor="ctr"/>
            <a:lstStyle/>
            <a:p>
              <a:pPr algn="ctr"/>
              <a:endParaRPr lang="fr-FR" sz="1000" cap="all" spc="400">
                <a:solidFill>
                  <a:schemeClr val="lt1"/>
                </a:solidFill>
                <a:latin typeface="Verdana" panose="020B0604030504040204" pitchFamily="34" charset="0"/>
              </a:endParaRPr>
            </a:p>
          </p:txBody>
        </p:sp>
        <p:sp>
          <p:nvSpPr>
            <p:cNvPr id="10" name="ZoneTexte 9">
              <a:extLst>
                <a:ext uri="{FF2B5EF4-FFF2-40B4-BE49-F238E27FC236}">
                  <a16:creationId xmlns:a16="http://schemas.microsoft.com/office/drawing/2014/main" id="{CBBA0704-60B8-F66E-ECD4-427322C1B8C1}"/>
                </a:ext>
              </a:extLst>
            </p:cNvPr>
            <p:cNvSpPr txBox="1"/>
            <p:nvPr/>
          </p:nvSpPr>
          <p:spPr>
            <a:xfrm>
              <a:off x="571501" y="1362049"/>
              <a:ext cx="2752724" cy="3275769"/>
            </a:xfrm>
            <a:prstGeom prst="rect">
              <a:avLst/>
            </a:prstGeom>
            <a:noFill/>
          </p:spPr>
          <p:txBody>
            <a:bodyPr wrap="square" lIns="0" tIns="0" rIns="0" bIns="0">
              <a:spAutoFit/>
            </a:bodyPr>
            <a:lstStyle/>
            <a:p>
              <a:pPr>
                <a:lnSpc>
                  <a:spcPct val="110000"/>
                </a:lnSpc>
                <a:spcBef>
                  <a:spcPts val="1200"/>
                </a:spcBef>
              </a:pPr>
              <a:r>
                <a:rPr lang="fr-FR" sz="1100">
                  <a:solidFill>
                    <a:schemeClr val="bg2"/>
                  </a:solidFill>
                </a:rPr>
                <a:t>Le masque de diapositives </a:t>
              </a:r>
              <a:br>
                <a:rPr lang="fr-FR" sz="1100">
                  <a:solidFill>
                    <a:schemeClr val="bg2"/>
                  </a:solidFill>
                </a:rPr>
              </a:br>
              <a:r>
                <a:rPr lang="fr-FR" sz="1100">
                  <a:solidFill>
                    <a:schemeClr val="bg2"/>
                  </a:solidFill>
                </a:rPr>
                <a:t>est utilisé à des fins pratiques. </a:t>
              </a:r>
              <a:br>
                <a:rPr lang="fr-FR" sz="1100">
                  <a:solidFill>
                    <a:schemeClr val="bg2"/>
                  </a:solidFill>
                </a:rPr>
              </a:br>
              <a:r>
                <a:rPr lang="fr-FR" sz="1100">
                  <a:solidFill>
                    <a:schemeClr val="bg2"/>
                  </a:solidFill>
                </a:rPr>
                <a:t>Les principaux éléments sont inclus </a:t>
              </a:r>
              <a:br>
                <a:rPr lang="fr-FR" sz="1100">
                  <a:solidFill>
                    <a:schemeClr val="bg2"/>
                  </a:solidFill>
                </a:rPr>
              </a:br>
              <a:r>
                <a:rPr lang="fr-FR" sz="1100">
                  <a:solidFill>
                    <a:schemeClr val="bg2"/>
                  </a:solidFill>
                </a:rPr>
                <a:t>au masque : l’idée étant de créer </a:t>
              </a:r>
              <a:br>
                <a:rPr lang="fr-FR" sz="1100">
                  <a:solidFill>
                    <a:schemeClr val="bg2"/>
                  </a:solidFill>
                </a:rPr>
              </a:br>
              <a:r>
                <a:rPr lang="fr-FR" sz="1100">
                  <a:solidFill>
                    <a:schemeClr val="bg2"/>
                  </a:solidFill>
                </a:rPr>
                <a:t>un cadre figé, un template, pour </a:t>
              </a:r>
              <a:br>
                <a:rPr lang="fr-FR" sz="1100">
                  <a:solidFill>
                    <a:schemeClr val="bg2"/>
                  </a:solidFill>
                </a:rPr>
              </a:br>
              <a:r>
                <a:rPr lang="fr-FR" sz="1100">
                  <a:solidFill>
                    <a:schemeClr val="bg2"/>
                  </a:solidFill>
                </a:rPr>
                <a:t>que l’utilisateur final puisse réaliser </a:t>
              </a:r>
              <a:br>
                <a:rPr lang="fr-FR" sz="1100">
                  <a:solidFill>
                    <a:schemeClr val="bg2"/>
                  </a:solidFill>
                </a:rPr>
              </a:br>
              <a:r>
                <a:rPr lang="fr-FR" sz="1100">
                  <a:solidFill>
                    <a:schemeClr val="bg2"/>
                  </a:solidFill>
                </a:rPr>
                <a:t>une présentation qualitative sans </a:t>
              </a:r>
              <a:br>
                <a:rPr lang="fr-FR" sz="1100">
                  <a:solidFill>
                    <a:schemeClr val="bg2"/>
                  </a:solidFill>
                </a:rPr>
              </a:br>
              <a:r>
                <a:rPr lang="fr-FR" sz="1100">
                  <a:solidFill>
                    <a:schemeClr val="bg2"/>
                  </a:solidFill>
                </a:rPr>
                <a:t>avoir à ce questionner sur le design.</a:t>
              </a:r>
            </a:p>
            <a:p>
              <a:pPr>
                <a:lnSpc>
                  <a:spcPct val="110000"/>
                </a:lnSpc>
                <a:spcBef>
                  <a:spcPts val="1200"/>
                </a:spcBef>
              </a:pPr>
              <a:r>
                <a:rPr lang="fr-FR" sz="1100">
                  <a:solidFill>
                    <a:schemeClr val="bg2"/>
                  </a:solidFill>
                </a:rPr>
                <a:t>Pour plus de liberté et construire </a:t>
              </a:r>
              <a:br>
                <a:rPr lang="fr-FR" sz="1100">
                  <a:solidFill>
                    <a:schemeClr val="bg2"/>
                  </a:solidFill>
                </a:rPr>
              </a:br>
              <a:r>
                <a:rPr lang="fr-FR" sz="1100">
                  <a:solidFill>
                    <a:schemeClr val="bg2"/>
                  </a:solidFill>
                </a:rPr>
                <a:t>des slides autrement, les slides </a:t>
              </a:r>
              <a:br>
                <a:rPr lang="fr-FR" sz="1100">
                  <a:solidFill>
                    <a:schemeClr val="bg2"/>
                  </a:solidFill>
                </a:rPr>
              </a:br>
              <a:r>
                <a:rPr lang="fr-FR" sz="1100">
                  <a:solidFill>
                    <a:schemeClr val="bg2"/>
                  </a:solidFill>
                </a:rPr>
                <a:t>« libres » et les éléments graphiques </a:t>
              </a:r>
              <a:br>
                <a:rPr lang="fr-FR" sz="1100">
                  <a:solidFill>
                    <a:schemeClr val="bg2"/>
                  </a:solidFill>
                </a:rPr>
              </a:br>
              <a:r>
                <a:rPr lang="fr-FR" sz="1100">
                  <a:solidFill>
                    <a:schemeClr val="bg2"/>
                  </a:solidFill>
                </a:rPr>
                <a:t>en toolbox sont là pour vous faciliter </a:t>
              </a:r>
              <a:br>
                <a:rPr lang="fr-FR" sz="1100">
                  <a:solidFill>
                    <a:schemeClr val="bg2"/>
                  </a:solidFill>
                </a:rPr>
              </a:br>
              <a:r>
                <a:rPr lang="fr-FR" sz="1100">
                  <a:solidFill>
                    <a:schemeClr val="bg2"/>
                  </a:solidFill>
                </a:rPr>
                <a:t>la tâche.</a:t>
              </a:r>
            </a:p>
            <a:p>
              <a:pPr>
                <a:lnSpc>
                  <a:spcPct val="110000"/>
                </a:lnSpc>
                <a:spcBef>
                  <a:spcPts val="1200"/>
                </a:spcBef>
              </a:pPr>
              <a:r>
                <a:rPr lang="fr-FR" sz="1100">
                  <a:solidFill>
                    <a:schemeClr val="bg2"/>
                  </a:solidFill>
                </a:rPr>
                <a:t>Vous pouvez accéder rapidement </a:t>
              </a:r>
              <a:br>
                <a:rPr lang="fr-FR" sz="1100">
                  <a:solidFill>
                    <a:schemeClr val="bg2"/>
                  </a:solidFill>
                </a:rPr>
              </a:br>
              <a:r>
                <a:rPr lang="fr-FR" sz="1100">
                  <a:solidFill>
                    <a:schemeClr val="bg2"/>
                  </a:solidFill>
                </a:rPr>
                <a:t>aux différentes sections en faisant </a:t>
              </a:r>
              <a:br>
                <a:rPr lang="fr-FR" sz="1100">
                  <a:solidFill>
                    <a:schemeClr val="bg2"/>
                  </a:solidFill>
                </a:rPr>
              </a:br>
              <a:r>
                <a:rPr lang="fr-FR" sz="1100">
                  <a:solidFill>
                    <a:schemeClr val="bg2"/>
                  </a:solidFill>
                </a:rPr>
                <a:t>ctrl+click sur un des boutons suivants :</a:t>
              </a:r>
            </a:p>
          </p:txBody>
        </p:sp>
        <p:sp>
          <p:nvSpPr>
            <p:cNvPr id="11" name="Rectangle 10">
              <a:extLst>
                <a:ext uri="{FF2B5EF4-FFF2-40B4-BE49-F238E27FC236}">
                  <a16:creationId xmlns:a16="http://schemas.microsoft.com/office/drawing/2014/main" id="{5650972D-D2C5-68FF-DDE2-231D8EAD32E4}"/>
                </a:ext>
              </a:extLst>
            </p:cNvPr>
            <p:cNvSpPr/>
            <p:nvPr/>
          </p:nvSpPr>
          <p:spPr>
            <a:xfrm>
              <a:off x="3974466" y="523414"/>
              <a:ext cx="1724290" cy="2065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Installer le modèle</a:t>
              </a:r>
              <a:br>
                <a:rPr lang="fr-FR" sz="800" b="1">
                  <a:solidFill>
                    <a:schemeClr val="accent1"/>
                  </a:solidFill>
                </a:rPr>
              </a:br>
              <a:r>
                <a:rPr lang="fr-FR" sz="800" b="1">
                  <a:solidFill>
                    <a:schemeClr val="accent1"/>
                  </a:solidFill>
                </a:rPr>
                <a:t>du masque par défaut :</a:t>
              </a:r>
            </a:p>
            <a:p>
              <a:pPr marL="171450" indent="-171450">
                <a:spcAft>
                  <a:spcPts val="300"/>
                </a:spcAft>
                <a:buClr>
                  <a:schemeClr val="accent1"/>
                </a:buClr>
                <a:buFont typeface="Arial" panose="020B0604020202020204" pitchFamily="34" charset="0"/>
                <a:buChar char="•"/>
              </a:pPr>
              <a:r>
                <a:rPr lang="fr-FR" sz="700">
                  <a:solidFill>
                    <a:schemeClr val="bg2"/>
                  </a:solidFill>
                </a:rPr>
                <a:t>Dans l’onglet « Création », déployez la fenêtre des thèmes en cliquant sur la flèche pointant vers le bas</a:t>
              </a:r>
            </a:p>
            <a:p>
              <a:pPr marL="171450" indent="-171450">
                <a:spcAft>
                  <a:spcPts val="300"/>
                </a:spcAft>
                <a:buClr>
                  <a:schemeClr val="accent1"/>
                </a:buClr>
                <a:buFont typeface="Arial" panose="020B0604020202020204" pitchFamily="34" charset="0"/>
                <a:buChar char="•"/>
              </a:pPr>
              <a:r>
                <a:rPr lang="fr-FR" sz="700">
                  <a:solidFill>
                    <a:schemeClr val="bg2"/>
                  </a:solidFill>
                </a:rPr>
                <a:t>Dans cette nouvelle fenêtre, </a:t>
              </a:r>
              <a:br>
                <a:rPr lang="fr-FR" sz="700">
                  <a:solidFill>
                    <a:schemeClr val="bg2"/>
                  </a:solidFill>
                </a:rPr>
              </a:br>
              <a:r>
                <a:rPr lang="fr-FR" sz="700">
                  <a:solidFill>
                    <a:schemeClr val="bg2"/>
                  </a:solidFill>
                </a:rPr>
                <a:t>cliquer sur « Rechercher </a:t>
              </a:r>
              <a:br>
                <a:rPr lang="fr-FR" sz="700">
                  <a:solidFill>
                    <a:schemeClr val="bg2"/>
                  </a:solidFill>
                </a:rPr>
              </a:br>
              <a:r>
                <a:rPr lang="fr-FR" sz="700">
                  <a:solidFill>
                    <a:schemeClr val="bg2"/>
                  </a:solidFill>
                </a:rPr>
                <a:t>les thèmes »</a:t>
              </a:r>
            </a:p>
            <a:p>
              <a:pPr marL="171450" indent="-171450">
                <a:spcAft>
                  <a:spcPts val="300"/>
                </a:spcAft>
                <a:buClr>
                  <a:schemeClr val="accent1"/>
                </a:buClr>
                <a:buFont typeface="Arial" panose="020B0604020202020204" pitchFamily="34" charset="0"/>
                <a:buChar char="•"/>
              </a:pPr>
              <a:r>
                <a:rPr lang="fr-FR" sz="700">
                  <a:solidFill>
                    <a:schemeClr val="bg2"/>
                  </a:solidFill>
                </a:rPr>
                <a:t>Parcourir l’ordinateur </a:t>
              </a:r>
              <a:br>
                <a:rPr lang="fr-FR" sz="700">
                  <a:solidFill>
                    <a:schemeClr val="bg2"/>
                  </a:solidFill>
                </a:rPr>
              </a:br>
              <a:r>
                <a:rPr lang="fr-FR" sz="700">
                  <a:solidFill>
                    <a:schemeClr val="bg2"/>
                  </a:solidFill>
                </a:rPr>
                <a:t>et sélectionner le masque </a:t>
              </a:r>
              <a:br>
                <a:rPr lang="fr-FR" sz="700">
                  <a:solidFill>
                    <a:schemeClr val="bg2"/>
                  </a:solidFill>
                </a:rPr>
              </a:br>
              <a:r>
                <a:rPr lang="fr-FR" sz="700">
                  <a:solidFill>
                    <a:schemeClr val="bg2"/>
                  </a:solidFill>
                </a:rPr>
                <a:t>au format .</a:t>
              </a:r>
              <a:r>
                <a:rPr lang="fr-FR" sz="700" err="1">
                  <a:solidFill>
                    <a:schemeClr val="bg2"/>
                  </a:solidFill>
                </a:rPr>
                <a:t>potx</a:t>
              </a:r>
              <a:r>
                <a:rPr lang="fr-FR" sz="700">
                  <a:solidFill>
                    <a:schemeClr val="bg2"/>
                  </a:solidFill>
                </a:rPr>
                <a:t>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Appliquer »</a:t>
              </a:r>
            </a:p>
            <a:p>
              <a:pPr marL="171450" indent="-171450">
                <a:spcAft>
                  <a:spcPts val="300"/>
                </a:spcAft>
                <a:buClr>
                  <a:schemeClr val="accent1"/>
                </a:buClr>
                <a:buFont typeface="Arial" panose="020B0604020202020204" pitchFamily="34" charset="0"/>
                <a:buChar char="•"/>
              </a:pPr>
              <a:r>
                <a:rPr lang="fr-FR" sz="700">
                  <a:solidFill>
                    <a:schemeClr val="bg2"/>
                  </a:solidFill>
                </a:rPr>
                <a:t>Une fois le thème enregistré, </a:t>
              </a:r>
              <a:br>
                <a:rPr lang="fr-FR" sz="700">
                  <a:solidFill>
                    <a:schemeClr val="bg2"/>
                  </a:solidFill>
                </a:rPr>
              </a:br>
              <a:r>
                <a:rPr lang="fr-FR" sz="700">
                  <a:solidFill>
                    <a:schemeClr val="bg2"/>
                  </a:solidFill>
                </a:rPr>
                <a:t>lors des prochaines utilisations, vous pourrez enregistrer votre présentation au format .pptx</a:t>
              </a:r>
            </a:p>
          </p:txBody>
        </p:sp>
        <p:cxnSp>
          <p:nvCxnSpPr>
            <p:cNvPr id="12" name="Connecteur droit 12">
              <a:extLst>
                <a:ext uri="{FF2B5EF4-FFF2-40B4-BE49-F238E27FC236}">
                  <a16:creationId xmlns:a16="http://schemas.microsoft.com/office/drawing/2014/main" id="{25E5B7BF-9EC5-184F-AE30-B751D0D8EB3F}"/>
                </a:ext>
              </a:extLst>
            </p:cNvPr>
            <p:cNvCxnSpPr>
              <a:cxnSpLocks/>
            </p:cNvCxnSpPr>
            <p:nvPr/>
          </p:nvCxnSpPr>
          <p:spPr>
            <a:xfrm>
              <a:off x="3798570" y="581025"/>
              <a:ext cx="0" cy="5457825"/>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97D6647-1B6D-B007-C54F-2DA002C12529}"/>
                </a:ext>
              </a:extLst>
            </p:cNvPr>
            <p:cNvSpPr/>
            <p:nvPr/>
          </p:nvSpPr>
          <p:spPr>
            <a:xfrm>
              <a:off x="5947223" y="523414"/>
              <a:ext cx="1785617" cy="857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Insérer  une nouvelle slide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Accueil », </a:t>
              </a:r>
              <a:br>
                <a:rPr lang="fr-FR" sz="700">
                  <a:solidFill>
                    <a:schemeClr val="bg2"/>
                  </a:solidFill>
                </a:rPr>
              </a:br>
              <a:r>
                <a:rPr lang="fr-FR" sz="700">
                  <a:solidFill>
                    <a:schemeClr val="bg2"/>
                  </a:solidFill>
                </a:rPr>
                <a:t>« Nouvelle diapositive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la flèche en dessous </a:t>
              </a:r>
              <a:br>
                <a:rPr lang="fr-FR" sz="700">
                  <a:solidFill>
                    <a:schemeClr val="bg2"/>
                  </a:solidFill>
                </a:rPr>
              </a:br>
              <a:r>
                <a:rPr lang="fr-FR" sz="700">
                  <a:solidFill>
                    <a:schemeClr val="bg2"/>
                  </a:solidFill>
                </a:rPr>
                <a:t>e « Nouvelle diapositive » </a:t>
              </a:r>
              <a:br>
                <a:rPr lang="fr-FR" sz="700">
                  <a:solidFill>
                    <a:schemeClr val="bg2"/>
                  </a:solidFill>
                </a:rPr>
              </a:br>
              <a:r>
                <a:rPr lang="fr-FR" sz="700">
                  <a:solidFill>
                    <a:schemeClr val="bg2"/>
                  </a:solidFill>
                </a:rPr>
                <a:t>et sélectionner le modèle souhaité </a:t>
              </a:r>
            </a:p>
          </p:txBody>
        </p:sp>
        <p:sp>
          <p:nvSpPr>
            <p:cNvPr id="14" name="Rectangle 13">
              <a:extLst>
                <a:ext uri="{FF2B5EF4-FFF2-40B4-BE49-F238E27FC236}">
                  <a16:creationId xmlns:a16="http://schemas.microsoft.com/office/drawing/2014/main" id="{C501E9C2-3592-B407-546C-3EE372968165}"/>
                </a:ext>
              </a:extLst>
            </p:cNvPr>
            <p:cNvSpPr/>
            <p:nvPr/>
          </p:nvSpPr>
          <p:spPr>
            <a:xfrm>
              <a:off x="5947223" y="1647364"/>
              <a:ext cx="1785617" cy="4958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Modifier  un modèle existant :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Accueil », « Disposition » et sélectionner le modèle souhaité</a:t>
              </a:r>
            </a:p>
          </p:txBody>
        </p:sp>
        <p:grpSp>
          <p:nvGrpSpPr>
            <p:cNvPr id="15" name="Groupe 20">
              <a:extLst>
                <a:ext uri="{FF2B5EF4-FFF2-40B4-BE49-F238E27FC236}">
                  <a16:creationId xmlns:a16="http://schemas.microsoft.com/office/drawing/2014/main" id="{95F0931E-717E-8099-5979-78EA37665414}"/>
                </a:ext>
              </a:extLst>
            </p:cNvPr>
            <p:cNvGrpSpPr/>
            <p:nvPr/>
          </p:nvGrpSpPr>
          <p:grpSpPr>
            <a:xfrm>
              <a:off x="8388532" y="523414"/>
              <a:ext cx="1785617" cy="924385"/>
              <a:chOff x="8791480" y="523414"/>
              <a:chExt cx="1785617" cy="924385"/>
            </a:xfrm>
          </p:grpSpPr>
          <p:sp>
            <p:nvSpPr>
              <p:cNvPr id="45" name="Rectangle 44">
                <a:extLst>
                  <a:ext uri="{FF2B5EF4-FFF2-40B4-BE49-F238E27FC236}">
                    <a16:creationId xmlns:a16="http://schemas.microsoft.com/office/drawing/2014/main" id="{840CFF2A-64C9-F13E-B1EB-D33F9C02EA74}"/>
                  </a:ext>
                </a:extLst>
              </p:cNvPr>
              <p:cNvSpPr/>
              <p:nvPr/>
            </p:nvSpPr>
            <p:spPr>
              <a:xfrm>
                <a:off x="8791480" y="523414"/>
                <a:ext cx="1785617" cy="726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Passer d’un niveau</a:t>
                </a:r>
                <a:br>
                  <a:rPr lang="fr-FR" sz="800" b="1">
                    <a:solidFill>
                      <a:schemeClr val="accent1"/>
                    </a:solidFill>
                  </a:rPr>
                </a:br>
                <a:r>
                  <a:rPr lang="fr-FR" sz="800" b="1">
                    <a:solidFill>
                      <a:schemeClr val="accent1"/>
                    </a:solidFill>
                  </a:rPr>
                  <a:t>de puces à un autre :</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la ligne souhaitée</a:t>
                </a:r>
                <a:br>
                  <a:rPr lang="fr-FR" sz="700">
                    <a:solidFill>
                      <a:schemeClr val="bg2"/>
                    </a:solidFill>
                  </a:rPr>
                </a:br>
                <a:r>
                  <a:rPr lang="fr-FR" sz="700">
                    <a:solidFill>
                      <a:schemeClr val="bg2"/>
                    </a:solidFill>
                  </a:rPr>
                  <a:t>et utiliser la tabulation vers l’avant (Tab) ou vers l’arrière (Shift + Tab)</a:t>
                </a:r>
              </a:p>
            </p:txBody>
          </p:sp>
          <p:pic>
            <p:nvPicPr>
              <p:cNvPr id="46" name="Image 19">
                <a:extLst>
                  <a:ext uri="{FF2B5EF4-FFF2-40B4-BE49-F238E27FC236}">
                    <a16:creationId xmlns:a16="http://schemas.microsoft.com/office/drawing/2014/main" id="{B426D247-FA96-7374-0972-DD91FEFB61C1}"/>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l="-1" t="11299" r="5299" b="11538"/>
              <a:stretch/>
            </p:blipFill>
            <p:spPr>
              <a:xfrm>
                <a:off x="9037131" y="1276300"/>
                <a:ext cx="372382" cy="171499"/>
              </a:xfrm>
              <a:prstGeom prst="rect">
                <a:avLst/>
              </a:prstGeom>
            </p:spPr>
          </p:pic>
        </p:grpSp>
        <p:sp>
          <p:nvSpPr>
            <p:cNvPr id="16" name="Rectangle 15">
              <a:extLst>
                <a:ext uri="{FF2B5EF4-FFF2-40B4-BE49-F238E27FC236}">
                  <a16:creationId xmlns:a16="http://schemas.microsoft.com/office/drawing/2014/main" id="{9E656CCC-C457-49F0-5B2D-1A7D21491E7D}"/>
                </a:ext>
              </a:extLst>
            </p:cNvPr>
            <p:cNvSpPr/>
            <p:nvPr/>
          </p:nvSpPr>
          <p:spPr>
            <a:xfrm>
              <a:off x="10210606" y="523414"/>
              <a:ext cx="1785617" cy="1811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Outil « Reproduire</a:t>
              </a:r>
              <a:br>
                <a:rPr lang="fr-FR" sz="800" b="1">
                  <a:solidFill>
                    <a:schemeClr val="accent1"/>
                  </a:solidFill>
                </a:rPr>
              </a:br>
              <a:r>
                <a:rPr lang="fr-FR" sz="800" b="1">
                  <a:solidFill>
                    <a:schemeClr val="accent1"/>
                  </a:solidFill>
                </a:rPr>
                <a:t>la mise en forme »</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la forme </a:t>
              </a:r>
              <a:br>
                <a:rPr lang="fr-FR" sz="700">
                  <a:solidFill>
                    <a:schemeClr val="bg2"/>
                  </a:solidFill>
                </a:rPr>
              </a:br>
              <a:r>
                <a:rPr lang="fr-FR" sz="700">
                  <a:solidFill>
                    <a:schemeClr val="bg2"/>
                  </a:solidFill>
                </a:rPr>
                <a:t>ou le texte souhaité</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l’icone </a:t>
              </a:r>
              <a:br>
                <a:rPr lang="fr-FR" sz="700">
                  <a:solidFill>
                    <a:schemeClr val="bg2"/>
                  </a:solidFill>
                </a:rPr>
              </a:br>
              <a:r>
                <a:rPr lang="fr-FR" sz="700">
                  <a:solidFill>
                    <a:schemeClr val="bg2"/>
                  </a:solidFill>
                </a:rPr>
                <a:t>« Reproduire la mise </a:t>
              </a:r>
              <a:br>
                <a:rPr lang="fr-FR" sz="700">
                  <a:solidFill>
                    <a:schemeClr val="bg2"/>
                  </a:solidFill>
                </a:rPr>
              </a:br>
              <a:r>
                <a:rPr lang="fr-FR" sz="700">
                  <a:solidFill>
                    <a:schemeClr val="bg2"/>
                  </a:solidFill>
                </a:rPr>
                <a:t>en forme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la forme ou sélectionner le texte souhaité pour la recopie de mise en forme. Les modifications seront faites instantanément  </a:t>
              </a:r>
            </a:p>
            <a:p>
              <a:pPr marL="171450" indent="-171450">
                <a:spcAft>
                  <a:spcPts val="300"/>
                </a:spcAft>
                <a:buClr>
                  <a:schemeClr val="accent1"/>
                </a:buClr>
                <a:buFont typeface="Arial" panose="020B0604020202020204" pitchFamily="34" charset="0"/>
                <a:buChar char="•"/>
              </a:pPr>
              <a:r>
                <a:rPr lang="fr-FR" sz="700">
                  <a:solidFill>
                    <a:schemeClr val="bg2"/>
                  </a:solidFill>
                </a:rPr>
                <a:t>Pour appliquer la même mise en forme à plusieurs endroits dans la présentation, double cliquer sur l’icône</a:t>
              </a:r>
            </a:p>
          </p:txBody>
        </p:sp>
        <p:pic>
          <p:nvPicPr>
            <p:cNvPr id="17" name="Image 23">
              <a:extLst>
                <a:ext uri="{FF2B5EF4-FFF2-40B4-BE49-F238E27FC236}">
                  <a16:creationId xmlns:a16="http://schemas.microsoft.com/office/drawing/2014/main" id="{CC3FDD99-79D9-4E68-C570-24ED512CF23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1351882" y="1137416"/>
              <a:ext cx="220980" cy="218808"/>
            </a:xfrm>
            <a:prstGeom prst="rect">
              <a:avLst/>
            </a:prstGeom>
          </p:spPr>
        </p:pic>
        <p:sp>
          <p:nvSpPr>
            <p:cNvPr id="18" name="Rectangle 17">
              <a:extLst>
                <a:ext uri="{FF2B5EF4-FFF2-40B4-BE49-F238E27FC236}">
                  <a16:creationId xmlns:a16="http://schemas.microsoft.com/office/drawing/2014/main" id="{4A2E0088-30CD-5187-EF04-81C561931494}"/>
                </a:ext>
              </a:extLst>
            </p:cNvPr>
            <p:cNvSpPr/>
            <p:nvPr/>
          </p:nvSpPr>
          <p:spPr>
            <a:xfrm>
              <a:off x="3974465" y="2961814"/>
              <a:ext cx="1785617" cy="1596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Changer la couleur </a:t>
              </a:r>
              <a:br>
                <a:rPr lang="fr-FR" sz="800" b="1">
                  <a:solidFill>
                    <a:schemeClr val="accent1"/>
                  </a:solidFill>
                </a:rPr>
              </a:br>
              <a:r>
                <a:rPr lang="fr-FR" sz="800" b="1">
                  <a:solidFill>
                    <a:schemeClr val="accent1"/>
                  </a:solidFill>
                </a:rPr>
                <a:t>ou l’image de l’arrière-plan :</a:t>
              </a:r>
            </a:p>
            <a:p>
              <a:pPr marL="171450" indent="-171450">
                <a:spcAft>
                  <a:spcPts val="300"/>
                </a:spcAft>
                <a:buClr>
                  <a:schemeClr val="accent1"/>
                </a:buClr>
                <a:buFont typeface="Arial" panose="020B0604020202020204" pitchFamily="34" charset="0"/>
                <a:buChar char="•"/>
              </a:pPr>
              <a:r>
                <a:rPr lang="fr-FR" sz="700">
                  <a:solidFill>
                    <a:schemeClr val="bg2"/>
                  </a:solidFill>
                </a:rPr>
                <a:t>Faire un clic droit </a:t>
              </a:r>
              <a:br>
                <a:rPr lang="fr-FR" sz="700">
                  <a:solidFill>
                    <a:schemeClr val="bg2"/>
                  </a:solidFill>
                </a:rPr>
              </a:br>
              <a:r>
                <a:rPr lang="fr-FR" sz="700">
                  <a:solidFill>
                    <a:schemeClr val="bg2"/>
                  </a:solidFill>
                </a:rPr>
                <a:t>sur la diapositive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Mise en forme </a:t>
              </a:r>
              <a:br>
                <a:rPr lang="fr-FR" sz="700">
                  <a:solidFill>
                    <a:schemeClr val="bg2"/>
                  </a:solidFill>
                </a:rPr>
              </a:br>
              <a:r>
                <a:rPr lang="fr-FR" sz="700">
                  <a:solidFill>
                    <a:schemeClr val="bg2"/>
                  </a:solidFill>
                </a:rPr>
                <a:t>de l’arrière plan »</a:t>
              </a:r>
            </a:p>
            <a:p>
              <a:pPr marL="171450" indent="-171450">
                <a:spcAft>
                  <a:spcPts val="300"/>
                </a:spcAft>
                <a:buClr>
                  <a:schemeClr val="accent1"/>
                </a:buClr>
                <a:buFont typeface="Arial" panose="020B0604020202020204" pitchFamily="34" charset="0"/>
                <a:buChar char="•"/>
              </a:pPr>
              <a:r>
                <a:rPr lang="fr-FR" sz="700">
                  <a:solidFill>
                    <a:schemeClr val="bg2"/>
                  </a:solidFill>
                </a:rPr>
                <a:t>Changer la couleur</a:t>
              </a:r>
            </a:p>
            <a:p>
              <a:pPr>
                <a:spcAft>
                  <a:spcPts val="300"/>
                </a:spcAft>
                <a:buClr>
                  <a:schemeClr val="accent1"/>
                </a:buClr>
              </a:pPr>
              <a:r>
                <a:rPr lang="fr-FR" sz="700">
                  <a:solidFill>
                    <a:schemeClr val="bg2"/>
                  </a:solidFill>
                </a:rPr>
                <a:t>Ou</a:t>
              </a:r>
            </a:p>
            <a:p>
              <a:pPr marL="171450" indent="-171450">
                <a:spcAft>
                  <a:spcPts val="300"/>
                </a:spcAft>
                <a:buClr>
                  <a:schemeClr val="accent1"/>
                </a:buClr>
                <a:buFont typeface="Arial" panose="020B0604020202020204" pitchFamily="34" charset="0"/>
                <a:buChar char="•"/>
              </a:pPr>
              <a:r>
                <a:rPr lang="fr-FR" sz="700">
                  <a:solidFill>
                    <a:schemeClr val="bg2"/>
                  </a:solidFill>
                </a:rPr>
                <a:t>Choisir l’image souhaitée (1920x1080px en 72 dpi)</a:t>
              </a:r>
            </a:p>
            <a:p>
              <a:pPr>
                <a:spcAft>
                  <a:spcPts val="300"/>
                </a:spcAft>
                <a:buClr>
                  <a:schemeClr val="accent1"/>
                </a:buClr>
              </a:pPr>
              <a:endParaRPr lang="fr-FR" sz="700">
                <a:solidFill>
                  <a:schemeClr val="bg2"/>
                </a:solidFill>
              </a:endParaRPr>
            </a:p>
          </p:txBody>
        </p:sp>
        <p:grpSp>
          <p:nvGrpSpPr>
            <p:cNvPr id="19" name="Groupe 29">
              <a:extLst>
                <a:ext uri="{FF2B5EF4-FFF2-40B4-BE49-F238E27FC236}">
                  <a16:creationId xmlns:a16="http://schemas.microsoft.com/office/drawing/2014/main" id="{53ECEB8A-8F3E-8C0A-5AEF-C35D41BCCDE3}"/>
                </a:ext>
              </a:extLst>
            </p:cNvPr>
            <p:cNvGrpSpPr/>
            <p:nvPr/>
          </p:nvGrpSpPr>
          <p:grpSpPr>
            <a:xfrm>
              <a:off x="5947223" y="2961814"/>
              <a:ext cx="2101402" cy="2480362"/>
              <a:chOff x="5950221" y="2961814"/>
              <a:chExt cx="2101402" cy="2480362"/>
            </a:xfrm>
          </p:grpSpPr>
          <p:sp>
            <p:nvSpPr>
              <p:cNvPr id="42" name="Rectangle 41">
                <a:extLst>
                  <a:ext uri="{FF2B5EF4-FFF2-40B4-BE49-F238E27FC236}">
                    <a16:creationId xmlns:a16="http://schemas.microsoft.com/office/drawing/2014/main" id="{A121CD75-2070-F7B6-1506-D37D62BB66AD}"/>
                  </a:ext>
                </a:extLst>
              </p:cNvPr>
              <p:cNvSpPr/>
              <p:nvPr/>
            </p:nvSpPr>
            <p:spPr>
              <a:xfrm>
                <a:off x="5950221" y="2961814"/>
                <a:ext cx="2101402" cy="1262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0" numCol="2" rtlCol="0" anchor="t">
                <a:noAutofit/>
              </a:bodyPr>
              <a:lstStyle/>
              <a:p>
                <a:pPr>
                  <a:spcAft>
                    <a:spcPts val="300"/>
                  </a:spcAft>
                  <a:buClr>
                    <a:schemeClr val="accent1"/>
                  </a:buClr>
                </a:pPr>
                <a:r>
                  <a:rPr lang="fr-FR" sz="800" b="1">
                    <a:solidFill>
                      <a:schemeClr val="accent1"/>
                    </a:solidFill>
                  </a:rPr>
                  <a:t>Changer une image : </a:t>
                </a:r>
              </a:p>
              <a:p>
                <a:pPr>
                  <a:spcAft>
                    <a:spcPts val="300"/>
                  </a:spcAft>
                  <a:buClr>
                    <a:schemeClr val="accent1"/>
                  </a:buClr>
                </a:pPr>
                <a:r>
                  <a:rPr lang="fr-FR" sz="800" b="1">
                    <a:solidFill>
                      <a:schemeClr val="accent1"/>
                    </a:solidFill>
                  </a:rPr>
                  <a:t>Méthode #01</a:t>
                </a:r>
              </a:p>
              <a:p>
                <a:pPr marL="171450" indent="-171450">
                  <a:spcAft>
                    <a:spcPts val="300"/>
                  </a:spcAft>
                  <a:buClr>
                    <a:schemeClr val="accent1"/>
                  </a:buClr>
                  <a:buFont typeface="Arial" panose="020B0604020202020204" pitchFamily="34" charset="0"/>
                  <a:buChar char="•"/>
                </a:pPr>
                <a:r>
                  <a:rPr lang="fr-FR" sz="700">
                    <a:solidFill>
                      <a:schemeClr val="bg1"/>
                    </a:solidFill>
                  </a:rPr>
                  <a:t>Clique-droit</a:t>
                </a:r>
                <a:br>
                  <a:rPr lang="fr-FR" sz="700">
                    <a:solidFill>
                      <a:schemeClr val="bg1"/>
                    </a:solidFill>
                  </a:rPr>
                </a:br>
                <a:r>
                  <a:rPr lang="fr-FR" sz="700">
                    <a:solidFill>
                      <a:schemeClr val="bg1"/>
                    </a:solidFill>
                  </a:rPr>
                  <a:t>sur l’image</a:t>
                </a:r>
              </a:p>
              <a:p>
                <a:pPr marL="171450" indent="-171450">
                  <a:spcAft>
                    <a:spcPts val="300"/>
                  </a:spcAft>
                  <a:buClr>
                    <a:schemeClr val="accent1"/>
                  </a:buClr>
                  <a:buFont typeface="Arial" panose="020B0604020202020204" pitchFamily="34" charset="0"/>
                  <a:buChar char="•"/>
                </a:pPr>
                <a:r>
                  <a:rPr lang="fr-FR" sz="700">
                    <a:solidFill>
                      <a:schemeClr val="bg1"/>
                    </a:solidFill>
                  </a:rPr>
                  <a:t>Changer </a:t>
                </a:r>
                <a:br>
                  <a:rPr lang="fr-FR" sz="700">
                    <a:solidFill>
                      <a:schemeClr val="bg1"/>
                    </a:solidFill>
                  </a:rPr>
                </a:br>
                <a:r>
                  <a:rPr lang="fr-FR" sz="700">
                    <a:solidFill>
                      <a:schemeClr val="bg1"/>
                    </a:solidFill>
                  </a:rPr>
                  <a:t>d’image</a:t>
                </a:r>
              </a:p>
              <a:p>
                <a:pPr marL="171450" indent="-171450">
                  <a:spcAft>
                    <a:spcPts val="300"/>
                  </a:spcAft>
                  <a:buClr>
                    <a:schemeClr val="accent1"/>
                  </a:buClr>
                  <a:buFont typeface="Arial" panose="020B0604020202020204" pitchFamily="34" charset="0"/>
                  <a:buChar char="•"/>
                </a:pPr>
                <a:r>
                  <a:rPr lang="fr-FR" sz="700">
                    <a:solidFill>
                      <a:schemeClr val="bg1"/>
                    </a:solidFill>
                  </a:rPr>
                  <a:t>Sélectionner </a:t>
                </a:r>
                <a:br>
                  <a:rPr lang="fr-FR" sz="700">
                    <a:solidFill>
                      <a:schemeClr val="bg1"/>
                    </a:solidFill>
                  </a:rPr>
                </a:br>
                <a:r>
                  <a:rPr lang="fr-FR" sz="700">
                    <a:solidFill>
                      <a:schemeClr val="bg1"/>
                    </a:solidFill>
                  </a:rPr>
                  <a:t>la source</a:t>
                </a:r>
                <a:br>
                  <a:rPr lang="fr-FR" sz="700">
                    <a:solidFill>
                      <a:schemeClr val="bg1"/>
                    </a:solidFill>
                  </a:rPr>
                </a:br>
                <a:r>
                  <a:rPr lang="fr-FR" sz="700">
                    <a:solidFill>
                      <a:schemeClr val="bg1"/>
                    </a:solidFill>
                  </a:rPr>
                  <a:t>désirée</a:t>
                </a:r>
              </a:p>
              <a:p>
                <a:pPr marL="171450" indent="-171450">
                  <a:spcAft>
                    <a:spcPts val="300"/>
                  </a:spcAft>
                  <a:buClr>
                    <a:schemeClr val="accent1"/>
                  </a:buClr>
                  <a:buFont typeface="Wingdings 3" panose="05040102010807070707" pitchFamily="18" charset="2"/>
                  <a:buChar char=""/>
                </a:pPr>
                <a:endParaRPr lang="fr-FR" sz="700">
                  <a:solidFill>
                    <a:schemeClr val="bg1"/>
                  </a:solidFill>
                </a:endParaRPr>
              </a:p>
              <a:p>
                <a:pPr marL="171450" indent="-171450">
                  <a:spcAft>
                    <a:spcPts val="300"/>
                  </a:spcAft>
                  <a:buClr>
                    <a:schemeClr val="accent1"/>
                  </a:buClr>
                  <a:buFont typeface="Wingdings 3" panose="05040102010807070707" pitchFamily="18" charset="2"/>
                  <a:buChar char=""/>
                </a:pPr>
                <a:endParaRPr lang="fr-FR" sz="700">
                  <a:solidFill>
                    <a:schemeClr val="bg1"/>
                  </a:solidFill>
                </a:endParaRPr>
              </a:p>
              <a:p>
                <a:pPr>
                  <a:spcBef>
                    <a:spcPts val="300"/>
                  </a:spcBef>
                  <a:spcAft>
                    <a:spcPts val="300"/>
                  </a:spcAft>
                  <a:buClr>
                    <a:schemeClr val="accent1"/>
                  </a:buClr>
                </a:pPr>
                <a:r>
                  <a:rPr lang="fr-FR" sz="800" b="1">
                    <a:solidFill>
                      <a:schemeClr val="bg1">
                        <a:lumMod val="95000"/>
                        <a:alpha val="0"/>
                      </a:schemeClr>
                    </a:solidFill>
                  </a:rPr>
                  <a:t>Changer une image:</a:t>
                </a:r>
              </a:p>
              <a:p>
                <a:pPr>
                  <a:spcAft>
                    <a:spcPts val="300"/>
                  </a:spcAft>
                  <a:buClr>
                    <a:schemeClr val="accent1"/>
                  </a:buClr>
                </a:pPr>
                <a:r>
                  <a:rPr lang="fr-FR" sz="800" b="1">
                    <a:solidFill>
                      <a:schemeClr val="accent1"/>
                    </a:solidFill>
                  </a:rPr>
                  <a:t>Méthode #02</a:t>
                </a:r>
              </a:p>
              <a:p>
                <a:pPr marL="171450" indent="-171450">
                  <a:spcAft>
                    <a:spcPts val="300"/>
                  </a:spcAft>
                  <a:buClr>
                    <a:schemeClr val="accent1"/>
                  </a:buClr>
                  <a:buFont typeface="Arial" panose="020B0604020202020204" pitchFamily="34" charset="0"/>
                  <a:buChar char="•"/>
                </a:pPr>
                <a:r>
                  <a:rPr lang="fr-FR" sz="700">
                    <a:solidFill>
                      <a:schemeClr val="bg1"/>
                    </a:solidFill>
                  </a:rPr>
                  <a:t>Supprimer </a:t>
                </a:r>
                <a:br>
                  <a:rPr lang="fr-FR" sz="700">
                    <a:solidFill>
                      <a:schemeClr val="bg1"/>
                    </a:solidFill>
                  </a:rPr>
                </a:br>
                <a:r>
                  <a:rPr lang="fr-FR" sz="700">
                    <a:solidFill>
                      <a:schemeClr val="bg1"/>
                    </a:solidFill>
                  </a:rPr>
                  <a:t>l’image en place</a:t>
                </a:r>
              </a:p>
              <a:p>
                <a:pPr marL="171450" indent="-171450">
                  <a:spcAft>
                    <a:spcPts val="300"/>
                  </a:spcAft>
                  <a:buClr>
                    <a:schemeClr val="accent1"/>
                  </a:buClr>
                  <a:buFont typeface="Arial" panose="020B0604020202020204" pitchFamily="34" charset="0"/>
                  <a:buChar char="•"/>
                </a:pPr>
                <a:r>
                  <a:rPr lang="fr-FR" sz="700">
                    <a:solidFill>
                      <a:schemeClr val="bg1"/>
                    </a:solidFill>
                  </a:rPr>
                  <a:t>Cliquer sur l’icone</a:t>
                </a:r>
                <a:br>
                  <a:rPr lang="fr-FR" sz="700">
                    <a:solidFill>
                      <a:schemeClr val="bg1"/>
                    </a:solidFill>
                  </a:rPr>
                </a:br>
                <a:r>
                  <a:rPr lang="fr-FR" sz="700">
                    <a:solidFill>
                      <a:schemeClr val="bg1"/>
                    </a:solidFill>
                  </a:rPr>
                  <a:t>au milieu du bloc </a:t>
                </a:r>
              </a:p>
              <a:p>
                <a:pPr marL="171450" indent="-171450">
                  <a:spcAft>
                    <a:spcPts val="300"/>
                  </a:spcAft>
                  <a:buClr>
                    <a:schemeClr val="accent1"/>
                  </a:buClr>
                  <a:buFont typeface="Arial" panose="020B0604020202020204" pitchFamily="34" charset="0"/>
                  <a:buChar char="•"/>
                </a:pPr>
                <a:r>
                  <a:rPr lang="fr-FR" sz="700">
                    <a:solidFill>
                      <a:schemeClr val="bg1"/>
                    </a:solidFill>
                  </a:rPr>
                  <a:t>Sélectionner l’image souhaitée dans votre ordinateur</a:t>
                </a:r>
              </a:p>
              <a:p>
                <a:pPr marL="171450" indent="-171450">
                  <a:spcAft>
                    <a:spcPts val="300"/>
                  </a:spcAft>
                  <a:buClr>
                    <a:schemeClr val="accent1"/>
                  </a:buClr>
                  <a:buFont typeface="Wingdings 3" panose="05040102010807070707" pitchFamily="18" charset="2"/>
                  <a:buChar char=""/>
                </a:pPr>
                <a:endParaRPr lang="fr-FR" sz="700">
                  <a:solidFill>
                    <a:schemeClr val="bg1"/>
                  </a:solidFill>
                </a:endParaRPr>
              </a:p>
            </p:txBody>
          </p:sp>
          <p:sp>
            <p:nvSpPr>
              <p:cNvPr id="43" name="Rectangle 42">
                <a:extLst>
                  <a:ext uri="{FF2B5EF4-FFF2-40B4-BE49-F238E27FC236}">
                    <a16:creationId xmlns:a16="http://schemas.microsoft.com/office/drawing/2014/main" id="{E689D674-A564-6757-6A5F-C14A0E5CFC0E}"/>
                  </a:ext>
                </a:extLst>
              </p:cNvPr>
              <p:cNvSpPr/>
              <p:nvPr/>
            </p:nvSpPr>
            <p:spPr>
              <a:xfrm>
                <a:off x="5950222" y="4302209"/>
                <a:ext cx="1843839" cy="334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1"/>
                  </a:buClr>
                  <a:buFont typeface="Arial" panose="020B0604020202020204" pitchFamily="34" charset="0"/>
                  <a:buChar char="•"/>
                </a:pPr>
                <a:r>
                  <a:rPr lang="fr-FR" sz="700">
                    <a:solidFill>
                      <a:schemeClr val="bg2"/>
                    </a:solidFill>
                  </a:rPr>
                  <a:t>Faire un clic droit sur l’image, </a:t>
                </a:r>
                <a:br>
                  <a:rPr lang="fr-FR" sz="700">
                    <a:solidFill>
                      <a:schemeClr val="bg2"/>
                    </a:solidFill>
                  </a:rPr>
                </a:br>
                <a:r>
                  <a:rPr lang="fr-FR" sz="700">
                    <a:solidFill>
                      <a:schemeClr val="bg2"/>
                    </a:solidFill>
                  </a:rPr>
                  <a:t>puis choisir « Arrière-plan » si besoin</a:t>
                </a:r>
              </a:p>
            </p:txBody>
          </p:sp>
          <p:sp>
            <p:nvSpPr>
              <p:cNvPr id="44" name="Rectangle 43">
                <a:extLst>
                  <a:ext uri="{FF2B5EF4-FFF2-40B4-BE49-F238E27FC236}">
                    <a16:creationId xmlns:a16="http://schemas.microsoft.com/office/drawing/2014/main" id="{8F1D0B78-F8E3-1CE6-858C-21AEABD41DB9}"/>
                  </a:ext>
                </a:extLst>
              </p:cNvPr>
              <p:cNvSpPr/>
              <p:nvPr/>
            </p:nvSpPr>
            <p:spPr>
              <a:xfrm>
                <a:off x="5950222" y="4638504"/>
                <a:ext cx="1843841" cy="8036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1"/>
                  </a:buClr>
                  <a:buFont typeface="Arial" panose="020B0604020202020204" pitchFamily="34" charset="0"/>
                  <a:buChar char="•"/>
                </a:pPr>
                <a:r>
                  <a:rPr lang="fr-FR" sz="700">
                    <a:solidFill>
                      <a:schemeClr val="bg1"/>
                    </a:solidFill>
                  </a:rPr>
                  <a:t>Pour rogner l’image,  dans « Outils</a:t>
                </a:r>
                <a:br>
                  <a:rPr lang="fr-FR" sz="700">
                    <a:solidFill>
                      <a:schemeClr val="bg1"/>
                    </a:solidFill>
                  </a:rPr>
                </a:br>
                <a:r>
                  <a:rPr lang="fr-FR" sz="700">
                    <a:solidFill>
                      <a:schemeClr val="bg1"/>
                    </a:solidFill>
                  </a:rPr>
                  <a:t>de l’image », cliquer sur la flèche en dessous  de l’onglet et choisir l’option souhaitée. </a:t>
                </a:r>
              </a:p>
              <a:p>
                <a:pPr marL="171450" indent="-171450">
                  <a:spcAft>
                    <a:spcPts val="300"/>
                  </a:spcAft>
                  <a:buClr>
                    <a:schemeClr val="accent1"/>
                  </a:buClr>
                  <a:buFont typeface="Arial" panose="020B0604020202020204" pitchFamily="34" charset="0"/>
                  <a:buChar char="•"/>
                </a:pPr>
                <a:r>
                  <a:rPr lang="fr-FR" sz="700">
                    <a:solidFill>
                      <a:schemeClr val="bg1"/>
                    </a:solidFill>
                  </a:rPr>
                  <a:t>Adapter (déplacer, agrandir ou rétrécir) ensuite l’image comme souhaité.</a:t>
                </a:r>
              </a:p>
            </p:txBody>
          </p:sp>
        </p:grpSp>
        <p:sp>
          <p:nvSpPr>
            <p:cNvPr id="20" name="Rectangle 19">
              <a:extLst>
                <a:ext uri="{FF2B5EF4-FFF2-40B4-BE49-F238E27FC236}">
                  <a16:creationId xmlns:a16="http://schemas.microsoft.com/office/drawing/2014/main" id="{F218C87D-2284-D7BE-9262-FAF1D6EED187}"/>
                </a:ext>
              </a:extLst>
            </p:cNvPr>
            <p:cNvSpPr/>
            <p:nvPr/>
          </p:nvSpPr>
          <p:spPr>
            <a:xfrm>
              <a:off x="8388532" y="2961814"/>
              <a:ext cx="1785617" cy="2911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Pour changer le </a:t>
              </a:r>
              <a:r>
                <a:rPr lang="fr-FR" sz="800" b="1" err="1">
                  <a:solidFill>
                    <a:schemeClr val="accent1"/>
                  </a:solidFill>
                </a:rPr>
                <a:t>footer</a:t>
              </a:r>
              <a:r>
                <a:rPr lang="fr-FR" sz="800" b="1">
                  <a:solidFill>
                    <a:schemeClr val="accent1"/>
                  </a:solidFill>
                </a:rPr>
                <a:t> : </a:t>
              </a:r>
            </a:p>
            <a:p>
              <a:pPr>
                <a:spcAft>
                  <a:spcPts val="300"/>
                </a:spcAft>
                <a:buClr>
                  <a:schemeClr val="accent1"/>
                </a:buClr>
              </a:pPr>
              <a:r>
                <a:rPr lang="fr-FR" sz="800" b="1">
                  <a:solidFill>
                    <a:schemeClr val="accent1"/>
                  </a:solidFill>
                </a:rPr>
                <a:t>Le pied de page</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insérer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en-tête </a:t>
              </a:r>
              <a:br>
                <a:rPr lang="fr-FR" sz="700">
                  <a:solidFill>
                    <a:schemeClr val="bg2"/>
                  </a:solidFill>
                </a:rPr>
              </a:br>
              <a:r>
                <a:rPr lang="fr-FR" sz="700">
                  <a:solidFill>
                    <a:schemeClr val="bg2"/>
                  </a:solidFill>
                </a:rPr>
                <a:t>et pied de page »</a:t>
              </a:r>
            </a:p>
            <a:p>
              <a:pPr marL="171450" indent="-171450">
                <a:spcAft>
                  <a:spcPts val="300"/>
                </a:spcAft>
                <a:buClr>
                  <a:schemeClr val="accent1"/>
                </a:buClr>
                <a:buFont typeface="Arial" panose="020B0604020202020204" pitchFamily="34" charset="0"/>
                <a:buChar char="•"/>
              </a:pPr>
              <a:r>
                <a:rPr lang="fr-FR" sz="700">
                  <a:solidFill>
                    <a:schemeClr val="bg2"/>
                  </a:solidFill>
                </a:rPr>
                <a:t>Écrire le texte souhaité</a:t>
              </a:r>
              <a:br>
                <a:rPr lang="fr-FR" sz="700">
                  <a:solidFill>
                    <a:schemeClr val="bg2"/>
                  </a:solidFill>
                </a:rPr>
              </a:br>
              <a:r>
                <a:rPr lang="fr-FR" sz="700">
                  <a:solidFill>
                    <a:schemeClr val="bg2"/>
                  </a:solidFill>
                </a:rPr>
                <a:t>dans la case « Pied de page »</a:t>
              </a:r>
            </a:p>
            <a:p>
              <a:pPr marL="171450" indent="-171450">
                <a:spcAft>
                  <a:spcPts val="300"/>
                </a:spcAft>
                <a:buClr>
                  <a:schemeClr val="accent1"/>
                </a:buClr>
                <a:buFont typeface="Arial" panose="020B0604020202020204" pitchFamily="34" charset="0"/>
                <a:buChar char="•"/>
              </a:pPr>
              <a:r>
                <a:rPr lang="fr-FR" sz="700">
                  <a:solidFill>
                    <a:schemeClr val="bg2"/>
                  </a:solidFill>
                </a:rPr>
                <a:t>Cliquez sur </a:t>
              </a:r>
              <a:br>
                <a:rPr lang="fr-FR" sz="700">
                  <a:solidFill>
                    <a:schemeClr val="bg2"/>
                  </a:solidFill>
                </a:rPr>
              </a:br>
              <a:r>
                <a:rPr lang="fr-FR" sz="700">
                  <a:solidFill>
                    <a:schemeClr val="bg2"/>
                  </a:solidFill>
                </a:rPr>
                <a:t>« Appliquer partout »</a:t>
              </a:r>
            </a:p>
            <a:p>
              <a:pPr>
                <a:spcBef>
                  <a:spcPts val="600"/>
                </a:spcBef>
                <a:spcAft>
                  <a:spcPts val="300"/>
                </a:spcAft>
                <a:buClr>
                  <a:schemeClr val="accent1"/>
                </a:buClr>
              </a:pPr>
              <a:r>
                <a:rPr lang="fr-FR" sz="800" b="1">
                  <a:solidFill>
                    <a:schemeClr val="accent1"/>
                  </a:solidFill>
                </a:rPr>
                <a:t>La pagination</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 Numéro</a:t>
              </a:r>
              <a:br>
                <a:rPr lang="fr-FR" sz="700">
                  <a:solidFill>
                    <a:schemeClr val="bg2"/>
                  </a:solidFill>
                </a:rPr>
              </a:br>
              <a:r>
                <a:rPr lang="fr-FR" sz="700">
                  <a:solidFill>
                    <a:schemeClr val="bg2"/>
                  </a:solidFill>
                </a:rPr>
                <a:t>de diapositive »</a:t>
              </a:r>
            </a:p>
            <a:p>
              <a:pPr marL="171450" indent="-171450">
                <a:spcAft>
                  <a:spcPts val="300"/>
                </a:spcAft>
                <a:buClr>
                  <a:schemeClr val="accent1"/>
                </a:buClr>
                <a:buFont typeface="Arial" panose="020B0604020202020204" pitchFamily="34" charset="0"/>
                <a:buChar char="•"/>
              </a:pPr>
              <a:r>
                <a:rPr lang="fr-FR" sz="700">
                  <a:solidFill>
                    <a:schemeClr val="bg2"/>
                  </a:solidFill>
                </a:rPr>
                <a:t>Cliquez sur </a:t>
              </a:r>
              <a:br>
                <a:rPr lang="fr-FR" sz="700">
                  <a:solidFill>
                    <a:schemeClr val="bg2"/>
                  </a:solidFill>
                </a:rPr>
              </a:br>
              <a:r>
                <a:rPr lang="fr-FR" sz="700">
                  <a:solidFill>
                    <a:schemeClr val="bg2"/>
                  </a:solidFill>
                </a:rPr>
                <a:t>« Appliquer partout »</a:t>
              </a:r>
            </a:p>
            <a:p>
              <a:pPr>
                <a:spcBef>
                  <a:spcPts val="600"/>
                </a:spcBef>
                <a:spcAft>
                  <a:spcPts val="300"/>
                </a:spcAft>
                <a:buClr>
                  <a:schemeClr val="accent1"/>
                </a:buClr>
              </a:pPr>
              <a:r>
                <a:rPr lang="fr-FR" sz="800" b="1">
                  <a:solidFill>
                    <a:schemeClr val="accent1"/>
                  </a:solidFill>
                </a:rPr>
                <a:t>La date</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 Date et Heure », </a:t>
              </a:r>
              <a:br>
                <a:rPr lang="fr-FR" sz="700">
                  <a:solidFill>
                    <a:schemeClr val="bg2"/>
                  </a:solidFill>
                </a:rPr>
              </a:br>
              <a:r>
                <a:rPr lang="fr-FR" sz="700">
                  <a:solidFill>
                    <a:schemeClr val="bg2"/>
                  </a:solidFill>
                </a:rPr>
                <a:t>puis « Mise à jour automatique » </a:t>
              </a:r>
              <a:br>
                <a:rPr lang="fr-FR" sz="700">
                  <a:solidFill>
                    <a:schemeClr val="bg2"/>
                  </a:solidFill>
                </a:rPr>
              </a:br>
              <a:r>
                <a:rPr lang="fr-FR" sz="700">
                  <a:solidFill>
                    <a:schemeClr val="bg2"/>
                  </a:solidFill>
                </a:rPr>
                <a:t>et le format souhaité </a:t>
              </a:r>
            </a:p>
            <a:p>
              <a:pPr marL="171450" indent="-171450">
                <a:spcAft>
                  <a:spcPts val="300"/>
                </a:spcAft>
                <a:buClr>
                  <a:schemeClr val="accent1"/>
                </a:buClr>
                <a:buFont typeface="Arial" panose="020B0604020202020204" pitchFamily="34" charset="0"/>
                <a:buChar char="•"/>
              </a:pPr>
              <a:r>
                <a:rPr lang="fr-FR" sz="700">
                  <a:solidFill>
                    <a:schemeClr val="bg2"/>
                  </a:solidFill>
                </a:rPr>
                <a:t>Cliquez sur </a:t>
              </a:r>
              <a:br>
                <a:rPr lang="fr-FR" sz="700">
                  <a:solidFill>
                    <a:schemeClr val="bg2"/>
                  </a:solidFill>
                </a:rPr>
              </a:br>
              <a:r>
                <a:rPr lang="fr-FR" sz="700">
                  <a:solidFill>
                    <a:schemeClr val="bg2"/>
                  </a:solidFill>
                </a:rPr>
                <a:t>« Appliquer partout »</a:t>
              </a:r>
            </a:p>
          </p:txBody>
        </p:sp>
        <p:grpSp>
          <p:nvGrpSpPr>
            <p:cNvPr id="21" name="Groupe 27">
              <a:extLst>
                <a:ext uri="{FF2B5EF4-FFF2-40B4-BE49-F238E27FC236}">
                  <a16:creationId xmlns:a16="http://schemas.microsoft.com/office/drawing/2014/main" id="{FA7B472D-CB4A-E31E-C08F-09BDABB1C178}"/>
                </a:ext>
              </a:extLst>
            </p:cNvPr>
            <p:cNvGrpSpPr/>
            <p:nvPr/>
          </p:nvGrpSpPr>
          <p:grpSpPr>
            <a:xfrm>
              <a:off x="286994" y="6384453"/>
              <a:ext cx="494056" cy="198136"/>
              <a:chOff x="4672012" y="2857500"/>
              <a:chExt cx="2852546" cy="1143985"/>
            </a:xfrm>
          </p:grpSpPr>
          <p:sp>
            <p:nvSpPr>
              <p:cNvPr id="22" name="Forme libre : forme 28">
                <a:extLst>
                  <a:ext uri="{FF2B5EF4-FFF2-40B4-BE49-F238E27FC236}">
                    <a16:creationId xmlns:a16="http://schemas.microsoft.com/office/drawing/2014/main" id="{EA2D54A9-5159-D7AA-DC71-5A9E8E4E5C4F}"/>
                  </a:ext>
                </a:extLst>
              </p:cNvPr>
              <p:cNvSpPr/>
              <p:nvPr/>
            </p:nvSpPr>
            <p:spPr>
              <a:xfrm>
                <a:off x="4672012" y="2857500"/>
                <a:ext cx="611790" cy="539400"/>
              </a:xfrm>
              <a:custGeom>
                <a:avLst/>
                <a:gdLst>
                  <a:gd name="connsiteX0" fmla="*/ 498158 w 611790"/>
                  <a:gd name="connsiteY0" fmla="*/ 483965 h 539400"/>
                  <a:gd name="connsiteX1" fmla="*/ 542544 w 611790"/>
                  <a:gd name="connsiteY1" fmla="*/ 493490 h 539400"/>
                  <a:gd name="connsiteX2" fmla="*/ 550069 w 611790"/>
                  <a:gd name="connsiteY2" fmla="*/ 507016 h 539400"/>
                  <a:gd name="connsiteX3" fmla="*/ 545592 w 611790"/>
                  <a:gd name="connsiteY3" fmla="*/ 539401 h 539400"/>
                  <a:gd name="connsiteX4" fmla="*/ 363474 w 611790"/>
                  <a:gd name="connsiteY4" fmla="*/ 539401 h 539400"/>
                  <a:gd name="connsiteX5" fmla="*/ 367951 w 611790"/>
                  <a:gd name="connsiteY5" fmla="*/ 507016 h 539400"/>
                  <a:gd name="connsiteX6" fmla="*/ 381000 w 611790"/>
                  <a:gd name="connsiteY6" fmla="*/ 492062 h 539400"/>
                  <a:gd name="connsiteX7" fmla="*/ 424434 w 611790"/>
                  <a:gd name="connsiteY7" fmla="*/ 483965 h 539400"/>
                  <a:gd name="connsiteX8" fmla="*/ 448437 w 611790"/>
                  <a:gd name="connsiteY8" fmla="*/ 293465 h 539400"/>
                  <a:gd name="connsiteX9" fmla="*/ 158020 w 611790"/>
                  <a:gd name="connsiteY9" fmla="*/ 293465 h 539400"/>
                  <a:gd name="connsiteX10" fmla="*/ 133922 w 611790"/>
                  <a:gd name="connsiteY10" fmla="*/ 483965 h 539400"/>
                  <a:gd name="connsiteX11" fmla="*/ 185833 w 611790"/>
                  <a:gd name="connsiteY11" fmla="*/ 506540 h 539400"/>
                  <a:gd name="connsiteX12" fmla="*/ 180975 w 611790"/>
                  <a:gd name="connsiteY12" fmla="*/ 538734 h 539400"/>
                  <a:gd name="connsiteX13" fmla="*/ 0 w 611790"/>
                  <a:gd name="connsiteY13" fmla="*/ 538734 h 539400"/>
                  <a:gd name="connsiteX14" fmla="*/ 3715 w 611790"/>
                  <a:gd name="connsiteY14" fmla="*/ 506349 h 539400"/>
                  <a:gd name="connsiteX15" fmla="*/ 17336 w 611790"/>
                  <a:gd name="connsiteY15" fmla="*/ 492062 h 539400"/>
                  <a:gd name="connsiteX16" fmla="*/ 60960 w 611790"/>
                  <a:gd name="connsiteY16" fmla="*/ 483965 h 539400"/>
                  <a:gd name="connsiteX17" fmla="*/ 113633 w 611790"/>
                  <a:gd name="connsiteY17" fmla="*/ 54293 h 539400"/>
                  <a:gd name="connsiteX18" fmla="*/ 69247 w 611790"/>
                  <a:gd name="connsiteY18" fmla="*/ 45339 h 539400"/>
                  <a:gd name="connsiteX19" fmla="*/ 62484 w 611790"/>
                  <a:gd name="connsiteY19" fmla="*/ 31718 h 539400"/>
                  <a:gd name="connsiteX20" fmla="*/ 66675 w 611790"/>
                  <a:gd name="connsiteY20" fmla="*/ 0 h 539400"/>
                  <a:gd name="connsiteX21" fmla="*/ 247650 w 611790"/>
                  <a:gd name="connsiteY21" fmla="*/ 0 h 539400"/>
                  <a:gd name="connsiteX22" fmla="*/ 243840 w 611790"/>
                  <a:gd name="connsiteY22" fmla="*/ 31528 h 539400"/>
                  <a:gd name="connsiteX23" fmla="*/ 234315 w 611790"/>
                  <a:gd name="connsiteY23" fmla="*/ 45148 h 539400"/>
                  <a:gd name="connsiteX24" fmla="*/ 219075 w 611790"/>
                  <a:gd name="connsiteY24" fmla="*/ 48101 h 539400"/>
                  <a:gd name="connsiteX25" fmla="*/ 206978 w 611790"/>
                  <a:gd name="connsiteY25" fmla="*/ 50006 h 539400"/>
                  <a:gd name="connsiteX26" fmla="*/ 187928 w 611790"/>
                  <a:gd name="connsiteY26" fmla="*/ 54102 h 539400"/>
                  <a:gd name="connsiteX27" fmla="*/ 164021 w 611790"/>
                  <a:gd name="connsiteY27" fmla="*/ 240030 h 539400"/>
                  <a:gd name="connsiteX28" fmla="*/ 454533 w 611790"/>
                  <a:gd name="connsiteY28" fmla="*/ 240030 h 539400"/>
                  <a:gd name="connsiteX29" fmla="*/ 477869 w 611790"/>
                  <a:gd name="connsiteY29" fmla="*/ 54102 h 539400"/>
                  <a:gd name="connsiteX30" fmla="*/ 433388 w 611790"/>
                  <a:gd name="connsiteY30" fmla="*/ 45148 h 539400"/>
                  <a:gd name="connsiteX31" fmla="*/ 425863 w 611790"/>
                  <a:gd name="connsiteY31" fmla="*/ 31528 h 539400"/>
                  <a:gd name="connsiteX32" fmla="*/ 429673 w 611790"/>
                  <a:gd name="connsiteY32" fmla="*/ 0 h 539400"/>
                  <a:gd name="connsiteX33" fmla="*/ 611791 w 611790"/>
                  <a:gd name="connsiteY33" fmla="*/ 0 h 539400"/>
                  <a:gd name="connsiteX34" fmla="*/ 607981 w 611790"/>
                  <a:gd name="connsiteY34" fmla="*/ 31528 h 539400"/>
                  <a:gd name="connsiteX35" fmla="*/ 594455 w 611790"/>
                  <a:gd name="connsiteY35" fmla="*/ 45815 h 539400"/>
                  <a:gd name="connsiteX36" fmla="*/ 550831 w 611790"/>
                  <a:gd name="connsiteY36" fmla="*/ 54102 h 539400"/>
                  <a:gd name="connsiteX37" fmla="*/ 498158 w 611790"/>
                  <a:gd name="connsiteY37" fmla="*/ 483965 h 53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11790" h="539400">
                    <a:moveTo>
                      <a:pt x="498158" y="483965"/>
                    </a:moveTo>
                    <a:lnTo>
                      <a:pt x="542544" y="493490"/>
                    </a:lnTo>
                    <a:cubicBezTo>
                      <a:pt x="548545" y="495014"/>
                      <a:pt x="551021" y="499491"/>
                      <a:pt x="550069" y="507016"/>
                    </a:cubicBezTo>
                    <a:lnTo>
                      <a:pt x="545592" y="539401"/>
                    </a:lnTo>
                    <a:lnTo>
                      <a:pt x="363474" y="539401"/>
                    </a:lnTo>
                    <a:lnTo>
                      <a:pt x="367951" y="507016"/>
                    </a:lnTo>
                    <a:cubicBezTo>
                      <a:pt x="367951" y="499491"/>
                      <a:pt x="373475" y="493109"/>
                      <a:pt x="381000" y="492062"/>
                    </a:cubicBezTo>
                    <a:lnTo>
                      <a:pt x="424434" y="483965"/>
                    </a:lnTo>
                    <a:lnTo>
                      <a:pt x="448437" y="293465"/>
                    </a:lnTo>
                    <a:lnTo>
                      <a:pt x="158020" y="293465"/>
                    </a:lnTo>
                    <a:lnTo>
                      <a:pt x="133922" y="483965"/>
                    </a:lnTo>
                    <a:cubicBezTo>
                      <a:pt x="169545" y="491490"/>
                      <a:pt x="186881" y="499015"/>
                      <a:pt x="185833" y="506540"/>
                    </a:cubicBezTo>
                    <a:lnTo>
                      <a:pt x="180975" y="538734"/>
                    </a:lnTo>
                    <a:lnTo>
                      <a:pt x="0" y="538734"/>
                    </a:lnTo>
                    <a:lnTo>
                      <a:pt x="3715" y="506349"/>
                    </a:lnTo>
                    <a:cubicBezTo>
                      <a:pt x="4191" y="498920"/>
                      <a:pt x="9906" y="492919"/>
                      <a:pt x="17336" y="492062"/>
                    </a:cubicBezTo>
                    <a:lnTo>
                      <a:pt x="60960" y="483965"/>
                    </a:lnTo>
                    <a:lnTo>
                      <a:pt x="113633" y="54293"/>
                    </a:lnTo>
                    <a:lnTo>
                      <a:pt x="69247" y="45339"/>
                    </a:lnTo>
                    <a:cubicBezTo>
                      <a:pt x="63722" y="43815"/>
                      <a:pt x="61436" y="39243"/>
                      <a:pt x="62484" y="31718"/>
                    </a:cubicBezTo>
                    <a:lnTo>
                      <a:pt x="66675" y="0"/>
                    </a:lnTo>
                    <a:lnTo>
                      <a:pt x="247650" y="0"/>
                    </a:lnTo>
                    <a:lnTo>
                      <a:pt x="243840" y="31528"/>
                    </a:lnTo>
                    <a:cubicBezTo>
                      <a:pt x="242792" y="39624"/>
                      <a:pt x="239554" y="44101"/>
                      <a:pt x="234315" y="45148"/>
                    </a:cubicBezTo>
                    <a:lnTo>
                      <a:pt x="219075" y="48101"/>
                    </a:lnTo>
                    <a:lnTo>
                      <a:pt x="206978" y="50006"/>
                    </a:lnTo>
                    <a:cubicBezTo>
                      <a:pt x="202025" y="50768"/>
                      <a:pt x="195453" y="52102"/>
                      <a:pt x="187928" y="54102"/>
                    </a:cubicBezTo>
                    <a:lnTo>
                      <a:pt x="164021" y="240030"/>
                    </a:lnTo>
                    <a:lnTo>
                      <a:pt x="454533" y="240030"/>
                    </a:lnTo>
                    <a:lnTo>
                      <a:pt x="477869" y="54102"/>
                    </a:lnTo>
                    <a:lnTo>
                      <a:pt x="433388" y="45148"/>
                    </a:lnTo>
                    <a:cubicBezTo>
                      <a:pt x="427387" y="43625"/>
                      <a:pt x="424910" y="39053"/>
                      <a:pt x="425863" y="31528"/>
                    </a:cubicBezTo>
                    <a:lnTo>
                      <a:pt x="429673" y="0"/>
                    </a:lnTo>
                    <a:lnTo>
                      <a:pt x="611791" y="0"/>
                    </a:lnTo>
                    <a:lnTo>
                      <a:pt x="607981" y="31528"/>
                    </a:lnTo>
                    <a:cubicBezTo>
                      <a:pt x="607600" y="38957"/>
                      <a:pt x="601885" y="45053"/>
                      <a:pt x="594455" y="45815"/>
                    </a:cubicBezTo>
                    <a:lnTo>
                      <a:pt x="550831" y="54102"/>
                    </a:lnTo>
                    <a:lnTo>
                      <a:pt x="498158" y="483965"/>
                    </a:lnTo>
                    <a:close/>
                  </a:path>
                </a:pathLst>
              </a:custGeom>
              <a:solidFill>
                <a:srgbClr val="38D6D6"/>
              </a:solidFill>
              <a:ln w="9525" cap="flat">
                <a:noFill/>
                <a:prstDash val="solid"/>
                <a:miter/>
              </a:ln>
            </p:spPr>
            <p:txBody>
              <a:bodyPr rtlCol="0" anchor="ctr"/>
              <a:lstStyle/>
              <a:p>
                <a:endParaRPr lang="fr-FR"/>
              </a:p>
            </p:txBody>
          </p:sp>
          <p:sp>
            <p:nvSpPr>
              <p:cNvPr id="23" name="Forme libre : forme 29">
                <a:extLst>
                  <a:ext uri="{FF2B5EF4-FFF2-40B4-BE49-F238E27FC236}">
                    <a16:creationId xmlns:a16="http://schemas.microsoft.com/office/drawing/2014/main" id="{339CA833-163D-C7B4-1BCC-5EE4E95E8BB8}"/>
                  </a:ext>
                </a:extLst>
              </p:cNvPr>
              <p:cNvSpPr/>
              <p:nvPr/>
            </p:nvSpPr>
            <p:spPr>
              <a:xfrm>
                <a:off x="5289604" y="3015710"/>
                <a:ext cx="136986" cy="380714"/>
              </a:xfrm>
              <a:custGeom>
                <a:avLst/>
                <a:gdLst>
                  <a:gd name="connsiteX0" fmla="*/ 134883 w 136986"/>
                  <a:gd name="connsiteY0" fmla="*/ 338804 h 380714"/>
                  <a:gd name="connsiteX1" fmla="*/ 136787 w 136986"/>
                  <a:gd name="connsiteY1" fmla="*/ 348329 h 380714"/>
                  <a:gd name="connsiteX2" fmla="*/ 132978 w 136986"/>
                  <a:gd name="connsiteY2" fmla="*/ 380714 h 380714"/>
                  <a:gd name="connsiteX3" fmla="*/ 11057 w 136986"/>
                  <a:gd name="connsiteY3" fmla="*/ 380714 h 380714"/>
                  <a:gd name="connsiteX4" fmla="*/ 18201 w 136986"/>
                  <a:gd name="connsiteY4" fmla="*/ 325755 h 380714"/>
                  <a:gd name="connsiteX5" fmla="*/ 52110 w 136986"/>
                  <a:gd name="connsiteY5" fmla="*/ 54102 h 380714"/>
                  <a:gd name="connsiteX6" fmla="*/ 10010 w 136986"/>
                  <a:gd name="connsiteY6" fmla="*/ 45815 h 380714"/>
                  <a:gd name="connsiteX7" fmla="*/ 2104 w 136986"/>
                  <a:gd name="connsiteY7" fmla="*/ 41339 h 380714"/>
                  <a:gd name="connsiteX8" fmla="*/ 199 w 136986"/>
                  <a:gd name="connsiteY8" fmla="*/ 32290 h 380714"/>
                  <a:gd name="connsiteX9" fmla="*/ 3914 w 136986"/>
                  <a:gd name="connsiteY9" fmla="*/ 0 h 380714"/>
                  <a:gd name="connsiteX10" fmla="*/ 125834 w 136986"/>
                  <a:gd name="connsiteY10" fmla="*/ 0 h 380714"/>
                  <a:gd name="connsiteX11" fmla="*/ 85257 w 136986"/>
                  <a:gd name="connsiteY11" fmla="*/ 325755 h 380714"/>
                  <a:gd name="connsiteX12" fmla="*/ 127358 w 136986"/>
                  <a:gd name="connsiteY12" fmla="*/ 334042 h 380714"/>
                  <a:gd name="connsiteX13" fmla="*/ 134883 w 136986"/>
                  <a:gd name="connsiteY13" fmla="*/ 338804 h 38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986" h="380714">
                    <a:moveTo>
                      <a:pt x="134883" y="338804"/>
                    </a:moveTo>
                    <a:cubicBezTo>
                      <a:pt x="136692" y="341662"/>
                      <a:pt x="137359" y="344996"/>
                      <a:pt x="136787" y="348329"/>
                    </a:cubicBezTo>
                    <a:lnTo>
                      <a:pt x="132978" y="380714"/>
                    </a:lnTo>
                    <a:lnTo>
                      <a:pt x="11057" y="380714"/>
                    </a:lnTo>
                    <a:lnTo>
                      <a:pt x="18201" y="325755"/>
                    </a:lnTo>
                    <a:lnTo>
                      <a:pt x="52110" y="54102"/>
                    </a:lnTo>
                    <a:lnTo>
                      <a:pt x="10010" y="45815"/>
                    </a:lnTo>
                    <a:cubicBezTo>
                      <a:pt x="6866" y="45529"/>
                      <a:pt x="4009" y="43910"/>
                      <a:pt x="2104" y="41339"/>
                    </a:cubicBezTo>
                    <a:cubicBezTo>
                      <a:pt x="294" y="38671"/>
                      <a:pt x="-372" y="35433"/>
                      <a:pt x="199" y="32290"/>
                    </a:cubicBezTo>
                    <a:lnTo>
                      <a:pt x="3914" y="0"/>
                    </a:lnTo>
                    <a:lnTo>
                      <a:pt x="125834" y="0"/>
                    </a:lnTo>
                    <a:lnTo>
                      <a:pt x="85257" y="325755"/>
                    </a:lnTo>
                    <a:lnTo>
                      <a:pt x="127358" y="334042"/>
                    </a:lnTo>
                    <a:cubicBezTo>
                      <a:pt x="130406" y="334423"/>
                      <a:pt x="133168" y="336233"/>
                      <a:pt x="134883" y="338804"/>
                    </a:cubicBezTo>
                    <a:close/>
                  </a:path>
                </a:pathLst>
              </a:custGeom>
              <a:solidFill>
                <a:srgbClr val="38D6D6"/>
              </a:solidFill>
              <a:ln w="9525" cap="flat">
                <a:noFill/>
                <a:prstDash val="solid"/>
                <a:miter/>
              </a:ln>
            </p:spPr>
            <p:txBody>
              <a:bodyPr rtlCol="0" anchor="ctr"/>
              <a:lstStyle/>
              <a:p>
                <a:endParaRPr lang="fr-FR"/>
              </a:p>
            </p:txBody>
          </p:sp>
          <p:sp>
            <p:nvSpPr>
              <p:cNvPr id="24" name="Forme libre : forme 30">
                <a:extLst>
                  <a:ext uri="{FF2B5EF4-FFF2-40B4-BE49-F238E27FC236}">
                    <a16:creationId xmlns:a16="http://schemas.microsoft.com/office/drawing/2014/main" id="{739298FB-8CAD-3AE9-B81E-0F135891708D}"/>
                  </a:ext>
                </a:extLst>
              </p:cNvPr>
              <p:cNvSpPr/>
              <p:nvPr/>
            </p:nvSpPr>
            <p:spPr>
              <a:xfrm>
                <a:off x="5467920" y="3010376"/>
                <a:ext cx="284607" cy="391766"/>
              </a:xfrm>
              <a:custGeom>
                <a:avLst/>
                <a:gdLst>
                  <a:gd name="connsiteX0" fmla="*/ 284607 w 284607"/>
                  <a:gd name="connsiteY0" fmla="*/ 18669 h 391766"/>
                  <a:gd name="connsiteX1" fmla="*/ 281654 w 284607"/>
                  <a:gd name="connsiteY1" fmla="*/ 45339 h 391766"/>
                  <a:gd name="connsiteX2" fmla="*/ 272606 w 284607"/>
                  <a:gd name="connsiteY2" fmla="*/ 116872 h 391766"/>
                  <a:gd name="connsiteX3" fmla="*/ 243269 w 284607"/>
                  <a:gd name="connsiteY3" fmla="*/ 116872 h 391766"/>
                  <a:gd name="connsiteX4" fmla="*/ 231172 w 284607"/>
                  <a:gd name="connsiteY4" fmla="*/ 106966 h 391766"/>
                  <a:gd name="connsiteX5" fmla="*/ 231172 w 284607"/>
                  <a:gd name="connsiteY5" fmla="*/ 106299 h 391766"/>
                  <a:gd name="connsiteX6" fmla="*/ 232696 w 284607"/>
                  <a:gd name="connsiteY6" fmla="*/ 56674 h 391766"/>
                  <a:gd name="connsiteX7" fmla="*/ 175546 w 284607"/>
                  <a:gd name="connsiteY7" fmla="*/ 49149 h 391766"/>
                  <a:gd name="connsiteX8" fmla="*/ 174784 w 284607"/>
                  <a:gd name="connsiteY8" fmla="*/ 49149 h 391766"/>
                  <a:gd name="connsiteX9" fmla="*/ 120587 w 284607"/>
                  <a:gd name="connsiteY9" fmla="*/ 64389 h 391766"/>
                  <a:gd name="connsiteX10" fmla="*/ 96488 w 284607"/>
                  <a:gd name="connsiteY10" fmla="*/ 98965 h 391766"/>
                  <a:gd name="connsiteX11" fmla="*/ 95822 w 284607"/>
                  <a:gd name="connsiteY11" fmla="*/ 108490 h 391766"/>
                  <a:gd name="connsiteX12" fmla="*/ 101822 w 284607"/>
                  <a:gd name="connsiteY12" fmla="*/ 128778 h 391766"/>
                  <a:gd name="connsiteX13" fmla="*/ 141637 w 284607"/>
                  <a:gd name="connsiteY13" fmla="*/ 155162 h 391766"/>
                  <a:gd name="connsiteX14" fmla="*/ 186785 w 284607"/>
                  <a:gd name="connsiteY14" fmla="*/ 170212 h 391766"/>
                  <a:gd name="connsiteX15" fmla="*/ 221456 w 284607"/>
                  <a:gd name="connsiteY15" fmla="*/ 183737 h 391766"/>
                  <a:gd name="connsiteX16" fmla="*/ 250793 w 284607"/>
                  <a:gd name="connsiteY16" fmla="*/ 202787 h 391766"/>
                  <a:gd name="connsiteX17" fmla="*/ 274130 w 284607"/>
                  <a:gd name="connsiteY17" fmla="*/ 256223 h 391766"/>
                  <a:gd name="connsiteX18" fmla="*/ 273368 w 284607"/>
                  <a:gd name="connsiteY18" fmla="*/ 269748 h 391766"/>
                  <a:gd name="connsiteX19" fmla="*/ 225171 w 284607"/>
                  <a:gd name="connsiteY19" fmla="*/ 357092 h 391766"/>
                  <a:gd name="connsiteX20" fmla="*/ 120396 w 284607"/>
                  <a:gd name="connsiteY20" fmla="*/ 391668 h 391766"/>
                  <a:gd name="connsiteX21" fmla="*/ 0 w 284607"/>
                  <a:gd name="connsiteY21" fmla="*/ 371380 h 391766"/>
                  <a:gd name="connsiteX22" fmla="*/ 12097 w 284607"/>
                  <a:gd name="connsiteY22" fmla="*/ 272034 h 391766"/>
                  <a:gd name="connsiteX23" fmla="*/ 38386 w 284607"/>
                  <a:gd name="connsiteY23" fmla="*/ 272034 h 391766"/>
                  <a:gd name="connsiteX24" fmla="*/ 48863 w 284607"/>
                  <a:gd name="connsiteY24" fmla="*/ 280416 h 391766"/>
                  <a:gd name="connsiteX25" fmla="*/ 48863 w 284607"/>
                  <a:gd name="connsiteY25" fmla="*/ 281083 h 391766"/>
                  <a:gd name="connsiteX26" fmla="*/ 47339 w 284607"/>
                  <a:gd name="connsiteY26" fmla="*/ 329279 h 391766"/>
                  <a:gd name="connsiteX27" fmla="*/ 122587 w 284607"/>
                  <a:gd name="connsiteY27" fmla="*/ 344329 h 391766"/>
                  <a:gd name="connsiteX28" fmla="*/ 183547 w 284607"/>
                  <a:gd name="connsiteY28" fmla="*/ 325279 h 391766"/>
                  <a:gd name="connsiteX29" fmla="*/ 207645 w 284607"/>
                  <a:gd name="connsiteY29" fmla="*/ 287179 h 391766"/>
                  <a:gd name="connsiteX30" fmla="*/ 208312 w 284607"/>
                  <a:gd name="connsiteY30" fmla="*/ 277654 h 391766"/>
                  <a:gd name="connsiteX31" fmla="*/ 203073 w 284607"/>
                  <a:gd name="connsiteY31" fmla="*/ 255842 h 391766"/>
                  <a:gd name="connsiteX32" fmla="*/ 182785 w 284607"/>
                  <a:gd name="connsiteY32" fmla="*/ 237839 h 391766"/>
                  <a:gd name="connsiteX33" fmla="*/ 152686 w 284607"/>
                  <a:gd name="connsiteY33" fmla="*/ 224980 h 391766"/>
                  <a:gd name="connsiteX34" fmla="*/ 86011 w 284607"/>
                  <a:gd name="connsiteY34" fmla="*/ 200978 h 391766"/>
                  <a:gd name="connsiteX35" fmla="*/ 53626 w 284607"/>
                  <a:gd name="connsiteY35" fmla="*/ 180594 h 391766"/>
                  <a:gd name="connsiteX36" fmla="*/ 31052 w 284607"/>
                  <a:gd name="connsiteY36" fmla="*/ 124968 h 391766"/>
                  <a:gd name="connsiteX37" fmla="*/ 76200 w 284607"/>
                  <a:gd name="connsiteY37" fmla="*/ 33147 h 391766"/>
                  <a:gd name="connsiteX38" fmla="*/ 187547 w 284607"/>
                  <a:gd name="connsiteY38" fmla="*/ 0 h 391766"/>
                  <a:gd name="connsiteX39" fmla="*/ 284512 w 284607"/>
                  <a:gd name="connsiteY39" fmla="*/ 18669 h 39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4607" h="391766">
                    <a:moveTo>
                      <a:pt x="284607" y="18669"/>
                    </a:moveTo>
                    <a:lnTo>
                      <a:pt x="281654" y="45339"/>
                    </a:lnTo>
                    <a:lnTo>
                      <a:pt x="272606" y="116872"/>
                    </a:lnTo>
                    <a:lnTo>
                      <a:pt x="243269" y="116872"/>
                    </a:lnTo>
                    <a:cubicBezTo>
                      <a:pt x="237173" y="117443"/>
                      <a:pt x="231839" y="112967"/>
                      <a:pt x="231172" y="106966"/>
                    </a:cubicBezTo>
                    <a:cubicBezTo>
                      <a:pt x="231172" y="106775"/>
                      <a:pt x="231172" y="106585"/>
                      <a:pt x="231172" y="106299"/>
                    </a:cubicBezTo>
                    <a:cubicBezTo>
                      <a:pt x="231172" y="94298"/>
                      <a:pt x="231743" y="77724"/>
                      <a:pt x="232696" y="56674"/>
                    </a:cubicBezTo>
                    <a:cubicBezTo>
                      <a:pt x="214027" y="51911"/>
                      <a:pt x="194786" y="49340"/>
                      <a:pt x="175546" y="49149"/>
                    </a:cubicBezTo>
                    <a:lnTo>
                      <a:pt x="174784" y="49149"/>
                    </a:lnTo>
                    <a:cubicBezTo>
                      <a:pt x="155543" y="48101"/>
                      <a:pt x="136493" y="53531"/>
                      <a:pt x="120587" y="64389"/>
                    </a:cubicBezTo>
                    <a:cubicBezTo>
                      <a:pt x="108014" y="71914"/>
                      <a:pt x="99251" y="84487"/>
                      <a:pt x="96488" y="98965"/>
                    </a:cubicBezTo>
                    <a:lnTo>
                      <a:pt x="95822" y="108490"/>
                    </a:lnTo>
                    <a:cubicBezTo>
                      <a:pt x="95536" y="115729"/>
                      <a:pt x="97631" y="122873"/>
                      <a:pt x="101822" y="128778"/>
                    </a:cubicBezTo>
                    <a:cubicBezTo>
                      <a:pt x="111919" y="141637"/>
                      <a:pt x="125921" y="150876"/>
                      <a:pt x="141637" y="155162"/>
                    </a:cubicBezTo>
                    <a:lnTo>
                      <a:pt x="186785" y="170212"/>
                    </a:lnTo>
                    <a:cubicBezTo>
                      <a:pt x="205835" y="177165"/>
                      <a:pt x="217456" y="181737"/>
                      <a:pt x="221456" y="183737"/>
                    </a:cubicBezTo>
                    <a:cubicBezTo>
                      <a:pt x="232220" y="188500"/>
                      <a:pt x="242030" y="194977"/>
                      <a:pt x="250793" y="202787"/>
                    </a:cubicBezTo>
                    <a:cubicBezTo>
                      <a:pt x="266224" y="216122"/>
                      <a:pt x="274796" y="235839"/>
                      <a:pt x="274130" y="256223"/>
                    </a:cubicBezTo>
                    <a:cubicBezTo>
                      <a:pt x="274130" y="260699"/>
                      <a:pt x="273939" y="265271"/>
                      <a:pt x="273368" y="269748"/>
                    </a:cubicBezTo>
                    <a:cubicBezTo>
                      <a:pt x="270034" y="304229"/>
                      <a:pt x="252603" y="335852"/>
                      <a:pt x="225171" y="357092"/>
                    </a:cubicBezTo>
                    <a:cubicBezTo>
                      <a:pt x="195453" y="380714"/>
                      <a:pt x="158306" y="393002"/>
                      <a:pt x="120396" y="391668"/>
                    </a:cubicBezTo>
                    <a:cubicBezTo>
                      <a:pt x="79343" y="392049"/>
                      <a:pt x="38672" y="385191"/>
                      <a:pt x="0" y="371380"/>
                    </a:cubicBezTo>
                    <a:lnTo>
                      <a:pt x="12097" y="272034"/>
                    </a:lnTo>
                    <a:lnTo>
                      <a:pt x="38386" y="272034"/>
                    </a:lnTo>
                    <a:cubicBezTo>
                      <a:pt x="43625" y="271463"/>
                      <a:pt x="48292" y="275177"/>
                      <a:pt x="48863" y="280416"/>
                    </a:cubicBezTo>
                    <a:cubicBezTo>
                      <a:pt x="48863" y="280607"/>
                      <a:pt x="48863" y="280797"/>
                      <a:pt x="48863" y="281083"/>
                    </a:cubicBezTo>
                    <a:cubicBezTo>
                      <a:pt x="48863" y="293084"/>
                      <a:pt x="48292" y="309658"/>
                      <a:pt x="47339" y="329279"/>
                    </a:cubicBezTo>
                    <a:cubicBezTo>
                      <a:pt x="70961" y="339852"/>
                      <a:pt x="96679" y="344996"/>
                      <a:pt x="122587" y="344329"/>
                    </a:cubicBezTo>
                    <a:cubicBezTo>
                      <a:pt x="144494" y="345281"/>
                      <a:pt x="166021" y="338519"/>
                      <a:pt x="183547" y="325279"/>
                    </a:cubicBezTo>
                    <a:cubicBezTo>
                      <a:pt x="196501" y="316421"/>
                      <a:pt x="205169" y="302609"/>
                      <a:pt x="207645" y="287179"/>
                    </a:cubicBezTo>
                    <a:cubicBezTo>
                      <a:pt x="208121" y="284036"/>
                      <a:pt x="208407" y="280797"/>
                      <a:pt x="208312" y="277654"/>
                    </a:cubicBezTo>
                    <a:cubicBezTo>
                      <a:pt x="208788" y="270034"/>
                      <a:pt x="206978" y="262414"/>
                      <a:pt x="203073" y="255842"/>
                    </a:cubicBezTo>
                    <a:cubicBezTo>
                      <a:pt x="198215" y="248031"/>
                      <a:pt x="191167" y="241745"/>
                      <a:pt x="182785" y="237839"/>
                    </a:cubicBezTo>
                    <a:cubicBezTo>
                      <a:pt x="173069" y="232886"/>
                      <a:pt x="162973" y="228600"/>
                      <a:pt x="152686" y="224980"/>
                    </a:cubicBezTo>
                    <a:cubicBezTo>
                      <a:pt x="116586" y="212979"/>
                      <a:pt x="94202" y="204978"/>
                      <a:pt x="86011" y="200978"/>
                    </a:cubicBezTo>
                    <a:cubicBezTo>
                      <a:pt x="74200" y="195929"/>
                      <a:pt x="63341" y="188976"/>
                      <a:pt x="53626" y="180594"/>
                    </a:cubicBezTo>
                    <a:cubicBezTo>
                      <a:pt x="38291" y="166306"/>
                      <a:pt x="30004" y="145923"/>
                      <a:pt x="31052" y="124968"/>
                    </a:cubicBezTo>
                    <a:cubicBezTo>
                      <a:pt x="29813" y="88773"/>
                      <a:pt x="46768" y="54293"/>
                      <a:pt x="76200" y="33147"/>
                    </a:cubicBezTo>
                    <a:cubicBezTo>
                      <a:pt x="103346" y="11049"/>
                      <a:pt x="140399" y="0"/>
                      <a:pt x="187547" y="0"/>
                    </a:cubicBezTo>
                    <a:cubicBezTo>
                      <a:pt x="220694" y="762"/>
                      <a:pt x="253460" y="7144"/>
                      <a:pt x="284512" y="18669"/>
                    </a:cubicBezTo>
                    <a:close/>
                  </a:path>
                </a:pathLst>
              </a:custGeom>
              <a:solidFill>
                <a:srgbClr val="38D6D6"/>
              </a:solidFill>
              <a:ln w="9525" cap="flat">
                <a:noFill/>
                <a:prstDash val="solid"/>
                <a:miter/>
              </a:ln>
            </p:spPr>
            <p:txBody>
              <a:bodyPr rtlCol="0" anchor="ctr"/>
              <a:lstStyle/>
              <a:p>
                <a:endParaRPr lang="fr-FR"/>
              </a:p>
            </p:txBody>
          </p:sp>
          <p:sp>
            <p:nvSpPr>
              <p:cNvPr id="25" name="Forme libre : forme 31">
                <a:extLst>
                  <a:ext uri="{FF2B5EF4-FFF2-40B4-BE49-F238E27FC236}">
                    <a16:creationId xmlns:a16="http://schemas.microsoft.com/office/drawing/2014/main" id="{89A4785B-DF95-C2EA-969F-CEE9E400034C}"/>
                  </a:ext>
                </a:extLst>
              </p:cNvPr>
              <p:cNvSpPr/>
              <p:nvPr/>
            </p:nvSpPr>
            <p:spPr>
              <a:xfrm>
                <a:off x="5788640" y="2891123"/>
                <a:ext cx="240302" cy="511111"/>
              </a:xfrm>
              <a:custGeom>
                <a:avLst/>
                <a:gdLst>
                  <a:gd name="connsiteX0" fmla="*/ 45421 w 240302"/>
                  <a:gd name="connsiteY0" fmla="*/ 485584 h 511111"/>
                  <a:gd name="connsiteX1" fmla="*/ 28181 w 240302"/>
                  <a:gd name="connsiteY1" fmla="*/ 432149 h 511111"/>
                  <a:gd name="connsiteX2" fmla="*/ 29705 w 240302"/>
                  <a:gd name="connsiteY2" fmla="*/ 413099 h 511111"/>
                  <a:gd name="connsiteX3" fmla="*/ 58280 w 240302"/>
                  <a:gd name="connsiteY3" fmla="*/ 179832 h 511111"/>
                  <a:gd name="connsiteX4" fmla="*/ 12084 w 240302"/>
                  <a:gd name="connsiteY4" fmla="*/ 179832 h 511111"/>
                  <a:gd name="connsiteX5" fmla="*/ 2559 w 240302"/>
                  <a:gd name="connsiteY5" fmla="*/ 176117 h 511111"/>
                  <a:gd name="connsiteX6" fmla="*/ 273 w 240302"/>
                  <a:gd name="connsiteY6" fmla="*/ 164783 h 511111"/>
                  <a:gd name="connsiteX7" fmla="*/ 3321 w 240302"/>
                  <a:gd name="connsiteY7" fmla="*/ 138494 h 511111"/>
                  <a:gd name="connsiteX8" fmla="*/ 66567 w 240302"/>
                  <a:gd name="connsiteY8" fmla="*/ 130207 h 511111"/>
                  <a:gd name="connsiteX9" fmla="*/ 96666 w 240302"/>
                  <a:gd name="connsiteY9" fmla="*/ 12763 h 511111"/>
                  <a:gd name="connsiteX10" fmla="*/ 102666 w 240302"/>
                  <a:gd name="connsiteY10" fmla="*/ 3810 h 511111"/>
                  <a:gd name="connsiteX11" fmla="*/ 113906 w 240302"/>
                  <a:gd name="connsiteY11" fmla="*/ 0 h 511111"/>
                  <a:gd name="connsiteX12" fmla="*/ 147815 w 240302"/>
                  <a:gd name="connsiteY12" fmla="*/ 0 h 511111"/>
                  <a:gd name="connsiteX13" fmla="*/ 131146 w 240302"/>
                  <a:gd name="connsiteY13" fmla="*/ 131921 h 511111"/>
                  <a:gd name="connsiteX14" fmla="*/ 240303 w 240302"/>
                  <a:gd name="connsiteY14" fmla="*/ 131921 h 511111"/>
                  <a:gd name="connsiteX15" fmla="*/ 234207 w 240302"/>
                  <a:gd name="connsiteY15" fmla="*/ 179546 h 511111"/>
                  <a:gd name="connsiteX16" fmla="*/ 124955 w 240302"/>
                  <a:gd name="connsiteY16" fmla="*/ 179546 h 511111"/>
                  <a:gd name="connsiteX17" fmla="*/ 97047 w 240302"/>
                  <a:gd name="connsiteY17" fmla="*/ 408146 h 511111"/>
                  <a:gd name="connsiteX18" fmla="*/ 96380 w 240302"/>
                  <a:gd name="connsiteY18" fmla="*/ 417671 h 511111"/>
                  <a:gd name="connsiteX19" fmla="*/ 104572 w 240302"/>
                  <a:gd name="connsiteY19" fmla="*/ 444056 h 511111"/>
                  <a:gd name="connsiteX20" fmla="*/ 133147 w 240302"/>
                  <a:gd name="connsiteY20" fmla="*/ 455295 h 511111"/>
                  <a:gd name="connsiteX21" fmla="*/ 151149 w 240302"/>
                  <a:gd name="connsiteY21" fmla="*/ 452342 h 511111"/>
                  <a:gd name="connsiteX22" fmla="*/ 165436 w 240302"/>
                  <a:gd name="connsiteY22" fmla="*/ 446342 h 511111"/>
                  <a:gd name="connsiteX23" fmla="*/ 176009 w 240302"/>
                  <a:gd name="connsiteY23" fmla="*/ 440246 h 511111"/>
                  <a:gd name="connsiteX24" fmla="*/ 183534 w 240302"/>
                  <a:gd name="connsiteY24" fmla="*/ 437293 h 511111"/>
                  <a:gd name="connsiteX25" fmla="*/ 191820 w 240302"/>
                  <a:gd name="connsiteY25" fmla="*/ 444056 h 511111"/>
                  <a:gd name="connsiteX26" fmla="*/ 207346 w 240302"/>
                  <a:gd name="connsiteY26" fmla="*/ 476536 h 511111"/>
                  <a:gd name="connsiteX27" fmla="*/ 162198 w 240302"/>
                  <a:gd name="connsiteY27" fmla="*/ 502063 h 511111"/>
                  <a:gd name="connsiteX28" fmla="*/ 111049 w 240302"/>
                  <a:gd name="connsiteY28" fmla="*/ 511112 h 511111"/>
                  <a:gd name="connsiteX29" fmla="*/ 45421 w 240302"/>
                  <a:gd name="connsiteY29" fmla="*/ 485584 h 511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0302" h="511111">
                    <a:moveTo>
                      <a:pt x="45421" y="485584"/>
                    </a:moveTo>
                    <a:cubicBezTo>
                      <a:pt x="33229" y="470535"/>
                      <a:pt x="27038" y="451485"/>
                      <a:pt x="28181" y="432149"/>
                    </a:cubicBezTo>
                    <a:cubicBezTo>
                      <a:pt x="28181" y="428625"/>
                      <a:pt x="28181" y="422624"/>
                      <a:pt x="29705" y="413099"/>
                    </a:cubicBezTo>
                    <a:lnTo>
                      <a:pt x="58280" y="179832"/>
                    </a:lnTo>
                    <a:lnTo>
                      <a:pt x="12084" y="179832"/>
                    </a:lnTo>
                    <a:cubicBezTo>
                      <a:pt x="8560" y="179832"/>
                      <a:pt x="5130" y="178594"/>
                      <a:pt x="2559" y="176117"/>
                    </a:cubicBezTo>
                    <a:cubicBezTo>
                      <a:pt x="368" y="172784"/>
                      <a:pt x="-489" y="168688"/>
                      <a:pt x="273" y="164783"/>
                    </a:cubicBezTo>
                    <a:lnTo>
                      <a:pt x="3321" y="138494"/>
                    </a:lnTo>
                    <a:lnTo>
                      <a:pt x="66567" y="130207"/>
                    </a:lnTo>
                    <a:lnTo>
                      <a:pt x="96666" y="12763"/>
                    </a:lnTo>
                    <a:cubicBezTo>
                      <a:pt x="97333" y="9049"/>
                      <a:pt x="99523" y="5810"/>
                      <a:pt x="102666" y="3810"/>
                    </a:cubicBezTo>
                    <a:cubicBezTo>
                      <a:pt x="105905" y="1334"/>
                      <a:pt x="109810" y="0"/>
                      <a:pt x="113906" y="0"/>
                    </a:cubicBezTo>
                    <a:lnTo>
                      <a:pt x="147815" y="0"/>
                    </a:lnTo>
                    <a:lnTo>
                      <a:pt x="131146" y="131921"/>
                    </a:lnTo>
                    <a:lnTo>
                      <a:pt x="240303" y="131921"/>
                    </a:lnTo>
                    <a:lnTo>
                      <a:pt x="234207" y="179546"/>
                    </a:lnTo>
                    <a:lnTo>
                      <a:pt x="124955" y="179546"/>
                    </a:lnTo>
                    <a:lnTo>
                      <a:pt x="97047" y="408146"/>
                    </a:lnTo>
                    <a:cubicBezTo>
                      <a:pt x="96571" y="411290"/>
                      <a:pt x="96285" y="414528"/>
                      <a:pt x="96380" y="417671"/>
                    </a:cubicBezTo>
                    <a:cubicBezTo>
                      <a:pt x="95809" y="427196"/>
                      <a:pt x="98761" y="436531"/>
                      <a:pt x="104572" y="444056"/>
                    </a:cubicBezTo>
                    <a:cubicBezTo>
                      <a:pt x="112001" y="451771"/>
                      <a:pt x="122478" y="455867"/>
                      <a:pt x="133147" y="455295"/>
                    </a:cubicBezTo>
                    <a:cubicBezTo>
                      <a:pt x="139243" y="455105"/>
                      <a:pt x="145339" y="454152"/>
                      <a:pt x="151149" y="452342"/>
                    </a:cubicBezTo>
                    <a:cubicBezTo>
                      <a:pt x="156197" y="451009"/>
                      <a:pt x="160960" y="449008"/>
                      <a:pt x="165436" y="446342"/>
                    </a:cubicBezTo>
                    <a:lnTo>
                      <a:pt x="176009" y="440246"/>
                    </a:lnTo>
                    <a:cubicBezTo>
                      <a:pt x="178295" y="438817"/>
                      <a:pt x="180867" y="437864"/>
                      <a:pt x="183534" y="437293"/>
                    </a:cubicBezTo>
                    <a:cubicBezTo>
                      <a:pt x="187058" y="437293"/>
                      <a:pt x="189820" y="439579"/>
                      <a:pt x="191820" y="444056"/>
                    </a:cubicBezTo>
                    <a:lnTo>
                      <a:pt x="207346" y="476536"/>
                    </a:lnTo>
                    <a:cubicBezTo>
                      <a:pt x="193916" y="487680"/>
                      <a:pt x="178676" y="496348"/>
                      <a:pt x="162198" y="502063"/>
                    </a:cubicBezTo>
                    <a:cubicBezTo>
                      <a:pt x="145815" y="507968"/>
                      <a:pt x="128479" y="511112"/>
                      <a:pt x="111049" y="511112"/>
                    </a:cubicBezTo>
                    <a:cubicBezTo>
                      <a:pt x="81616" y="511112"/>
                      <a:pt x="59804" y="502634"/>
                      <a:pt x="45421" y="485584"/>
                    </a:cubicBezTo>
                    <a:close/>
                  </a:path>
                </a:pathLst>
              </a:custGeom>
              <a:solidFill>
                <a:srgbClr val="38D6D6"/>
              </a:solidFill>
              <a:ln w="9525" cap="flat">
                <a:noFill/>
                <a:prstDash val="solid"/>
                <a:miter/>
              </a:ln>
            </p:spPr>
            <p:txBody>
              <a:bodyPr rtlCol="0" anchor="ctr"/>
              <a:lstStyle/>
              <a:p>
                <a:endParaRPr lang="fr-FR"/>
              </a:p>
            </p:txBody>
          </p:sp>
          <p:sp>
            <p:nvSpPr>
              <p:cNvPr id="26" name="Forme libre : forme 32">
                <a:extLst>
                  <a:ext uri="{FF2B5EF4-FFF2-40B4-BE49-F238E27FC236}">
                    <a16:creationId xmlns:a16="http://schemas.microsoft.com/office/drawing/2014/main" id="{EA67EB6C-2D02-AB53-14C7-C085AA73673A}"/>
                  </a:ext>
                </a:extLst>
              </p:cNvPr>
              <p:cNvSpPr/>
              <p:nvPr/>
            </p:nvSpPr>
            <p:spPr>
              <a:xfrm>
                <a:off x="6036182" y="3009376"/>
                <a:ext cx="368050" cy="392142"/>
              </a:xfrm>
              <a:custGeom>
                <a:avLst/>
                <a:gdLst>
                  <a:gd name="connsiteX0" fmla="*/ 282226 w 368050"/>
                  <a:gd name="connsiteY0" fmla="*/ 13668 h 392142"/>
                  <a:gd name="connsiteX1" fmla="*/ 334899 w 368050"/>
                  <a:gd name="connsiteY1" fmla="*/ 52720 h 392142"/>
                  <a:gd name="connsiteX2" fmla="*/ 363474 w 368050"/>
                  <a:gd name="connsiteY2" fmla="*/ 115204 h 392142"/>
                  <a:gd name="connsiteX3" fmla="*/ 368046 w 368050"/>
                  <a:gd name="connsiteY3" fmla="*/ 159591 h 392142"/>
                  <a:gd name="connsiteX4" fmla="*/ 365760 w 368050"/>
                  <a:gd name="connsiteY4" fmla="*/ 195690 h 392142"/>
                  <a:gd name="connsiteX5" fmla="*/ 343186 w 368050"/>
                  <a:gd name="connsiteY5" fmla="*/ 277034 h 392142"/>
                  <a:gd name="connsiteX6" fmla="*/ 299561 w 368050"/>
                  <a:gd name="connsiteY6" fmla="*/ 338661 h 392142"/>
                  <a:gd name="connsiteX7" fmla="*/ 237839 w 368050"/>
                  <a:gd name="connsiteY7" fmla="*/ 378570 h 392142"/>
                  <a:gd name="connsiteX8" fmla="*/ 160306 w 368050"/>
                  <a:gd name="connsiteY8" fmla="*/ 392096 h 392142"/>
                  <a:gd name="connsiteX9" fmla="*/ 86582 w 368050"/>
                  <a:gd name="connsiteY9" fmla="*/ 378570 h 392142"/>
                  <a:gd name="connsiteX10" fmla="*/ 34671 w 368050"/>
                  <a:gd name="connsiteY10" fmla="*/ 338661 h 392142"/>
                  <a:gd name="connsiteX11" fmla="*/ 5334 w 368050"/>
                  <a:gd name="connsiteY11" fmla="*/ 277034 h 392142"/>
                  <a:gd name="connsiteX12" fmla="*/ 0 w 368050"/>
                  <a:gd name="connsiteY12" fmla="*/ 228837 h 392142"/>
                  <a:gd name="connsiteX13" fmla="*/ 2286 w 368050"/>
                  <a:gd name="connsiteY13" fmla="*/ 195690 h 392142"/>
                  <a:gd name="connsiteX14" fmla="*/ 25622 w 368050"/>
                  <a:gd name="connsiteY14" fmla="*/ 115204 h 392142"/>
                  <a:gd name="connsiteX15" fmla="*/ 69247 w 368050"/>
                  <a:gd name="connsiteY15" fmla="*/ 52720 h 392142"/>
                  <a:gd name="connsiteX16" fmla="*/ 131731 w 368050"/>
                  <a:gd name="connsiteY16" fmla="*/ 13668 h 392142"/>
                  <a:gd name="connsiteX17" fmla="*/ 208502 w 368050"/>
                  <a:gd name="connsiteY17" fmla="*/ 47 h 392142"/>
                  <a:gd name="connsiteX18" fmla="*/ 282226 w 368050"/>
                  <a:gd name="connsiteY18" fmla="*/ 13668 h 392142"/>
                  <a:gd name="connsiteX19" fmla="*/ 255842 w 368050"/>
                  <a:gd name="connsiteY19" fmla="*/ 301799 h 392142"/>
                  <a:gd name="connsiteX20" fmla="*/ 296513 w 368050"/>
                  <a:gd name="connsiteY20" fmla="*/ 196452 h 392142"/>
                  <a:gd name="connsiteX21" fmla="*/ 298799 w 368050"/>
                  <a:gd name="connsiteY21" fmla="*/ 161115 h 392142"/>
                  <a:gd name="connsiteX22" fmla="*/ 282226 w 368050"/>
                  <a:gd name="connsiteY22" fmla="*/ 90344 h 392142"/>
                  <a:gd name="connsiteX23" fmla="*/ 202501 w 368050"/>
                  <a:gd name="connsiteY23" fmla="*/ 52244 h 392142"/>
                  <a:gd name="connsiteX24" fmla="*/ 151257 w 368050"/>
                  <a:gd name="connsiteY24" fmla="*/ 61769 h 392142"/>
                  <a:gd name="connsiteX25" fmla="*/ 113157 w 368050"/>
                  <a:gd name="connsiteY25" fmla="*/ 90344 h 392142"/>
                  <a:gd name="connsiteX26" fmla="*/ 86868 w 368050"/>
                  <a:gd name="connsiteY26" fmla="*/ 135492 h 392142"/>
                  <a:gd name="connsiteX27" fmla="*/ 71818 w 368050"/>
                  <a:gd name="connsiteY27" fmla="*/ 196452 h 392142"/>
                  <a:gd name="connsiteX28" fmla="*/ 69533 w 368050"/>
                  <a:gd name="connsiteY28" fmla="*/ 226551 h 392142"/>
                  <a:gd name="connsiteX29" fmla="*/ 71818 w 368050"/>
                  <a:gd name="connsiteY29" fmla="*/ 257412 h 392142"/>
                  <a:gd name="connsiteX30" fmla="*/ 86868 w 368050"/>
                  <a:gd name="connsiteY30" fmla="*/ 301799 h 392142"/>
                  <a:gd name="connsiteX31" fmla="*/ 119253 w 368050"/>
                  <a:gd name="connsiteY31" fmla="*/ 329707 h 392142"/>
                  <a:gd name="connsiteX32" fmla="*/ 166878 w 368050"/>
                  <a:gd name="connsiteY32" fmla="*/ 339232 h 392142"/>
                  <a:gd name="connsiteX33" fmla="*/ 255842 w 368050"/>
                  <a:gd name="connsiteY33" fmla="*/ 301799 h 39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68050" h="392142">
                    <a:moveTo>
                      <a:pt x="282226" y="13668"/>
                    </a:moveTo>
                    <a:cubicBezTo>
                      <a:pt x="302800" y="22050"/>
                      <a:pt x="320897" y="35480"/>
                      <a:pt x="334899" y="52720"/>
                    </a:cubicBezTo>
                    <a:cubicBezTo>
                      <a:pt x="349187" y="71008"/>
                      <a:pt x="358997" y="92439"/>
                      <a:pt x="363474" y="115204"/>
                    </a:cubicBezTo>
                    <a:cubicBezTo>
                      <a:pt x="366617" y="129777"/>
                      <a:pt x="368141" y="144636"/>
                      <a:pt x="368046" y="159591"/>
                    </a:cubicBezTo>
                    <a:cubicBezTo>
                      <a:pt x="368046" y="171687"/>
                      <a:pt x="367189" y="183689"/>
                      <a:pt x="365760" y="195690"/>
                    </a:cubicBezTo>
                    <a:cubicBezTo>
                      <a:pt x="362331" y="223789"/>
                      <a:pt x="354711" y="251221"/>
                      <a:pt x="343186" y="277034"/>
                    </a:cubicBezTo>
                    <a:cubicBezTo>
                      <a:pt x="332708" y="300180"/>
                      <a:pt x="317945" y="321135"/>
                      <a:pt x="299561" y="338661"/>
                    </a:cubicBezTo>
                    <a:cubicBezTo>
                      <a:pt x="282035" y="356091"/>
                      <a:pt x="260985" y="369712"/>
                      <a:pt x="237839" y="378570"/>
                    </a:cubicBezTo>
                    <a:cubicBezTo>
                      <a:pt x="213074" y="387905"/>
                      <a:pt x="186785" y="392477"/>
                      <a:pt x="160306" y="392096"/>
                    </a:cubicBezTo>
                    <a:cubicBezTo>
                      <a:pt x="135064" y="392667"/>
                      <a:pt x="110014" y="388000"/>
                      <a:pt x="86582" y="378570"/>
                    </a:cubicBezTo>
                    <a:cubicBezTo>
                      <a:pt x="66294" y="369712"/>
                      <a:pt x="48387" y="355996"/>
                      <a:pt x="34671" y="338661"/>
                    </a:cubicBezTo>
                    <a:cubicBezTo>
                      <a:pt x="20288" y="320658"/>
                      <a:pt x="10287" y="299513"/>
                      <a:pt x="5334" y="277034"/>
                    </a:cubicBezTo>
                    <a:cubicBezTo>
                      <a:pt x="2000" y="261222"/>
                      <a:pt x="191" y="245030"/>
                      <a:pt x="0" y="228837"/>
                    </a:cubicBezTo>
                    <a:cubicBezTo>
                      <a:pt x="0" y="217788"/>
                      <a:pt x="762" y="206644"/>
                      <a:pt x="2286" y="195690"/>
                    </a:cubicBezTo>
                    <a:cubicBezTo>
                      <a:pt x="5810" y="167782"/>
                      <a:pt x="13621" y="140636"/>
                      <a:pt x="25622" y="115204"/>
                    </a:cubicBezTo>
                    <a:cubicBezTo>
                      <a:pt x="36004" y="91773"/>
                      <a:pt x="50863" y="70532"/>
                      <a:pt x="69247" y="52720"/>
                    </a:cubicBezTo>
                    <a:cubicBezTo>
                      <a:pt x="87439" y="35861"/>
                      <a:pt x="108585" y="22621"/>
                      <a:pt x="131731" y="13668"/>
                    </a:cubicBezTo>
                    <a:cubicBezTo>
                      <a:pt x="156305" y="4428"/>
                      <a:pt x="182309" y="-239"/>
                      <a:pt x="208502" y="47"/>
                    </a:cubicBezTo>
                    <a:cubicBezTo>
                      <a:pt x="233743" y="-525"/>
                      <a:pt x="258794" y="4143"/>
                      <a:pt x="282226" y="13668"/>
                    </a:cubicBezTo>
                    <a:close/>
                    <a:moveTo>
                      <a:pt x="255842" y="301799"/>
                    </a:moveTo>
                    <a:cubicBezTo>
                      <a:pt x="277939" y="276367"/>
                      <a:pt x="291465" y="241315"/>
                      <a:pt x="296513" y="196452"/>
                    </a:cubicBezTo>
                    <a:cubicBezTo>
                      <a:pt x="297942" y="184737"/>
                      <a:pt x="298704" y="172926"/>
                      <a:pt x="298799" y="161115"/>
                    </a:cubicBezTo>
                    <a:cubicBezTo>
                      <a:pt x="299752" y="136445"/>
                      <a:pt x="294037" y="111966"/>
                      <a:pt x="282226" y="90344"/>
                    </a:cubicBezTo>
                    <a:cubicBezTo>
                      <a:pt x="266700" y="64817"/>
                      <a:pt x="240030" y="52244"/>
                      <a:pt x="202501" y="52244"/>
                    </a:cubicBezTo>
                    <a:cubicBezTo>
                      <a:pt x="184975" y="51768"/>
                      <a:pt x="167450" y="55006"/>
                      <a:pt x="151257" y="61769"/>
                    </a:cubicBezTo>
                    <a:cubicBezTo>
                      <a:pt x="136779" y="68627"/>
                      <a:pt x="123825" y="78342"/>
                      <a:pt x="113157" y="90344"/>
                    </a:cubicBezTo>
                    <a:cubicBezTo>
                      <a:pt x="101441" y="103488"/>
                      <a:pt x="92488" y="118824"/>
                      <a:pt x="86868" y="135492"/>
                    </a:cubicBezTo>
                    <a:cubicBezTo>
                      <a:pt x="79629" y="155209"/>
                      <a:pt x="74581" y="175688"/>
                      <a:pt x="71818" y="196452"/>
                    </a:cubicBezTo>
                    <a:cubicBezTo>
                      <a:pt x="70295" y="206454"/>
                      <a:pt x="69533" y="216455"/>
                      <a:pt x="69533" y="226551"/>
                    </a:cubicBezTo>
                    <a:cubicBezTo>
                      <a:pt x="69533" y="236838"/>
                      <a:pt x="70295" y="247221"/>
                      <a:pt x="71818" y="257412"/>
                    </a:cubicBezTo>
                    <a:cubicBezTo>
                      <a:pt x="73342" y="273129"/>
                      <a:pt x="78486" y="288369"/>
                      <a:pt x="86868" y="301799"/>
                    </a:cubicBezTo>
                    <a:cubicBezTo>
                      <a:pt x="94869" y="313896"/>
                      <a:pt x="106108" y="323516"/>
                      <a:pt x="119253" y="329707"/>
                    </a:cubicBezTo>
                    <a:cubicBezTo>
                      <a:pt x="134207" y="336470"/>
                      <a:pt x="150495" y="339708"/>
                      <a:pt x="166878" y="339232"/>
                    </a:cubicBezTo>
                    <a:cubicBezTo>
                      <a:pt x="200692" y="341042"/>
                      <a:pt x="233458" y="327231"/>
                      <a:pt x="255842" y="301799"/>
                    </a:cubicBezTo>
                    <a:close/>
                  </a:path>
                </a:pathLst>
              </a:custGeom>
              <a:solidFill>
                <a:srgbClr val="38D6D6"/>
              </a:solidFill>
              <a:ln w="9525" cap="flat">
                <a:noFill/>
                <a:prstDash val="solid"/>
                <a:miter/>
              </a:ln>
            </p:spPr>
            <p:txBody>
              <a:bodyPr rtlCol="0" anchor="ctr"/>
              <a:lstStyle/>
              <a:p>
                <a:endParaRPr lang="fr-FR"/>
              </a:p>
            </p:txBody>
          </p:sp>
          <p:sp>
            <p:nvSpPr>
              <p:cNvPr id="27" name="Forme libre : forme 33">
                <a:extLst>
                  <a:ext uri="{FF2B5EF4-FFF2-40B4-BE49-F238E27FC236}">
                    <a16:creationId xmlns:a16="http://schemas.microsoft.com/office/drawing/2014/main" id="{FC20DF02-0AB7-5FCF-BB8B-4D6866748B08}"/>
                  </a:ext>
                </a:extLst>
              </p:cNvPr>
              <p:cNvSpPr/>
              <p:nvPr/>
            </p:nvSpPr>
            <p:spPr>
              <a:xfrm>
                <a:off x="6438605" y="3015710"/>
                <a:ext cx="137367" cy="380714"/>
              </a:xfrm>
              <a:custGeom>
                <a:avLst/>
                <a:gdLst>
                  <a:gd name="connsiteX0" fmla="*/ 135264 w 137367"/>
                  <a:gd name="connsiteY0" fmla="*/ 338804 h 380714"/>
                  <a:gd name="connsiteX1" fmla="*/ 137168 w 137367"/>
                  <a:gd name="connsiteY1" fmla="*/ 348329 h 380714"/>
                  <a:gd name="connsiteX2" fmla="*/ 133359 w 137367"/>
                  <a:gd name="connsiteY2" fmla="*/ 380714 h 380714"/>
                  <a:gd name="connsiteX3" fmla="*/ 11439 w 137367"/>
                  <a:gd name="connsiteY3" fmla="*/ 380714 h 380714"/>
                  <a:gd name="connsiteX4" fmla="*/ 18201 w 137367"/>
                  <a:gd name="connsiteY4" fmla="*/ 325755 h 380714"/>
                  <a:gd name="connsiteX5" fmla="*/ 52110 w 137367"/>
                  <a:gd name="connsiteY5" fmla="*/ 54102 h 380714"/>
                  <a:gd name="connsiteX6" fmla="*/ 10010 w 137367"/>
                  <a:gd name="connsiteY6" fmla="*/ 45815 h 380714"/>
                  <a:gd name="connsiteX7" fmla="*/ 2104 w 137367"/>
                  <a:gd name="connsiteY7" fmla="*/ 41339 h 380714"/>
                  <a:gd name="connsiteX8" fmla="*/ 199 w 137367"/>
                  <a:gd name="connsiteY8" fmla="*/ 32290 h 380714"/>
                  <a:gd name="connsiteX9" fmla="*/ 3914 w 137367"/>
                  <a:gd name="connsiteY9" fmla="*/ 0 h 380714"/>
                  <a:gd name="connsiteX10" fmla="*/ 125834 w 137367"/>
                  <a:gd name="connsiteY10" fmla="*/ 0 h 380714"/>
                  <a:gd name="connsiteX11" fmla="*/ 85257 w 137367"/>
                  <a:gd name="connsiteY11" fmla="*/ 325755 h 380714"/>
                  <a:gd name="connsiteX12" fmla="*/ 127358 w 137367"/>
                  <a:gd name="connsiteY12" fmla="*/ 334042 h 380714"/>
                  <a:gd name="connsiteX13" fmla="*/ 135264 w 137367"/>
                  <a:gd name="connsiteY13" fmla="*/ 338804 h 38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367" h="380714">
                    <a:moveTo>
                      <a:pt x="135264" y="338804"/>
                    </a:moveTo>
                    <a:cubicBezTo>
                      <a:pt x="137073" y="341662"/>
                      <a:pt x="137740" y="344996"/>
                      <a:pt x="137168" y="348329"/>
                    </a:cubicBezTo>
                    <a:lnTo>
                      <a:pt x="133359" y="380714"/>
                    </a:lnTo>
                    <a:lnTo>
                      <a:pt x="11439" y="380714"/>
                    </a:lnTo>
                    <a:lnTo>
                      <a:pt x="18201" y="325755"/>
                    </a:lnTo>
                    <a:lnTo>
                      <a:pt x="52110" y="54102"/>
                    </a:lnTo>
                    <a:lnTo>
                      <a:pt x="10010" y="45815"/>
                    </a:lnTo>
                    <a:cubicBezTo>
                      <a:pt x="6867" y="45529"/>
                      <a:pt x="4009" y="43910"/>
                      <a:pt x="2104" y="41339"/>
                    </a:cubicBezTo>
                    <a:cubicBezTo>
                      <a:pt x="294" y="38671"/>
                      <a:pt x="-373" y="35433"/>
                      <a:pt x="199" y="32290"/>
                    </a:cubicBezTo>
                    <a:lnTo>
                      <a:pt x="3914" y="0"/>
                    </a:lnTo>
                    <a:lnTo>
                      <a:pt x="125834" y="0"/>
                    </a:lnTo>
                    <a:lnTo>
                      <a:pt x="85257" y="325755"/>
                    </a:lnTo>
                    <a:lnTo>
                      <a:pt x="127358" y="334042"/>
                    </a:lnTo>
                    <a:cubicBezTo>
                      <a:pt x="130596" y="334328"/>
                      <a:pt x="133454" y="336137"/>
                      <a:pt x="135264" y="338804"/>
                    </a:cubicBezTo>
                    <a:close/>
                  </a:path>
                </a:pathLst>
              </a:custGeom>
              <a:solidFill>
                <a:srgbClr val="38D6D6"/>
              </a:solidFill>
              <a:ln w="9525" cap="flat">
                <a:noFill/>
                <a:prstDash val="solid"/>
                <a:miter/>
              </a:ln>
            </p:spPr>
            <p:txBody>
              <a:bodyPr rtlCol="0" anchor="ctr"/>
              <a:lstStyle/>
              <a:p>
                <a:endParaRPr lang="fr-FR"/>
              </a:p>
            </p:txBody>
          </p:sp>
          <p:sp>
            <p:nvSpPr>
              <p:cNvPr id="28" name="Forme libre : forme 34">
                <a:extLst>
                  <a:ext uri="{FF2B5EF4-FFF2-40B4-BE49-F238E27FC236}">
                    <a16:creationId xmlns:a16="http://schemas.microsoft.com/office/drawing/2014/main" id="{D3DB6CB1-8811-80BD-A1BB-A11164B4E975}"/>
                  </a:ext>
                </a:extLst>
              </p:cNvPr>
              <p:cNvSpPr/>
              <p:nvPr/>
            </p:nvSpPr>
            <p:spPr>
              <a:xfrm>
                <a:off x="6624680" y="3008596"/>
                <a:ext cx="289707" cy="387637"/>
              </a:xfrm>
              <a:custGeom>
                <a:avLst/>
                <a:gdLst>
                  <a:gd name="connsiteX0" fmla="*/ 111304 w 289707"/>
                  <a:gd name="connsiteY0" fmla="*/ 10638 h 387637"/>
                  <a:gd name="connsiteX1" fmla="*/ 115114 w 289707"/>
                  <a:gd name="connsiteY1" fmla="*/ 24925 h 387637"/>
                  <a:gd name="connsiteX2" fmla="*/ 112828 w 289707"/>
                  <a:gd name="connsiteY2" fmla="*/ 84361 h 387637"/>
                  <a:gd name="connsiteX3" fmla="*/ 239225 w 289707"/>
                  <a:gd name="connsiteY3" fmla="*/ 65 h 387637"/>
                  <a:gd name="connsiteX4" fmla="*/ 289707 w 289707"/>
                  <a:gd name="connsiteY4" fmla="*/ 12924 h 387637"/>
                  <a:gd name="connsiteX5" fmla="*/ 274658 w 289707"/>
                  <a:gd name="connsiteY5" fmla="*/ 63311 h 387637"/>
                  <a:gd name="connsiteX6" fmla="*/ 264085 w 289707"/>
                  <a:gd name="connsiteY6" fmla="*/ 72836 h 387637"/>
                  <a:gd name="connsiteX7" fmla="*/ 245988 w 289707"/>
                  <a:gd name="connsiteY7" fmla="*/ 69026 h 387637"/>
                  <a:gd name="connsiteX8" fmla="*/ 215889 w 289707"/>
                  <a:gd name="connsiteY8" fmla="*/ 65311 h 387637"/>
                  <a:gd name="connsiteX9" fmla="*/ 108351 w 289707"/>
                  <a:gd name="connsiteY9" fmla="*/ 145035 h 387637"/>
                  <a:gd name="connsiteX10" fmla="*/ 79014 w 289707"/>
                  <a:gd name="connsiteY10" fmla="*/ 387637 h 387637"/>
                  <a:gd name="connsiteX11" fmla="*/ 12339 w 289707"/>
                  <a:gd name="connsiteY11" fmla="*/ 387637 h 387637"/>
                  <a:gd name="connsiteX12" fmla="*/ 52154 w 289707"/>
                  <a:gd name="connsiteY12" fmla="*/ 61787 h 387637"/>
                  <a:gd name="connsiteX13" fmla="*/ 23579 w 289707"/>
                  <a:gd name="connsiteY13" fmla="*/ 55786 h 387637"/>
                  <a:gd name="connsiteX14" fmla="*/ 9482 w 289707"/>
                  <a:gd name="connsiteY14" fmla="*/ 52738 h 387637"/>
                  <a:gd name="connsiteX15" fmla="*/ 52 w 289707"/>
                  <a:gd name="connsiteY15" fmla="*/ 41118 h 387637"/>
                  <a:gd name="connsiteX16" fmla="*/ 433 w 289707"/>
                  <a:gd name="connsiteY16" fmla="*/ 39213 h 387637"/>
                  <a:gd name="connsiteX17" fmla="*/ 4243 w 289707"/>
                  <a:gd name="connsiteY17" fmla="*/ 6923 h 387637"/>
                  <a:gd name="connsiteX18" fmla="*/ 96731 w 289707"/>
                  <a:gd name="connsiteY18" fmla="*/ 6923 h 387637"/>
                  <a:gd name="connsiteX19" fmla="*/ 111304 w 289707"/>
                  <a:gd name="connsiteY19" fmla="*/ 10638 h 387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9707" h="387637">
                    <a:moveTo>
                      <a:pt x="111304" y="10638"/>
                    </a:moveTo>
                    <a:cubicBezTo>
                      <a:pt x="114352" y="14733"/>
                      <a:pt x="115686" y="19877"/>
                      <a:pt x="115114" y="24925"/>
                    </a:cubicBezTo>
                    <a:lnTo>
                      <a:pt x="112828" y="84361"/>
                    </a:lnTo>
                    <a:cubicBezTo>
                      <a:pt x="147499" y="28164"/>
                      <a:pt x="189600" y="65"/>
                      <a:pt x="239225" y="65"/>
                    </a:cubicBezTo>
                    <a:cubicBezTo>
                      <a:pt x="256941" y="-602"/>
                      <a:pt x="274468" y="3875"/>
                      <a:pt x="289707" y="12924"/>
                    </a:cubicBezTo>
                    <a:lnTo>
                      <a:pt x="274658" y="63311"/>
                    </a:lnTo>
                    <a:cubicBezTo>
                      <a:pt x="272086" y="69883"/>
                      <a:pt x="268657" y="72836"/>
                      <a:pt x="264085" y="72836"/>
                    </a:cubicBezTo>
                    <a:cubicBezTo>
                      <a:pt x="257894" y="72550"/>
                      <a:pt x="251798" y="71217"/>
                      <a:pt x="245988" y="69026"/>
                    </a:cubicBezTo>
                    <a:cubicBezTo>
                      <a:pt x="236177" y="66264"/>
                      <a:pt x="226080" y="65025"/>
                      <a:pt x="215889" y="65311"/>
                    </a:cubicBezTo>
                    <a:cubicBezTo>
                      <a:pt x="172264" y="65311"/>
                      <a:pt x="136450" y="91886"/>
                      <a:pt x="108351" y="145035"/>
                    </a:cubicBezTo>
                    <a:lnTo>
                      <a:pt x="79014" y="387637"/>
                    </a:lnTo>
                    <a:lnTo>
                      <a:pt x="12339" y="387637"/>
                    </a:lnTo>
                    <a:lnTo>
                      <a:pt x="52154" y="61787"/>
                    </a:lnTo>
                    <a:cubicBezTo>
                      <a:pt x="39105" y="59310"/>
                      <a:pt x="29484" y="57310"/>
                      <a:pt x="23579" y="55786"/>
                    </a:cubicBezTo>
                    <a:lnTo>
                      <a:pt x="9482" y="52738"/>
                    </a:lnTo>
                    <a:cubicBezTo>
                      <a:pt x="3672" y="52167"/>
                      <a:pt x="-519" y="46928"/>
                      <a:pt x="52" y="41118"/>
                    </a:cubicBezTo>
                    <a:cubicBezTo>
                      <a:pt x="52" y="40451"/>
                      <a:pt x="243" y="39784"/>
                      <a:pt x="433" y="39213"/>
                    </a:cubicBezTo>
                    <a:lnTo>
                      <a:pt x="4243" y="6923"/>
                    </a:lnTo>
                    <a:lnTo>
                      <a:pt x="96731" y="6923"/>
                    </a:lnTo>
                    <a:cubicBezTo>
                      <a:pt x="101874" y="6256"/>
                      <a:pt x="107113" y="7590"/>
                      <a:pt x="111304" y="10638"/>
                    </a:cubicBezTo>
                    <a:close/>
                  </a:path>
                </a:pathLst>
              </a:custGeom>
              <a:solidFill>
                <a:srgbClr val="38D6D6"/>
              </a:solidFill>
              <a:ln w="9525" cap="flat">
                <a:noFill/>
                <a:prstDash val="solid"/>
                <a:miter/>
              </a:ln>
            </p:spPr>
            <p:txBody>
              <a:bodyPr rtlCol="0" anchor="ctr"/>
              <a:lstStyle/>
              <a:p>
                <a:endParaRPr lang="fr-FR"/>
              </a:p>
            </p:txBody>
          </p:sp>
          <p:sp>
            <p:nvSpPr>
              <p:cNvPr id="29" name="Forme libre : forme 35">
                <a:extLst>
                  <a:ext uri="{FF2B5EF4-FFF2-40B4-BE49-F238E27FC236}">
                    <a16:creationId xmlns:a16="http://schemas.microsoft.com/office/drawing/2014/main" id="{90053401-9E75-3D03-D61D-081EB4C9BC6E}"/>
                  </a:ext>
                </a:extLst>
              </p:cNvPr>
              <p:cNvSpPr/>
              <p:nvPr/>
            </p:nvSpPr>
            <p:spPr>
              <a:xfrm>
                <a:off x="6907768" y="3010510"/>
                <a:ext cx="309133" cy="390622"/>
              </a:xfrm>
              <a:custGeom>
                <a:avLst/>
                <a:gdLst>
                  <a:gd name="connsiteX0" fmla="*/ 228552 w 309133"/>
                  <a:gd name="connsiteY0" fmla="*/ 371436 h 390622"/>
                  <a:gd name="connsiteX1" fmla="*/ 139779 w 309133"/>
                  <a:gd name="connsiteY1" fmla="*/ 390486 h 390622"/>
                  <a:gd name="connsiteX2" fmla="*/ 56245 w 309133"/>
                  <a:gd name="connsiteY2" fmla="*/ 366388 h 390622"/>
                  <a:gd name="connsiteX3" fmla="*/ 9572 w 309133"/>
                  <a:gd name="connsiteY3" fmla="*/ 299713 h 390622"/>
                  <a:gd name="connsiteX4" fmla="*/ 47 w 309133"/>
                  <a:gd name="connsiteY4" fmla="*/ 235800 h 390622"/>
                  <a:gd name="connsiteX5" fmla="*/ 53196 w 309133"/>
                  <a:gd name="connsiteY5" fmla="*/ 73780 h 390622"/>
                  <a:gd name="connsiteX6" fmla="*/ 197691 w 309133"/>
                  <a:gd name="connsiteY6" fmla="*/ 57 h 390622"/>
                  <a:gd name="connsiteX7" fmla="*/ 263509 w 309133"/>
                  <a:gd name="connsiteY7" fmla="*/ 15106 h 390622"/>
                  <a:gd name="connsiteX8" fmla="*/ 302275 w 309133"/>
                  <a:gd name="connsiteY8" fmla="*/ 57302 h 390622"/>
                  <a:gd name="connsiteX9" fmla="*/ 309038 w 309133"/>
                  <a:gd name="connsiteY9" fmla="*/ 86639 h 390622"/>
                  <a:gd name="connsiteX10" fmla="*/ 297894 w 309133"/>
                  <a:gd name="connsiteY10" fmla="*/ 135883 h 390622"/>
                  <a:gd name="connsiteX11" fmla="*/ 262175 w 309133"/>
                  <a:gd name="connsiteY11" fmla="*/ 169792 h 390622"/>
                  <a:gd name="connsiteX12" fmla="*/ 187689 w 309133"/>
                  <a:gd name="connsiteY12" fmla="*/ 199129 h 390622"/>
                  <a:gd name="connsiteX13" fmla="*/ 65770 w 309133"/>
                  <a:gd name="connsiteY13" fmla="*/ 218655 h 390622"/>
                  <a:gd name="connsiteX14" fmla="*/ 65770 w 309133"/>
                  <a:gd name="connsiteY14" fmla="*/ 235705 h 390622"/>
                  <a:gd name="connsiteX15" fmla="*/ 153780 w 309133"/>
                  <a:gd name="connsiteY15" fmla="*/ 338766 h 390622"/>
                  <a:gd name="connsiteX16" fmla="*/ 230552 w 309133"/>
                  <a:gd name="connsiteY16" fmla="*/ 314001 h 390622"/>
                  <a:gd name="connsiteX17" fmla="*/ 259127 w 309133"/>
                  <a:gd name="connsiteY17" fmla="*/ 292855 h 390622"/>
                  <a:gd name="connsiteX18" fmla="*/ 271224 w 309133"/>
                  <a:gd name="connsiteY18" fmla="*/ 289140 h 390622"/>
                  <a:gd name="connsiteX19" fmla="*/ 283987 w 309133"/>
                  <a:gd name="connsiteY19" fmla="*/ 295141 h 390622"/>
                  <a:gd name="connsiteX20" fmla="*/ 300561 w 309133"/>
                  <a:gd name="connsiteY20" fmla="*/ 315429 h 390622"/>
                  <a:gd name="connsiteX21" fmla="*/ 228552 w 309133"/>
                  <a:gd name="connsiteY21" fmla="*/ 371436 h 390622"/>
                  <a:gd name="connsiteX22" fmla="*/ 233124 w 309133"/>
                  <a:gd name="connsiteY22" fmla="*/ 58731 h 390622"/>
                  <a:gd name="connsiteX23" fmla="*/ 193976 w 309133"/>
                  <a:gd name="connsiteY23" fmla="*/ 47872 h 390622"/>
                  <a:gd name="connsiteX24" fmla="*/ 130349 w 309133"/>
                  <a:gd name="connsiteY24" fmla="*/ 69303 h 390622"/>
                  <a:gd name="connsiteX25" fmla="*/ 88344 w 309133"/>
                  <a:gd name="connsiteY25" fmla="*/ 124644 h 390622"/>
                  <a:gd name="connsiteX26" fmla="*/ 71008 w 309133"/>
                  <a:gd name="connsiteY26" fmla="*/ 174269 h 390622"/>
                  <a:gd name="connsiteX27" fmla="*/ 164353 w 309133"/>
                  <a:gd name="connsiteY27" fmla="*/ 157695 h 390622"/>
                  <a:gd name="connsiteX28" fmla="*/ 217788 w 309133"/>
                  <a:gd name="connsiteY28" fmla="*/ 138169 h 390622"/>
                  <a:gd name="connsiteX29" fmla="*/ 241030 w 309133"/>
                  <a:gd name="connsiteY29" fmla="*/ 118167 h 390622"/>
                  <a:gd name="connsiteX30" fmla="*/ 248554 w 309133"/>
                  <a:gd name="connsiteY30" fmla="*/ 89592 h 390622"/>
                  <a:gd name="connsiteX31" fmla="*/ 233124 w 309133"/>
                  <a:gd name="connsiteY31" fmla="*/ 58731 h 390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9133" h="390622">
                    <a:moveTo>
                      <a:pt x="228552" y="371436"/>
                    </a:moveTo>
                    <a:cubicBezTo>
                      <a:pt x="201025" y="385057"/>
                      <a:pt x="170449" y="391629"/>
                      <a:pt x="139779" y="390486"/>
                    </a:cubicBezTo>
                    <a:cubicBezTo>
                      <a:pt x="110061" y="391820"/>
                      <a:pt x="80724" y="383343"/>
                      <a:pt x="56245" y="366388"/>
                    </a:cubicBezTo>
                    <a:cubicBezTo>
                      <a:pt x="34146" y="349529"/>
                      <a:pt x="17763" y="326288"/>
                      <a:pt x="9572" y="299713"/>
                    </a:cubicBezTo>
                    <a:cubicBezTo>
                      <a:pt x="2714" y="279139"/>
                      <a:pt x="-429" y="257517"/>
                      <a:pt x="47" y="235800"/>
                    </a:cubicBezTo>
                    <a:cubicBezTo>
                      <a:pt x="-620" y="177412"/>
                      <a:pt x="18049" y="120453"/>
                      <a:pt x="53196" y="73780"/>
                    </a:cubicBezTo>
                    <a:cubicBezTo>
                      <a:pt x="86153" y="26727"/>
                      <a:pt x="140255" y="-801"/>
                      <a:pt x="197691" y="57"/>
                    </a:cubicBezTo>
                    <a:cubicBezTo>
                      <a:pt x="220551" y="-610"/>
                      <a:pt x="243220" y="4629"/>
                      <a:pt x="263509" y="15106"/>
                    </a:cubicBezTo>
                    <a:cubicBezTo>
                      <a:pt x="280939" y="24155"/>
                      <a:pt x="294655" y="39109"/>
                      <a:pt x="302275" y="57302"/>
                    </a:cubicBezTo>
                    <a:cubicBezTo>
                      <a:pt x="306562" y="66541"/>
                      <a:pt x="308847" y="76542"/>
                      <a:pt x="309038" y="86639"/>
                    </a:cubicBezTo>
                    <a:cubicBezTo>
                      <a:pt x="309800" y="103784"/>
                      <a:pt x="305990" y="120738"/>
                      <a:pt x="297894" y="135883"/>
                    </a:cubicBezTo>
                    <a:cubicBezTo>
                      <a:pt x="289036" y="149980"/>
                      <a:pt x="276748" y="161601"/>
                      <a:pt x="262175" y="169792"/>
                    </a:cubicBezTo>
                    <a:cubicBezTo>
                      <a:pt x="238839" y="182937"/>
                      <a:pt x="213788" y="192843"/>
                      <a:pt x="187689" y="199129"/>
                    </a:cubicBezTo>
                    <a:cubicBezTo>
                      <a:pt x="147589" y="208559"/>
                      <a:pt x="106822" y="215036"/>
                      <a:pt x="65770" y="218655"/>
                    </a:cubicBezTo>
                    <a:lnTo>
                      <a:pt x="65770" y="235705"/>
                    </a:lnTo>
                    <a:cubicBezTo>
                      <a:pt x="65770" y="304476"/>
                      <a:pt x="95107" y="338861"/>
                      <a:pt x="153780" y="338766"/>
                    </a:cubicBezTo>
                    <a:cubicBezTo>
                      <a:pt x="181403" y="339432"/>
                      <a:pt x="208454" y="330669"/>
                      <a:pt x="230552" y="314001"/>
                    </a:cubicBezTo>
                    <a:cubicBezTo>
                      <a:pt x="245602" y="302380"/>
                      <a:pt x="255127" y="294951"/>
                      <a:pt x="259127" y="292855"/>
                    </a:cubicBezTo>
                    <a:cubicBezTo>
                      <a:pt x="262747" y="290474"/>
                      <a:pt x="266938" y="289236"/>
                      <a:pt x="271224" y="289140"/>
                    </a:cubicBezTo>
                    <a:cubicBezTo>
                      <a:pt x="276177" y="289140"/>
                      <a:pt x="280844" y="291331"/>
                      <a:pt x="283987" y="295141"/>
                    </a:cubicBezTo>
                    <a:lnTo>
                      <a:pt x="300561" y="315429"/>
                    </a:lnTo>
                    <a:cubicBezTo>
                      <a:pt x="279606" y="337718"/>
                      <a:pt x="255317" y="356577"/>
                      <a:pt x="228552" y="371436"/>
                    </a:cubicBezTo>
                    <a:close/>
                    <a:moveTo>
                      <a:pt x="233124" y="58731"/>
                    </a:moveTo>
                    <a:cubicBezTo>
                      <a:pt x="221503" y="51206"/>
                      <a:pt x="207787" y="47396"/>
                      <a:pt x="193976" y="47872"/>
                    </a:cubicBezTo>
                    <a:cubicBezTo>
                      <a:pt x="170926" y="47205"/>
                      <a:pt x="148351" y="54825"/>
                      <a:pt x="130349" y="69303"/>
                    </a:cubicBezTo>
                    <a:cubicBezTo>
                      <a:pt x="112347" y="84353"/>
                      <a:pt x="97964" y="103212"/>
                      <a:pt x="88344" y="124644"/>
                    </a:cubicBezTo>
                    <a:cubicBezTo>
                      <a:pt x="80343" y="140360"/>
                      <a:pt x="74533" y="157029"/>
                      <a:pt x="71008" y="174269"/>
                    </a:cubicBezTo>
                    <a:cubicBezTo>
                      <a:pt x="102441" y="171030"/>
                      <a:pt x="133683" y="165506"/>
                      <a:pt x="164353" y="157695"/>
                    </a:cubicBezTo>
                    <a:cubicBezTo>
                      <a:pt x="182832" y="153314"/>
                      <a:pt x="200834" y="146742"/>
                      <a:pt x="217788" y="138169"/>
                    </a:cubicBezTo>
                    <a:cubicBezTo>
                      <a:pt x="226932" y="133311"/>
                      <a:pt x="234934" y="126549"/>
                      <a:pt x="241030" y="118167"/>
                    </a:cubicBezTo>
                    <a:cubicBezTo>
                      <a:pt x="246363" y="109594"/>
                      <a:pt x="249030" y="99688"/>
                      <a:pt x="248554" y="89592"/>
                    </a:cubicBezTo>
                    <a:cubicBezTo>
                      <a:pt x="249221" y="77304"/>
                      <a:pt x="243315" y="65589"/>
                      <a:pt x="233124" y="58731"/>
                    </a:cubicBezTo>
                    <a:close/>
                  </a:path>
                </a:pathLst>
              </a:custGeom>
              <a:solidFill>
                <a:srgbClr val="38D6D6"/>
              </a:solidFill>
              <a:ln w="9525" cap="flat">
                <a:noFill/>
                <a:prstDash val="solid"/>
                <a:miter/>
              </a:ln>
            </p:spPr>
            <p:txBody>
              <a:bodyPr rtlCol="0" anchor="ctr"/>
              <a:lstStyle/>
              <a:p>
                <a:endParaRPr lang="fr-FR"/>
              </a:p>
            </p:txBody>
          </p:sp>
          <p:sp>
            <p:nvSpPr>
              <p:cNvPr id="30" name="Forme libre : forme 36">
                <a:extLst>
                  <a:ext uri="{FF2B5EF4-FFF2-40B4-BE49-F238E27FC236}">
                    <a16:creationId xmlns:a16="http://schemas.microsoft.com/office/drawing/2014/main" id="{FBD5306B-6229-F44E-9B8E-5EA38BCE93D4}"/>
                  </a:ext>
                </a:extLst>
              </p:cNvPr>
              <p:cNvSpPr/>
              <p:nvPr/>
            </p:nvSpPr>
            <p:spPr>
              <a:xfrm>
                <a:off x="7240047" y="3009423"/>
                <a:ext cx="284511" cy="392718"/>
              </a:xfrm>
              <a:custGeom>
                <a:avLst/>
                <a:gdLst>
                  <a:gd name="connsiteX0" fmla="*/ 284512 w 284511"/>
                  <a:gd name="connsiteY0" fmla="*/ 19622 h 392718"/>
                  <a:gd name="connsiteX1" fmla="*/ 281559 w 284511"/>
                  <a:gd name="connsiteY1" fmla="*/ 46291 h 392718"/>
                  <a:gd name="connsiteX2" fmla="*/ 272510 w 284511"/>
                  <a:gd name="connsiteY2" fmla="*/ 117824 h 392718"/>
                  <a:gd name="connsiteX3" fmla="*/ 243174 w 284511"/>
                  <a:gd name="connsiteY3" fmla="*/ 117824 h 392718"/>
                  <a:gd name="connsiteX4" fmla="*/ 231267 w 284511"/>
                  <a:gd name="connsiteY4" fmla="*/ 108204 h 392718"/>
                  <a:gd name="connsiteX5" fmla="*/ 231267 w 284511"/>
                  <a:gd name="connsiteY5" fmla="*/ 107251 h 392718"/>
                  <a:gd name="connsiteX6" fmla="*/ 232696 w 284511"/>
                  <a:gd name="connsiteY6" fmla="*/ 57626 h 392718"/>
                  <a:gd name="connsiteX7" fmla="*/ 175546 w 284511"/>
                  <a:gd name="connsiteY7" fmla="*/ 50101 h 392718"/>
                  <a:gd name="connsiteX8" fmla="*/ 175260 w 284511"/>
                  <a:gd name="connsiteY8" fmla="*/ 50101 h 392718"/>
                  <a:gd name="connsiteX9" fmla="*/ 120587 w 284511"/>
                  <a:gd name="connsiteY9" fmla="*/ 65341 h 392718"/>
                  <a:gd name="connsiteX10" fmla="*/ 96488 w 284511"/>
                  <a:gd name="connsiteY10" fmla="*/ 99917 h 392718"/>
                  <a:gd name="connsiteX11" fmla="*/ 95822 w 284511"/>
                  <a:gd name="connsiteY11" fmla="*/ 109442 h 392718"/>
                  <a:gd name="connsiteX12" fmla="*/ 101822 w 284511"/>
                  <a:gd name="connsiteY12" fmla="*/ 129731 h 392718"/>
                  <a:gd name="connsiteX13" fmla="*/ 141637 w 284511"/>
                  <a:gd name="connsiteY13" fmla="*/ 156115 h 392718"/>
                  <a:gd name="connsiteX14" fmla="*/ 186785 w 284511"/>
                  <a:gd name="connsiteY14" fmla="*/ 171164 h 392718"/>
                  <a:gd name="connsiteX15" fmla="*/ 221456 w 284511"/>
                  <a:gd name="connsiteY15" fmla="*/ 184690 h 392718"/>
                  <a:gd name="connsiteX16" fmla="*/ 250793 w 284511"/>
                  <a:gd name="connsiteY16" fmla="*/ 203740 h 392718"/>
                  <a:gd name="connsiteX17" fmla="*/ 274130 w 284511"/>
                  <a:gd name="connsiteY17" fmla="*/ 257175 h 392718"/>
                  <a:gd name="connsiteX18" fmla="*/ 273368 w 284511"/>
                  <a:gd name="connsiteY18" fmla="*/ 270701 h 392718"/>
                  <a:gd name="connsiteX19" fmla="*/ 225171 w 284511"/>
                  <a:gd name="connsiteY19" fmla="*/ 358045 h 392718"/>
                  <a:gd name="connsiteX20" fmla="*/ 120396 w 284511"/>
                  <a:gd name="connsiteY20" fmla="*/ 392621 h 392718"/>
                  <a:gd name="connsiteX21" fmla="*/ 0 w 284511"/>
                  <a:gd name="connsiteY21" fmla="*/ 372332 h 392718"/>
                  <a:gd name="connsiteX22" fmla="*/ 12097 w 284511"/>
                  <a:gd name="connsiteY22" fmla="*/ 272987 h 392718"/>
                  <a:gd name="connsiteX23" fmla="*/ 38386 w 284511"/>
                  <a:gd name="connsiteY23" fmla="*/ 272987 h 392718"/>
                  <a:gd name="connsiteX24" fmla="*/ 48863 w 284511"/>
                  <a:gd name="connsiteY24" fmla="*/ 281369 h 392718"/>
                  <a:gd name="connsiteX25" fmla="*/ 48863 w 284511"/>
                  <a:gd name="connsiteY25" fmla="*/ 282035 h 392718"/>
                  <a:gd name="connsiteX26" fmla="*/ 47339 w 284511"/>
                  <a:gd name="connsiteY26" fmla="*/ 330232 h 392718"/>
                  <a:gd name="connsiteX27" fmla="*/ 122587 w 284511"/>
                  <a:gd name="connsiteY27" fmla="*/ 345281 h 392718"/>
                  <a:gd name="connsiteX28" fmla="*/ 183547 w 284511"/>
                  <a:gd name="connsiteY28" fmla="*/ 326231 h 392718"/>
                  <a:gd name="connsiteX29" fmla="*/ 207645 w 284511"/>
                  <a:gd name="connsiteY29" fmla="*/ 288131 h 392718"/>
                  <a:gd name="connsiteX30" fmla="*/ 208407 w 284511"/>
                  <a:gd name="connsiteY30" fmla="*/ 278606 h 392718"/>
                  <a:gd name="connsiteX31" fmla="*/ 203740 w 284511"/>
                  <a:gd name="connsiteY31" fmla="*/ 255842 h 392718"/>
                  <a:gd name="connsiteX32" fmla="*/ 183452 w 284511"/>
                  <a:gd name="connsiteY32" fmla="*/ 237839 h 392718"/>
                  <a:gd name="connsiteX33" fmla="*/ 153353 w 284511"/>
                  <a:gd name="connsiteY33" fmla="*/ 224981 h 392718"/>
                  <a:gd name="connsiteX34" fmla="*/ 86678 w 284511"/>
                  <a:gd name="connsiteY34" fmla="*/ 200978 h 392718"/>
                  <a:gd name="connsiteX35" fmla="*/ 54293 w 284511"/>
                  <a:gd name="connsiteY35" fmla="*/ 180594 h 392718"/>
                  <a:gd name="connsiteX36" fmla="*/ 31718 w 284511"/>
                  <a:gd name="connsiteY36" fmla="*/ 124968 h 392718"/>
                  <a:gd name="connsiteX37" fmla="*/ 76867 w 284511"/>
                  <a:gd name="connsiteY37" fmla="*/ 33147 h 392718"/>
                  <a:gd name="connsiteX38" fmla="*/ 188214 w 284511"/>
                  <a:gd name="connsiteY38" fmla="*/ 0 h 392718"/>
                  <a:gd name="connsiteX39" fmla="*/ 284512 w 284511"/>
                  <a:gd name="connsiteY39" fmla="*/ 19622 h 39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4511" h="392718">
                    <a:moveTo>
                      <a:pt x="284512" y="19622"/>
                    </a:moveTo>
                    <a:lnTo>
                      <a:pt x="281559" y="46291"/>
                    </a:lnTo>
                    <a:lnTo>
                      <a:pt x="272510" y="117824"/>
                    </a:lnTo>
                    <a:lnTo>
                      <a:pt x="243174" y="117824"/>
                    </a:lnTo>
                    <a:cubicBezTo>
                      <a:pt x="237173" y="118491"/>
                      <a:pt x="231839" y="114110"/>
                      <a:pt x="231267" y="108204"/>
                    </a:cubicBezTo>
                    <a:cubicBezTo>
                      <a:pt x="231267" y="107918"/>
                      <a:pt x="231267" y="107633"/>
                      <a:pt x="231267" y="107251"/>
                    </a:cubicBezTo>
                    <a:cubicBezTo>
                      <a:pt x="231267" y="95250"/>
                      <a:pt x="231743" y="78676"/>
                      <a:pt x="232696" y="57626"/>
                    </a:cubicBezTo>
                    <a:cubicBezTo>
                      <a:pt x="214027" y="52864"/>
                      <a:pt x="194786" y="50292"/>
                      <a:pt x="175546" y="50101"/>
                    </a:cubicBezTo>
                    <a:lnTo>
                      <a:pt x="175260" y="50101"/>
                    </a:lnTo>
                    <a:cubicBezTo>
                      <a:pt x="155829" y="48959"/>
                      <a:pt x="136589" y="54388"/>
                      <a:pt x="120587" y="65341"/>
                    </a:cubicBezTo>
                    <a:cubicBezTo>
                      <a:pt x="108014" y="72866"/>
                      <a:pt x="99251" y="85439"/>
                      <a:pt x="96488" y="99917"/>
                    </a:cubicBezTo>
                    <a:lnTo>
                      <a:pt x="95822" y="109442"/>
                    </a:lnTo>
                    <a:cubicBezTo>
                      <a:pt x="95631" y="116681"/>
                      <a:pt x="97727" y="123825"/>
                      <a:pt x="101822" y="129731"/>
                    </a:cubicBezTo>
                    <a:cubicBezTo>
                      <a:pt x="111919" y="142589"/>
                      <a:pt x="125921" y="151829"/>
                      <a:pt x="141637" y="156115"/>
                    </a:cubicBezTo>
                    <a:lnTo>
                      <a:pt x="186785" y="171164"/>
                    </a:lnTo>
                    <a:cubicBezTo>
                      <a:pt x="205835" y="178118"/>
                      <a:pt x="217456" y="182690"/>
                      <a:pt x="221456" y="184690"/>
                    </a:cubicBezTo>
                    <a:cubicBezTo>
                      <a:pt x="232220" y="189452"/>
                      <a:pt x="242030" y="195929"/>
                      <a:pt x="250793" y="203740"/>
                    </a:cubicBezTo>
                    <a:cubicBezTo>
                      <a:pt x="266224" y="217075"/>
                      <a:pt x="274796" y="236792"/>
                      <a:pt x="274130" y="257175"/>
                    </a:cubicBezTo>
                    <a:cubicBezTo>
                      <a:pt x="274130" y="261652"/>
                      <a:pt x="273939" y="266224"/>
                      <a:pt x="273368" y="270701"/>
                    </a:cubicBezTo>
                    <a:cubicBezTo>
                      <a:pt x="270034" y="305181"/>
                      <a:pt x="252603" y="336804"/>
                      <a:pt x="225171" y="358045"/>
                    </a:cubicBezTo>
                    <a:cubicBezTo>
                      <a:pt x="195453" y="381667"/>
                      <a:pt x="158306" y="393954"/>
                      <a:pt x="120396" y="392621"/>
                    </a:cubicBezTo>
                    <a:cubicBezTo>
                      <a:pt x="79343" y="393002"/>
                      <a:pt x="38672" y="386144"/>
                      <a:pt x="0" y="372332"/>
                    </a:cubicBezTo>
                    <a:lnTo>
                      <a:pt x="12097" y="272987"/>
                    </a:lnTo>
                    <a:lnTo>
                      <a:pt x="38386" y="272987"/>
                    </a:lnTo>
                    <a:cubicBezTo>
                      <a:pt x="43625" y="272415"/>
                      <a:pt x="48292" y="276130"/>
                      <a:pt x="48863" y="281369"/>
                    </a:cubicBezTo>
                    <a:cubicBezTo>
                      <a:pt x="48863" y="281559"/>
                      <a:pt x="48863" y="281750"/>
                      <a:pt x="48863" y="282035"/>
                    </a:cubicBezTo>
                    <a:cubicBezTo>
                      <a:pt x="48863" y="294037"/>
                      <a:pt x="48387" y="310610"/>
                      <a:pt x="47339" y="330232"/>
                    </a:cubicBezTo>
                    <a:cubicBezTo>
                      <a:pt x="70961" y="340805"/>
                      <a:pt x="96679" y="345948"/>
                      <a:pt x="122587" y="345281"/>
                    </a:cubicBezTo>
                    <a:cubicBezTo>
                      <a:pt x="144494" y="346234"/>
                      <a:pt x="166116" y="339471"/>
                      <a:pt x="183547" y="326231"/>
                    </a:cubicBezTo>
                    <a:cubicBezTo>
                      <a:pt x="196501" y="317373"/>
                      <a:pt x="205169" y="303562"/>
                      <a:pt x="207645" y="288131"/>
                    </a:cubicBezTo>
                    <a:cubicBezTo>
                      <a:pt x="208217" y="284988"/>
                      <a:pt x="208407" y="281845"/>
                      <a:pt x="208407" y="278606"/>
                    </a:cubicBezTo>
                    <a:cubicBezTo>
                      <a:pt x="209264" y="270701"/>
                      <a:pt x="207645" y="262795"/>
                      <a:pt x="203740" y="255842"/>
                    </a:cubicBezTo>
                    <a:cubicBezTo>
                      <a:pt x="198882" y="247936"/>
                      <a:pt x="191834" y="241745"/>
                      <a:pt x="183452" y="237839"/>
                    </a:cubicBezTo>
                    <a:cubicBezTo>
                      <a:pt x="173736" y="232886"/>
                      <a:pt x="163640" y="228600"/>
                      <a:pt x="153353" y="224981"/>
                    </a:cubicBezTo>
                    <a:cubicBezTo>
                      <a:pt x="117253" y="212979"/>
                      <a:pt x="94869" y="204978"/>
                      <a:pt x="86678" y="200978"/>
                    </a:cubicBezTo>
                    <a:cubicBezTo>
                      <a:pt x="74867" y="195929"/>
                      <a:pt x="64008" y="188976"/>
                      <a:pt x="54293" y="180594"/>
                    </a:cubicBezTo>
                    <a:cubicBezTo>
                      <a:pt x="38958" y="166307"/>
                      <a:pt x="30671" y="145923"/>
                      <a:pt x="31718" y="124968"/>
                    </a:cubicBezTo>
                    <a:cubicBezTo>
                      <a:pt x="30480" y="88773"/>
                      <a:pt x="47435" y="54293"/>
                      <a:pt x="76867" y="33147"/>
                    </a:cubicBezTo>
                    <a:cubicBezTo>
                      <a:pt x="104013" y="11049"/>
                      <a:pt x="141066" y="0"/>
                      <a:pt x="188214" y="0"/>
                    </a:cubicBezTo>
                    <a:cubicBezTo>
                      <a:pt x="221171" y="1143"/>
                      <a:pt x="253746" y="7811"/>
                      <a:pt x="284512" y="19622"/>
                    </a:cubicBezTo>
                    <a:close/>
                  </a:path>
                </a:pathLst>
              </a:custGeom>
              <a:solidFill>
                <a:srgbClr val="38D6D6"/>
              </a:solidFill>
              <a:ln w="9525" cap="flat">
                <a:noFill/>
                <a:prstDash val="solid"/>
                <a:miter/>
              </a:ln>
            </p:spPr>
            <p:txBody>
              <a:bodyPr rtlCol="0" anchor="ctr"/>
              <a:lstStyle/>
              <a:p>
                <a:endParaRPr lang="fr-FR"/>
              </a:p>
            </p:txBody>
          </p:sp>
          <p:sp>
            <p:nvSpPr>
              <p:cNvPr id="31" name="Forme libre : forme 37">
                <a:extLst>
                  <a:ext uri="{FF2B5EF4-FFF2-40B4-BE49-F238E27FC236}">
                    <a16:creationId xmlns:a16="http://schemas.microsoft.com/office/drawing/2014/main" id="{988A690B-1489-CDD8-5BD4-9B65BFE1A83E}"/>
                  </a:ext>
                </a:extLst>
              </p:cNvPr>
              <p:cNvSpPr/>
              <p:nvPr/>
            </p:nvSpPr>
            <p:spPr>
              <a:xfrm>
                <a:off x="5357050" y="2893504"/>
                <a:ext cx="69913" cy="69913"/>
              </a:xfrm>
              <a:custGeom>
                <a:avLst/>
                <a:gdLst>
                  <a:gd name="connsiteX0" fmla="*/ 69914 w 69913"/>
                  <a:gd name="connsiteY0" fmla="*/ 34957 h 69913"/>
                  <a:gd name="connsiteX1" fmla="*/ 34957 w 69913"/>
                  <a:gd name="connsiteY1" fmla="*/ 69914 h 69913"/>
                  <a:gd name="connsiteX2" fmla="*/ 0 w 69913"/>
                  <a:gd name="connsiteY2" fmla="*/ 34957 h 69913"/>
                  <a:gd name="connsiteX3" fmla="*/ 34957 w 69913"/>
                  <a:gd name="connsiteY3" fmla="*/ 0 h 69913"/>
                  <a:gd name="connsiteX4" fmla="*/ 69914 w 69913"/>
                  <a:gd name="connsiteY4" fmla="*/ 34957 h 69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13" h="69913">
                    <a:moveTo>
                      <a:pt x="69914" y="34957"/>
                    </a:moveTo>
                    <a:cubicBezTo>
                      <a:pt x="69914" y="54263"/>
                      <a:pt x="54263" y="69914"/>
                      <a:pt x="34957" y="69914"/>
                    </a:cubicBezTo>
                    <a:cubicBezTo>
                      <a:pt x="15651" y="69914"/>
                      <a:pt x="0" y="54263"/>
                      <a:pt x="0" y="34957"/>
                    </a:cubicBezTo>
                    <a:cubicBezTo>
                      <a:pt x="0" y="15651"/>
                      <a:pt x="15651" y="0"/>
                      <a:pt x="34957" y="0"/>
                    </a:cubicBezTo>
                    <a:cubicBezTo>
                      <a:pt x="54263" y="0"/>
                      <a:pt x="69914" y="15651"/>
                      <a:pt x="69914" y="34957"/>
                    </a:cubicBezTo>
                    <a:close/>
                  </a:path>
                </a:pathLst>
              </a:custGeom>
              <a:solidFill>
                <a:srgbClr val="38D6D6"/>
              </a:solidFill>
              <a:ln w="9525" cap="flat">
                <a:noFill/>
                <a:prstDash val="solid"/>
                <a:miter/>
              </a:ln>
            </p:spPr>
            <p:txBody>
              <a:bodyPr rtlCol="0" anchor="ctr"/>
              <a:lstStyle/>
              <a:p>
                <a:endParaRPr lang="fr-FR"/>
              </a:p>
            </p:txBody>
          </p:sp>
          <p:sp>
            <p:nvSpPr>
              <p:cNvPr id="32" name="Forme libre : forme 38">
                <a:extLst>
                  <a:ext uri="{FF2B5EF4-FFF2-40B4-BE49-F238E27FC236}">
                    <a16:creationId xmlns:a16="http://schemas.microsoft.com/office/drawing/2014/main" id="{1423EECA-2378-3226-D5FE-19902AA037DF}"/>
                  </a:ext>
                </a:extLst>
              </p:cNvPr>
              <p:cNvSpPr/>
              <p:nvPr/>
            </p:nvSpPr>
            <p:spPr>
              <a:xfrm>
                <a:off x="6499192" y="2893504"/>
                <a:ext cx="69913" cy="69913"/>
              </a:xfrm>
              <a:custGeom>
                <a:avLst/>
                <a:gdLst>
                  <a:gd name="connsiteX0" fmla="*/ 69913 w 69913"/>
                  <a:gd name="connsiteY0" fmla="*/ 34957 h 69913"/>
                  <a:gd name="connsiteX1" fmla="*/ 34957 w 69913"/>
                  <a:gd name="connsiteY1" fmla="*/ 69914 h 69913"/>
                  <a:gd name="connsiteX2" fmla="*/ 0 w 69913"/>
                  <a:gd name="connsiteY2" fmla="*/ 34957 h 69913"/>
                  <a:gd name="connsiteX3" fmla="*/ 34957 w 69913"/>
                  <a:gd name="connsiteY3" fmla="*/ 0 h 69913"/>
                  <a:gd name="connsiteX4" fmla="*/ 69913 w 69913"/>
                  <a:gd name="connsiteY4" fmla="*/ 34957 h 69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13" h="69913">
                    <a:moveTo>
                      <a:pt x="69913" y="34957"/>
                    </a:moveTo>
                    <a:cubicBezTo>
                      <a:pt x="69913" y="54263"/>
                      <a:pt x="54263" y="69914"/>
                      <a:pt x="34957" y="69914"/>
                    </a:cubicBezTo>
                    <a:cubicBezTo>
                      <a:pt x="15651" y="69914"/>
                      <a:pt x="0" y="54263"/>
                      <a:pt x="0" y="34957"/>
                    </a:cubicBezTo>
                    <a:cubicBezTo>
                      <a:pt x="0" y="15651"/>
                      <a:pt x="15651" y="0"/>
                      <a:pt x="34957" y="0"/>
                    </a:cubicBezTo>
                    <a:cubicBezTo>
                      <a:pt x="54263" y="0"/>
                      <a:pt x="69913" y="15651"/>
                      <a:pt x="69913" y="34957"/>
                    </a:cubicBezTo>
                    <a:close/>
                  </a:path>
                </a:pathLst>
              </a:custGeom>
              <a:solidFill>
                <a:srgbClr val="38D6D6"/>
              </a:solidFill>
              <a:ln w="9525" cap="flat">
                <a:noFill/>
                <a:prstDash val="solid"/>
                <a:miter/>
              </a:ln>
            </p:spPr>
            <p:txBody>
              <a:bodyPr rtlCol="0" anchor="ctr"/>
              <a:lstStyle/>
              <a:p>
                <a:endParaRPr lang="fr-FR"/>
              </a:p>
            </p:txBody>
          </p:sp>
          <p:sp>
            <p:nvSpPr>
              <p:cNvPr id="33" name="Forme libre : forme 39">
                <a:extLst>
                  <a:ext uri="{FF2B5EF4-FFF2-40B4-BE49-F238E27FC236}">
                    <a16:creationId xmlns:a16="http://schemas.microsoft.com/office/drawing/2014/main" id="{A942F595-C761-565A-83D9-4018BE2D2596}"/>
                  </a:ext>
                </a:extLst>
              </p:cNvPr>
              <p:cNvSpPr/>
              <p:nvPr/>
            </p:nvSpPr>
            <p:spPr>
              <a:xfrm>
                <a:off x="4773548" y="3503390"/>
                <a:ext cx="384238" cy="497776"/>
              </a:xfrm>
              <a:custGeom>
                <a:avLst/>
                <a:gdLst>
                  <a:gd name="connsiteX0" fmla="*/ 292132 w 384238"/>
                  <a:gd name="connsiteY0" fmla="*/ 317278 h 497776"/>
                  <a:gd name="connsiteX1" fmla="*/ 202692 w 384238"/>
                  <a:gd name="connsiteY1" fmla="*/ 219075 h 497776"/>
                  <a:gd name="connsiteX2" fmla="*/ 194596 w 384238"/>
                  <a:gd name="connsiteY2" fmla="*/ 219075 h 497776"/>
                  <a:gd name="connsiteX3" fmla="*/ 97631 w 384238"/>
                  <a:gd name="connsiteY3" fmla="*/ 309563 h 497776"/>
                  <a:gd name="connsiteX4" fmla="*/ 97631 w 384238"/>
                  <a:gd name="connsiteY4" fmla="*/ 317183 h 497776"/>
                  <a:gd name="connsiteX5" fmla="*/ 194596 w 384238"/>
                  <a:gd name="connsiteY5" fmla="*/ 415957 h 497776"/>
                  <a:gd name="connsiteX6" fmla="*/ 292132 w 384238"/>
                  <a:gd name="connsiteY6" fmla="*/ 317183 h 497776"/>
                  <a:gd name="connsiteX7" fmla="*/ 177832 w 384238"/>
                  <a:gd name="connsiteY7" fmla="*/ 139732 h 497776"/>
                  <a:gd name="connsiteX8" fmla="*/ 287179 w 384238"/>
                  <a:gd name="connsiteY8" fmla="*/ 185928 h 497776"/>
                  <a:gd name="connsiteX9" fmla="*/ 290036 w 384238"/>
                  <a:gd name="connsiteY9" fmla="*/ 185928 h 497776"/>
                  <a:gd name="connsiteX10" fmla="*/ 288608 w 384238"/>
                  <a:gd name="connsiteY10" fmla="*/ 156686 h 497776"/>
                  <a:gd name="connsiteX11" fmla="*/ 288608 w 384238"/>
                  <a:gd name="connsiteY11" fmla="*/ 0 h 497776"/>
                  <a:gd name="connsiteX12" fmla="*/ 384239 w 384238"/>
                  <a:gd name="connsiteY12" fmla="*/ 0 h 497776"/>
                  <a:gd name="connsiteX13" fmla="*/ 384239 w 384238"/>
                  <a:gd name="connsiteY13" fmla="*/ 487394 h 497776"/>
                  <a:gd name="connsiteX14" fmla="*/ 295656 w 384238"/>
                  <a:gd name="connsiteY14" fmla="*/ 487394 h 497776"/>
                  <a:gd name="connsiteX15" fmla="*/ 295656 w 384238"/>
                  <a:gd name="connsiteY15" fmla="*/ 472440 h 497776"/>
                  <a:gd name="connsiteX16" fmla="*/ 296990 w 384238"/>
                  <a:gd name="connsiteY16" fmla="*/ 441865 h 497776"/>
                  <a:gd name="connsiteX17" fmla="*/ 294227 w 384238"/>
                  <a:gd name="connsiteY17" fmla="*/ 441865 h 497776"/>
                  <a:gd name="connsiteX18" fmla="*/ 173736 w 384238"/>
                  <a:gd name="connsiteY18" fmla="*/ 497777 h 497776"/>
                  <a:gd name="connsiteX19" fmla="*/ 0 w 384238"/>
                  <a:gd name="connsiteY19" fmla="*/ 319088 h 497776"/>
                  <a:gd name="connsiteX20" fmla="*/ 177927 w 384238"/>
                  <a:gd name="connsiteY20" fmla="*/ 140303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4238" h="497776">
                    <a:moveTo>
                      <a:pt x="292132" y="317278"/>
                    </a:moveTo>
                    <a:cubicBezTo>
                      <a:pt x="294513" y="265462"/>
                      <a:pt x="254508" y="221552"/>
                      <a:pt x="202692" y="219075"/>
                    </a:cubicBezTo>
                    <a:cubicBezTo>
                      <a:pt x="200025" y="218980"/>
                      <a:pt x="197263" y="218980"/>
                      <a:pt x="194596" y="219075"/>
                    </a:cubicBezTo>
                    <a:cubicBezTo>
                      <a:pt x="142780" y="217265"/>
                      <a:pt x="99346" y="257842"/>
                      <a:pt x="97631" y="309563"/>
                    </a:cubicBezTo>
                    <a:cubicBezTo>
                      <a:pt x="97631" y="312134"/>
                      <a:pt x="97631" y="314611"/>
                      <a:pt x="97631" y="317183"/>
                    </a:cubicBezTo>
                    <a:cubicBezTo>
                      <a:pt x="97631" y="375666"/>
                      <a:pt x="138494" y="415957"/>
                      <a:pt x="194596" y="415957"/>
                    </a:cubicBezTo>
                    <a:cubicBezTo>
                      <a:pt x="250698" y="415957"/>
                      <a:pt x="292132" y="375666"/>
                      <a:pt x="292132" y="317183"/>
                    </a:cubicBezTo>
                    <a:moveTo>
                      <a:pt x="177832" y="139732"/>
                    </a:moveTo>
                    <a:cubicBezTo>
                      <a:pt x="225457" y="139732"/>
                      <a:pt x="269176" y="157353"/>
                      <a:pt x="287179" y="185928"/>
                    </a:cubicBezTo>
                    <a:lnTo>
                      <a:pt x="290036" y="185928"/>
                    </a:lnTo>
                    <a:cubicBezTo>
                      <a:pt x="288798" y="176213"/>
                      <a:pt x="288226" y="166497"/>
                      <a:pt x="288608" y="156686"/>
                    </a:cubicBezTo>
                    <a:lnTo>
                      <a:pt x="288608" y="0"/>
                    </a:lnTo>
                    <a:lnTo>
                      <a:pt x="384239" y="0"/>
                    </a:lnTo>
                    <a:lnTo>
                      <a:pt x="384239" y="487394"/>
                    </a:lnTo>
                    <a:lnTo>
                      <a:pt x="295656" y="487394"/>
                    </a:lnTo>
                    <a:lnTo>
                      <a:pt x="295656" y="472440"/>
                    </a:lnTo>
                    <a:cubicBezTo>
                      <a:pt x="295656" y="462248"/>
                      <a:pt x="296037" y="452057"/>
                      <a:pt x="296990" y="441865"/>
                    </a:cubicBezTo>
                    <a:lnTo>
                      <a:pt x="294227" y="441865"/>
                    </a:lnTo>
                    <a:cubicBezTo>
                      <a:pt x="271367" y="477584"/>
                      <a:pt x="226409" y="497777"/>
                      <a:pt x="173736" y="497777"/>
                    </a:cubicBezTo>
                    <a:cubicBezTo>
                      <a:pt x="72009" y="497777"/>
                      <a:pt x="0" y="424339"/>
                      <a:pt x="0" y="319088"/>
                    </a:cubicBezTo>
                    <a:cubicBezTo>
                      <a:pt x="0" y="213836"/>
                      <a:pt x="74771" y="140303"/>
                      <a:pt x="177927" y="140303"/>
                    </a:cubicBezTo>
                  </a:path>
                </a:pathLst>
              </a:custGeom>
              <a:solidFill>
                <a:srgbClr val="FFFFFF"/>
              </a:solidFill>
              <a:ln w="9525" cap="flat">
                <a:noFill/>
                <a:prstDash val="solid"/>
                <a:miter/>
              </a:ln>
            </p:spPr>
            <p:txBody>
              <a:bodyPr rtlCol="0" anchor="ctr"/>
              <a:lstStyle/>
              <a:p>
                <a:endParaRPr lang="fr-FR"/>
              </a:p>
            </p:txBody>
          </p:sp>
          <p:sp>
            <p:nvSpPr>
              <p:cNvPr id="34" name="Forme libre : forme 40">
                <a:extLst>
                  <a:ext uri="{FF2B5EF4-FFF2-40B4-BE49-F238E27FC236}">
                    <a16:creationId xmlns:a16="http://schemas.microsoft.com/office/drawing/2014/main" id="{1D1BCC08-D96F-CDC2-1F79-EEC727BC7E7F}"/>
                  </a:ext>
                </a:extLst>
              </p:cNvPr>
              <p:cNvSpPr/>
              <p:nvPr/>
            </p:nvSpPr>
            <p:spPr>
              <a:xfrm>
                <a:off x="5221414" y="3643217"/>
                <a:ext cx="366926" cy="357473"/>
              </a:xfrm>
              <a:custGeom>
                <a:avLst/>
                <a:gdLst>
                  <a:gd name="connsiteX0" fmla="*/ 100394 w 366926"/>
                  <a:gd name="connsiteY0" fmla="*/ 149543 h 357473"/>
                  <a:gd name="connsiteX1" fmla="*/ 271844 w 366926"/>
                  <a:gd name="connsiteY1" fmla="*/ 149543 h 357473"/>
                  <a:gd name="connsiteX2" fmla="*/ 189071 w 366926"/>
                  <a:gd name="connsiteY2" fmla="*/ 79248 h 357473"/>
                  <a:gd name="connsiteX3" fmla="*/ 100394 w 366926"/>
                  <a:gd name="connsiteY3" fmla="*/ 149447 h 357473"/>
                  <a:gd name="connsiteX4" fmla="*/ 192500 w 366926"/>
                  <a:gd name="connsiteY4" fmla="*/ 357378 h 357473"/>
                  <a:gd name="connsiteX5" fmla="*/ 0 w 366926"/>
                  <a:gd name="connsiteY5" fmla="*/ 178689 h 357473"/>
                  <a:gd name="connsiteX6" fmla="*/ 191071 w 366926"/>
                  <a:gd name="connsiteY6" fmla="*/ 0 h 357473"/>
                  <a:gd name="connsiteX7" fmla="*/ 366903 w 366926"/>
                  <a:gd name="connsiteY7" fmla="*/ 178784 h 357473"/>
                  <a:gd name="connsiteX8" fmla="*/ 364141 w 366926"/>
                  <a:gd name="connsiteY8" fmla="*/ 207359 h 357473"/>
                  <a:gd name="connsiteX9" fmla="*/ 100394 w 366926"/>
                  <a:gd name="connsiteY9" fmla="*/ 207359 h 357473"/>
                  <a:gd name="connsiteX10" fmla="*/ 193167 w 366926"/>
                  <a:gd name="connsiteY10" fmla="*/ 276892 h 357473"/>
                  <a:gd name="connsiteX11" fmla="*/ 283178 w 366926"/>
                  <a:gd name="connsiteY11" fmla="*/ 237268 h 357473"/>
                  <a:gd name="connsiteX12" fmla="*/ 339281 w 366926"/>
                  <a:gd name="connsiteY12" fmla="*/ 292513 h 357473"/>
                  <a:gd name="connsiteX13" fmla="*/ 192500 w 366926"/>
                  <a:gd name="connsiteY13" fmla="*/ 357473 h 35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6926" h="357473">
                    <a:moveTo>
                      <a:pt x="100394" y="149543"/>
                    </a:moveTo>
                    <a:lnTo>
                      <a:pt x="271844" y="149543"/>
                    </a:lnTo>
                    <a:cubicBezTo>
                      <a:pt x="266795" y="108109"/>
                      <a:pt x="230791" y="77533"/>
                      <a:pt x="189071" y="79248"/>
                    </a:cubicBezTo>
                    <a:cubicBezTo>
                      <a:pt x="141446" y="79248"/>
                      <a:pt x="110109" y="105823"/>
                      <a:pt x="100394" y="149447"/>
                    </a:cubicBezTo>
                    <a:moveTo>
                      <a:pt x="192500" y="357378"/>
                    </a:moveTo>
                    <a:cubicBezTo>
                      <a:pt x="78962" y="357378"/>
                      <a:pt x="0" y="282035"/>
                      <a:pt x="0" y="178689"/>
                    </a:cubicBezTo>
                    <a:cubicBezTo>
                      <a:pt x="0" y="75343"/>
                      <a:pt x="79248" y="0"/>
                      <a:pt x="191071" y="0"/>
                    </a:cubicBezTo>
                    <a:cubicBezTo>
                      <a:pt x="296323" y="0"/>
                      <a:pt x="366903" y="74771"/>
                      <a:pt x="366903" y="178784"/>
                    </a:cubicBezTo>
                    <a:cubicBezTo>
                      <a:pt x="367094" y="188404"/>
                      <a:pt x="366141" y="197929"/>
                      <a:pt x="364141" y="207359"/>
                    </a:cubicBezTo>
                    <a:lnTo>
                      <a:pt x="100394" y="207359"/>
                    </a:lnTo>
                    <a:cubicBezTo>
                      <a:pt x="110776" y="251555"/>
                      <a:pt x="143351" y="276892"/>
                      <a:pt x="193167" y="276892"/>
                    </a:cubicBezTo>
                    <a:cubicBezTo>
                      <a:pt x="233363" y="276892"/>
                      <a:pt x="259842" y="265176"/>
                      <a:pt x="283178" y="237268"/>
                    </a:cubicBezTo>
                    <a:lnTo>
                      <a:pt x="339281" y="292513"/>
                    </a:lnTo>
                    <a:cubicBezTo>
                      <a:pt x="302514" y="337280"/>
                      <a:pt x="253556" y="357473"/>
                      <a:pt x="192500" y="357473"/>
                    </a:cubicBezTo>
                  </a:path>
                </a:pathLst>
              </a:custGeom>
              <a:solidFill>
                <a:srgbClr val="FFFFFF"/>
              </a:solidFill>
              <a:ln w="9525" cap="flat">
                <a:noFill/>
                <a:prstDash val="solid"/>
                <a:miter/>
              </a:ln>
            </p:spPr>
            <p:txBody>
              <a:bodyPr rtlCol="0" anchor="ctr"/>
              <a:lstStyle/>
              <a:p>
                <a:endParaRPr lang="fr-FR"/>
              </a:p>
            </p:txBody>
          </p:sp>
          <p:sp>
            <p:nvSpPr>
              <p:cNvPr id="35" name="Forme libre : forme 41">
                <a:extLst>
                  <a:ext uri="{FF2B5EF4-FFF2-40B4-BE49-F238E27FC236}">
                    <a16:creationId xmlns:a16="http://schemas.microsoft.com/office/drawing/2014/main" id="{CFC6C365-6BF2-DA67-B376-346653E5D6E3}"/>
                  </a:ext>
                </a:extLst>
              </p:cNvPr>
              <p:cNvSpPr/>
              <p:nvPr/>
            </p:nvSpPr>
            <p:spPr>
              <a:xfrm>
                <a:off x="5737287" y="3643312"/>
                <a:ext cx="266414" cy="357377"/>
              </a:xfrm>
              <a:custGeom>
                <a:avLst/>
                <a:gdLst>
                  <a:gd name="connsiteX0" fmla="*/ 144399 w 266414"/>
                  <a:gd name="connsiteY0" fmla="*/ 133826 h 357377"/>
                  <a:gd name="connsiteX1" fmla="*/ 189357 w 266414"/>
                  <a:gd name="connsiteY1" fmla="*/ 155258 h 357377"/>
                  <a:gd name="connsiteX2" fmla="*/ 265557 w 266414"/>
                  <a:gd name="connsiteY2" fmla="*/ 253365 h 357377"/>
                  <a:gd name="connsiteX3" fmla="*/ 132207 w 266414"/>
                  <a:gd name="connsiteY3" fmla="*/ 357378 h 357377"/>
                  <a:gd name="connsiteX4" fmla="*/ 0 w 266414"/>
                  <a:gd name="connsiteY4" fmla="*/ 271653 h 357377"/>
                  <a:gd name="connsiteX5" fmla="*/ 71914 w 266414"/>
                  <a:gd name="connsiteY5" fmla="*/ 234029 h 357377"/>
                  <a:gd name="connsiteX6" fmla="*/ 132874 w 266414"/>
                  <a:gd name="connsiteY6" fmla="*/ 283369 h 357377"/>
                  <a:gd name="connsiteX7" fmla="*/ 170974 w 266414"/>
                  <a:gd name="connsiteY7" fmla="*/ 252889 h 357377"/>
                  <a:gd name="connsiteX8" fmla="*/ 131445 w 266414"/>
                  <a:gd name="connsiteY8" fmla="*/ 217075 h 357377"/>
                  <a:gd name="connsiteX9" fmla="*/ 93345 w 266414"/>
                  <a:gd name="connsiteY9" fmla="*/ 199549 h 357377"/>
                  <a:gd name="connsiteX10" fmla="*/ 15812 w 266414"/>
                  <a:gd name="connsiteY10" fmla="*/ 99441 h 357377"/>
                  <a:gd name="connsiteX11" fmla="*/ 136208 w 266414"/>
                  <a:gd name="connsiteY11" fmla="*/ 0 h 357377"/>
                  <a:gd name="connsiteX12" fmla="*/ 266414 w 266414"/>
                  <a:gd name="connsiteY12" fmla="*/ 74104 h 357377"/>
                  <a:gd name="connsiteX13" fmla="*/ 199263 w 266414"/>
                  <a:gd name="connsiteY13" fmla="*/ 112204 h 357377"/>
                  <a:gd name="connsiteX14" fmla="*/ 138303 w 266414"/>
                  <a:gd name="connsiteY14" fmla="*/ 72581 h 357377"/>
                  <a:gd name="connsiteX15" fmla="*/ 104394 w 266414"/>
                  <a:gd name="connsiteY15" fmla="*/ 99250 h 357377"/>
                  <a:gd name="connsiteX16" fmla="*/ 144590 w 266414"/>
                  <a:gd name="connsiteY16" fmla="*/ 134302 h 35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6414" h="357377">
                    <a:moveTo>
                      <a:pt x="144399" y="133826"/>
                    </a:moveTo>
                    <a:lnTo>
                      <a:pt x="189357" y="155258"/>
                    </a:lnTo>
                    <a:cubicBezTo>
                      <a:pt x="230219" y="174784"/>
                      <a:pt x="265557" y="198787"/>
                      <a:pt x="265557" y="253365"/>
                    </a:cubicBezTo>
                    <a:cubicBezTo>
                      <a:pt x="265557" y="314420"/>
                      <a:pt x="215741" y="357378"/>
                      <a:pt x="132207" y="357378"/>
                    </a:cubicBezTo>
                    <a:cubicBezTo>
                      <a:pt x="53245" y="357378"/>
                      <a:pt x="13145" y="315754"/>
                      <a:pt x="0" y="271653"/>
                    </a:cubicBezTo>
                    <a:lnTo>
                      <a:pt x="71914" y="234029"/>
                    </a:lnTo>
                    <a:cubicBezTo>
                      <a:pt x="78677" y="262414"/>
                      <a:pt x="103727" y="282702"/>
                      <a:pt x="132874" y="283369"/>
                    </a:cubicBezTo>
                    <a:cubicBezTo>
                      <a:pt x="155734" y="283369"/>
                      <a:pt x="170974" y="272320"/>
                      <a:pt x="170974" y="252889"/>
                    </a:cubicBezTo>
                    <a:cubicBezTo>
                      <a:pt x="170974" y="239173"/>
                      <a:pt x="161449" y="230124"/>
                      <a:pt x="131445" y="217075"/>
                    </a:cubicBezTo>
                    <a:lnTo>
                      <a:pt x="93345" y="199549"/>
                    </a:lnTo>
                    <a:cubicBezTo>
                      <a:pt x="53150" y="181356"/>
                      <a:pt x="15812" y="159258"/>
                      <a:pt x="15812" y="99441"/>
                    </a:cubicBezTo>
                    <a:cubicBezTo>
                      <a:pt x="15812" y="45529"/>
                      <a:pt x="67723" y="0"/>
                      <a:pt x="136208" y="0"/>
                    </a:cubicBezTo>
                    <a:cubicBezTo>
                      <a:pt x="204692" y="0"/>
                      <a:pt x="244983" y="33814"/>
                      <a:pt x="266414" y="74104"/>
                    </a:cubicBezTo>
                    <a:lnTo>
                      <a:pt x="199263" y="112204"/>
                    </a:lnTo>
                    <a:cubicBezTo>
                      <a:pt x="186119" y="89440"/>
                      <a:pt x="167450" y="72581"/>
                      <a:pt x="138303" y="72581"/>
                    </a:cubicBezTo>
                    <a:cubicBezTo>
                      <a:pt x="119253" y="72581"/>
                      <a:pt x="104394" y="82106"/>
                      <a:pt x="104394" y="99250"/>
                    </a:cubicBezTo>
                    <a:cubicBezTo>
                      <a:pt x="104394" y="114205"/>
                      <a:pt x="114776" y="120682"/>
                      <a:pt x="144590" y="134302"/>
                    </a:cubicBezTo>
                  </a:path>
                </a:pathLst>
              </a:custGeom>
              <a:solidFill>
                <a:srgbClr val="FFFFFF"/>
              </a:solidFill>
              <a:ln w="9525" cap="flat">
                <a:noFill/>
                <a:prstDash val="solid"/>
                <a:miter/>
              </a:ln>
            </p:spPr>
            <p:txBody>
              <a:bodyPr rtlCol="0" anchor="ctr"/>
              <a:lstStyle/>
              <a:p>
                <a:endParaRPr lang="fr-FR"/>
              </a:p>
            </p:txBody>
          </p:sp>
          <p:sp>
            <p:nvSpPr>
              <p:cNvPr id="36" name="Forme libre : forme 42">
                <a:extLst>
                  <a:ext uri="{FF2B5EF4-FFF2-40B4-BE49-F238E27FC236}">
                    <a16:creationId xmlns:a16="http://schemas.microsoft.com/office/drawing/2014/main" id="{9B60CE5E-B7FA-9FD2-95C0-701500BE704A}"/>
                  </a:ext>
                </a:extLst>
              </p:cNvPr>
              <p:cNvSpPr/>
              <p:nvPr/>
            </p:nvSpPr>
            <p:spPr>
              <a:xfrm>
                <a:off x="6236683" y="3653694"/>
                <a:ext cx="96869" cy="336613"/>
              </a:xfrm>
              <a:custGeom>
                <a:avLst/>
                <a:gdLst>
                  <a:gd name="connsiteX0" fmla="*/ 0 w 96869"/>
                  <a:gd name="connsiteY0" fmla="*/ 0 h 336613"/>
                  <a:gd name="connsiteX1" fmla="*/ 96869 w 96869"/>
                  <a:gd name="connsiteY1" fmla="*/ 0 h 336613"/>
                  <a:gd name="connsiteX2" fmla="*/ 96869 w 96869"/>
                  <a:gd name="connsiteY2" fmla="*/ 336613 h 336613"/>
                  <a:gd name="connsiteX3" fmla="*/ 0 w 96869"/>
                  <a:gd name="connsiteY3" fmla="*/ 336613 h 336613"/>
                </a:gdLst>
                <a:ahLst/>
                <a:cxnLst>
                  <a:cxn ang="0">
                    <a:pos x="connsiteX0" y="connsiteY0"/>
                  </a:cxn>
                  <a:cxn ang="0">
                    <a:pos x="connsiteX1" y="connsiteY1"/>
                  </a:cxn>
                  <a:cxn ang="0">
                    <a:pos x="connsiteX2" y="connsiteY2"/>
                  </a:cxn>
                  <a:cxn ang="0">
                    <a:pos x="connsiteX3" y="connsiteY3"/>
                  </a:cxn>
                </a:cxnLst>
                <a:rect l="l" t="t" r="r" b="b"/>
                <a:pathLst>
                  <a:path w="96869" h="336613">
                    <a:moveTo>
                      <a:pt x="0" y="0"/>
                    </a:moveTo>
                    <a:lnTo>
                      <a:pt x="96869" y="0"/>
                    </a:lnTo>
                    <a:lnTo>
                      <a:pt x="96869" y="336613"/>
                    </a:lnTo>
                    <a:lnTo>
                      <a:pt x="0" y="336613"/>
                    </a:lnTo>
                    <a:close/>
                  </a:path>
                </a:pathLst>
              </a:custGeom>
              <a:solidFill>
                <a:srgbClr val="FFFFFF"/>
              </a:solidFill>
              <a:ln w="9525" cap="flat">
                <a:noFill/>
                <a:prstDash val="solid"/>
                <a:miter/>
              </a:ln>
            </p:spPr>
            <p:txBody>
              <a:bodyPr rtlCol="0" anchor="ctr"/>
              <a:lstStyle/>
              <a:p>
                <a:endParaRPr lang="fr-FR"/>
              </a:p>
            </p:txBody>
          </p:sp>
          <p:sp>
            <p:nvSpPr>
              <p:cNvPr id="37" name="Forme libre : forme 43">
                <a:extLst>
                  <a:ext uri="{FF2B5EF4-FFF2-40B4-BE49-F238E27FC236}">
                    <a16:creationId xmlns:a16="http://schemas.microsoft.com/office/drawing/2014/main" id="{23E1E1D2-0DB4-E131-5B97-A63C6304337A}"/>
                  </a:ext>
                </a:extLst>
              </p:cNvPr>
              <p:cNvSpPr/>
              <p:nvPr/>
            </p:nvSpPr>
            <p:spPr>
              <a:xfrm>
                <a:off x="6068091" y="3502914"/>
                <a:ext cx="96869" cy="487298"/>
              </a:xfrm>
              <a:custGeom>
                <a:avLst/>
                <a:gdLst>
                  <a:gd name="connsiteX0" fmla="*/ 0 w 96869"/>
                  <a:gd name="connsiteY0" fmla="*/ 0 h 487298"/>
                  <a:gd name="connsiteX1" fmla="*/ 96869 w 96869"/>
                  <a:gd name="connsiteY1" fmla="*/ 0 h 487298"/>
                  <a:gd name="connsiteX2" fmla="*/ 96869 w 96869"/>
                  <a:gd name="connsiteY2" fmla="*/ 487299 h 487298"/>
                  <a:gd name="connsiteX3" fmla="*/ 0 w 96869"/>
                  <a:gd name="connsiteY3" fmla="*/ 487299 h 487298"/>
                </a:gdLst>
                <a:ahLst/>
                <a:cxnLst>
                  <a:cxn ang="0">
                    <a:pos x="connsiteX0" y="connsiteY0"/>
                  </a:cxn>
                  <a:cxn ang="0">
                    <a:pos x="connsiteX1" y="connsiteY1"/>
                  </a:cxn>
                  <a:cxn ang="0">
                    <a:pos x="connsiteX2" y="connsiteY2"/>
                  </a:cxn>
                  <a:cxn ang="0">
                    <a:pos x="connsiteX3" y="connsiteY3"/>
                  </a:cxn>
                </a:cxnLst>
                <a:rect l="l" t="t" r="r" b="b"/>
                <a:pathLst>
                  <a:path w="96869" h="487298">
                    <a:moveTo>
                      <a:pt x="0" y="0"/>
                    </a:moveTo>
                    <a:lnTo>
                      <a:pt x="96869" y="0"/>
                    </a:lnTo>
                    <a:lnTo>
                      <a:pt x="96869" y="487299"/>
                    </a:lnTo>
                    <a:lnTo>
                      <a:pt x="0" y="487299"/>
                    </a:lnTo>
                    <a:close/>
                  </a:path>
                </a:pathLst>
              </a:custGeom>
              <a:solidFill>
                <a:srgbClr val="FFFFFF"/>
              </a:solidFill>
              <a:ln w="9525" cap="flat">
                <a:noFill/>
                <a:prstDash val="solid"/>
                <a:miter/>
              </a:ln>
            </p:spPr>
            <p:txBody>
              <a:bodyPr rtlCol="0" anchor="ctr"/>
              <a:lstStyle/>
              <a:p>
                <a:endParaRPr lang="fr-FR"/>
              </a:p>
            </p:txBody>
          </p:sp>
          <p:sp>
            <p:nvSpPr>
              <p:cNvPr id="38" name="Forme libre : forme 44">
                <a:extLst>
                  <a:ext uri="{FF2B5EF4-FFF2-40B4-BE49-F238E27FC236}">
                    <a16:creationId xmlns:a16="http://schemas.microsoft.com/office/drawing/2014/main" id="{5BBC2353-B027-705C-7E33-5AF065D9D4C6}"/>
                  </a:ext>
                </a:extLst>
              </p:cNvPr>
              <p:cNvSpPr/>
              <p:nvPr/>
            </p:nvSpPr>
            <p:spPr>
              <a:xfrm>
                <a:off x="6405276" y="3503390"/>
                <a:ext cx="383857" cy="497776"/>
              </a:xfrm>
              <a:custGeom>
                <a:avLst/>
                <a:gdLst>
                  <a:gd name="connsiteX0" fmla="*/ 292132 w 383857"/>
                  <a:gd name="connsiteY0" fmla="*/ 317278 h 497776"/>
                  <a:gd name="connsiteX1" fmla="*/ 202501 w 383857"/>
                  <a:gd name="connsiteY1" fmla="*/ 219075 h 497776"/>
                  <a:gd name="connsiteX2" fmla="*/ 194500 w 383857"/>
                  <a:gd name="connsiteY2" fmla="*/ 219075 h 497776"/>
                  <a:gd name="connsiteX3" fmla="*/ 97631 w 383857"/>
                  <a:gd name="connsiteY3" fmla="*/ 317183 h 497776"/>
                  <a:gd name="connsiteX4" fmla="*/ 194500 w 383857"/>
                  <a:gd name="connsiteY4" fmla="*/ 415957 h 497776"/>
                  <a:gd name="connsiteX5" fmla="*/ 292132 w 383857"/>
                  <a:gd name="connsiteY5" fmla="*/ 317183 h 497776"/>
                  <a:gd name="connsiteX6" fmla="*/ 177832 w 383857"/>
                  <a:gd name="connsiteY6" fmla="*/ 139732 h 497776"/>
                  <a:gd name="connsiteX7" fmla="*/ 287274 w 383857"/>
                  <a:gd name="connsiteY7" fmla="*/ 185928 h 497776"/>
                  <a:gd name="connsiteX8" fmla="*/ 290036 w 383857"/>
                  <a:gd name="connsiteY8" fmla="*/ 185928 h 497776"/>
                  <a:gd name="connsiteX9" fmla="*/ 288608 w 383857"/>
                  <a:gd name="connsiteY9" fmla="*/ 156686 h 497776"/>
                  <a:gd name="connsiteX10" fmla="*/ 288608 w 383857"/>
                  <a:gd name="connsiteY10" fmla="*/ 0 h 497776"/>
                  <a:gd name="connsiteX11" fmla="*/ 383858 w 383857"/>
                  <a:gd name="connsiteY11" fmla="*/ 0 h 497776"/>
                  <a:gd name="connsiteX12" fmla="*/ 383858 w 383857"/>
                  <a:gd name="connsiteY12" fmla="*/ 487394 h 497776"/>
                  <a:gd name="connsiteX13" fmla="*/ 295561 w 383857"/>
                  <a:gd name="connsiteY13" fmla="*/ 487394 h 497776"/>
                  <a:gd name="connsiteX14" fmla="*/ 295561 w 383857"/>
                  <a:gd name="connsiteY14" fmla="*/ 472440 h 497776"/>
                  <a:gd name="connsiteX15" fmla="*/ 296989 w 383857"/>
                  <a:gd name="connsiteY15" fmla="*/ 441865 h 497776"/>
                  <a:gd name="connsiteX16" fmla="*/ 294227 w 383857"/>
                  <a:gd name="connsiteY16" fmla="*/ 441865 h 497776"/>
                  <a:gd name="connsiteX17" fmla="*/ 173736 w 383857"/>
                  <a:gd name="connsiteY17" fmla="*/ 497777 h 497776"/>
                  <a:gd name="connsiteX18" fmla="*/ 0 w 383857"/>
                  <a:gd name="connsiteY18" fmla="*/ 319088 h 497776"/>
                  <a:gd name="connsiteX19" fmla="*/ 177832 w 383857"/>
                  <a:gd name="connsiteY19" fmla="*/ 140303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3857" h="497776">
                    <a:moveTo>
                      <a:pt x="292132" y="317278"/>
                    </a:moveTo>
                    <a:cubicBezTo>
                      <a:pt x="294513" y="265367"/>
                      <a:pt x="254317" y="221456"/>
                      <a:pt x="202501" y="219075"/>
                    </a:cubicBezTo>
                    <a:cubicBezTo>
                      <a:pt x="199834" y="218980"/>
                      <a:pt x="197167" y="218980"/>
                      <a:pt x="194500" y="219075"/>
                    </a:cubicBezTo>
                    <a:cubicBezTo>
                      <a:pt x="138398" y="219075"/>
                      <a:pt x="97631" y="259366"/>
                      <a:pt x="97631" y="317183"/>
                    </a:cubicBezTo>
                    <a:cubicBezTo>
                      <a:pt x="97631" y="374999"/>
                      <a:pt x="138398" y="415957"/>
                      <a:pt x="194500" y="415957"/>
                    </a:cubicBezTo>
                    <a:cubicBezTo>
                      <a:pt x="250603" y="415957"/>
                      <a:pt x="292132" y="375666"/>
                      <a:pt x="292132" y="317183"/>
                    </a:cubicBezTo>
                    <a:moveTo>
                      <a:pt x="177832" y="139732"/>
                    </a:moveTo>
                    <a:cubicBezTo>
                      <a:pt x="225457" y="139732"/>
                      <a:pt x="269272" y="157353"/>
                      <a:pt x="287274" y="185928"/>
                    </a:cubicBezTo>
                    <a:lnTo>
                      <a:pt x="290036" y="185928"/>
                    </a:lnTo>
                    <a:cubicBezTo>
                      <a:pt x="288798" y="176213"/>
                      <a:pt x="288322" y="166497"/>
                      <a:pt x="288608" y="156686"/>
                    </a:cubicBezTo>
                    <a:lnTo>
                      <a:pt x="288608" y="0"/>
                    </a:lnTo>
                    <a:lnTo>
                      <a:pt x="383858" y="0"/>
                    </a:lnTo>
                    <a:lnTo>
                      <a:pt x="383858" y="487394"/>
                    </a:lnTo>
                    <a:lnTo>
                      <a:pt x="295561" y="487394"/>
                    </a:lnTo>
                    <a:lnTo>
                      <a:pt x="295561" y="472440"/>
                    </a:lnTo>
                    <a:cubicBezTo>
                      <a:pt x="295466" y="462248"/>
                      <a:pt x="295942" y="452057"/>
                      <a:pt x="296989" y="441865"/>
                    </a:cubicBezTo>
                    <a:lnTo>
                      <a:pt x="294227" y="441865"/>
                    </a:lnTo>
                    <a:cubicBezTo>
                      <a:pt x="271367" y="477584"/>
                      <a:pt x="226314" y="497777"/>
                      <a:pt x="173736" y="497777"/>
                    </a:cubicBezTo>
                    <a:cubicBezTo>
                      <a:pt x="72009" y="497777"/>
                      <a:pt x="0" y="424339"/>
                      <a:pt x="0" y="319088"/>
                    </a:cubicBezTo>
                    <a:cubicBezTo>
                      <a:pt x="0" y="213836"/>
                      <a:pt x="74771" y="140303"/>
                      <a:pt x="177832" y="140303"/>
                    </a:cubicBezTo>
                  </a:path>
                </a:pathLst>
              </a:custGeom>
              <a:solidFill>
                <a:srgbClr val="FFFFFF"/>
              </a:solidFill>
              <a:ln w="9525" cap="flat">
                <a:noFill/>
                <a:prstDash val="solid"/>
                <a:miter/>
              </a:ln>
            </p:spPr>
            <p:txBody>
              <a:bodyPr rtlCol="0" anchor="ctr"/>
              <a:lstStyle/>
              <a:p>
                <a:endParaRPr lang="fr-FR"/>
              </a:p>
            </p:txBody>
          </p:sp>
          <p:sp>
            <p:nvSpPr>
              <p:cNvPr id="39" name="Forme libre : forme 45">
                <a:extLst>
                  <a:ext uri="{FF2B5EF4-FFF2-40B4-BE49-F238E27FC236}">
                    <a16:creationId xmlns:a16="http://schemas.microsoft.com/office/drawing/2014/main" id="{55E36864-8725-192B-B9DB-9C2DF0EB4DFA}"/>
                  </a:ext>
                </a:extLst>
              </p:cNvPr>
              <p:cNvSpPr/>
              <p:nvPr/>
            </p:nvSpPr>
            <p:spPr>
              <a:xfrm>
                <a:off x="6852951" y="3643217"/>
                <a:ext cx="366926" cy="357473"/>
              </a:xfrm>
              <a:custGeom>
                <a:avLst/>
                <a:gdLst>
                  <a:gd name="connsiteX0" fmla="*/ 100584 w 366926"/>
                  <a:gd name="connsiteY0" fmla="*/ 149543 h 357473"/>
                  <a:gd name="connsiteX1" fmla="*/ 272034 w 366926"/>
                  <a:gd name="connsiteY1" fmla="*/ 149543 h 357473"/>
                  <a:gd name="connsiteX2" fmla="*/ 188976 w 366926"/>
                  <a:gd name="connsiteY2" fmla="*/ 79343 h 357473"/>
                  <a:gd name="connsiteX3" fmla="*/ 100393 w 366926"/>
                  <a:gd name="connsiteY3" fmla="*/ 149543 h 357473"/>
                  <a:gd name="connsiteX4" fmla="*/ 192500 w 366926"/>
                  <a:gd name="connsiteY4" fmla="*/ 357473 h 357473"/>
                  <a:gd name="connsiteX5" fmla="*/ 0 w 366926"/>
                  <a:gd name="connsiteY5" fmla="*/ 178784 h 357473"/>
                  <a:gd name="connsiteX6" fmla="*/ 191071 w 366926"/>
                  <a:gd name="connsiteY6" fmla="*/ 0 h 357473"/>
                  <a:gd name="connsiteX7" fmla="*/ 366903 w 366926"/>
                  <a:gd name="connsiteY7" fmla="*/ 178784 h 357473"/>
                  <a:gd name="connsiteX8" fmla="*/ 364141 w 366926"/>
                  <a:gd name="connsiteY8" fmla="*/ 207359 h 357473"/>
                  <a:gd name="connsiteX9" fmla="*/ 100584 w 366926"/>
                  <a:gd name="connsiteY9" fmla="*/ 207359 h 357473"/>
                  <a:gd name="connsiteX10" fmla="*/ 193358 w 366926"/>
                  <a:gd name="connsiteY10" fmla="*/ 276892 h 357473"/>
                  <a:gd name="connsiteX11" fmla="*/ 283369 w 366926"/>
                  <a:gd name="connsiteY11" fmla="*/ 237268 h 357473"/>
                  <a:gd name="connsiteX12" fmla="*/ 339471 w 366926"/>
                  <a:gd name="connsiteY12" fmla="*/ 292513 h 357473"/>
                  <a:gd name="connsiteX13" fmla="*/ 192691 w 366926"/>
                  <a:gd name="connsiteY13" fmla="*/ 357473 h 35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6926" h="357473">
                    <a:moveTo>
                      <a:pt x="100584" y="149543"/>
                    </a:moveTo>
                    <a:lnTo>
                      <a:pt x="272034" y="149543"/>
                    </a:lnTo>
                    <a:cubicBezTo>
                      <a:pt x="266986" y="108014"/>
                      <a:pt x="230791" y="77438"/>
                      <a:pt x="188976" y="79343"/>
                    </a:cubicBezTo>
                    <a:cubicBezTo>
                      <a:pt x="141922" y="79343"/>
                      <a:pt x="110109" y="105918"/>
                      <a:pt x="100393" y="149543"/>
                    </a:cubicBezTo>
                    <a:moveTo>
                      <a:pt x="192500" y="357473"/>
                    </a:moveTo>
                    <a:cubicBezTo>
                      <a:pt x="78867" y="357473"/>
                      <a:pt x="0" y="282131"/>
                      <a:pt x="0" y="178784"/>
                    </a:cubicBezTo>
                    <a:cubicBezTo>
                      <a:pt x="0" y="75438"/>
                      <a:pt x="79629" y="0"/>
                      <a:pt x="191071" y="0"/>
                    </a:cubicBezTo>
                    <a:cubicBezTo>
                      <a:pt x="296323" y="0"/>
                      <a:pt x="366903" y="74771"/>
                      <a:pt x="366903" y="178784"/>
                    </a:cubicBezTo>
                    <a:cubicBezTo>
                      <a:pt x="367094" y="188404"/>
                      <a:pt x="366141" y="197929"/>
                      <a:pt x="364141" y="207359"/>
                    </a:cubicBezTo>
                    <a:lnTo>
                      <a:pt x="100584" y="207359"/>
                    </a:lnTo>
                    <a:cubicBezTo>
                      <a:pt x="110966" y="251555"/>
                      <a:pt x="143542" y="276892"/>
                      <a:pt x="193358" y="276892"/>
                    </a:cubicBezTo>
                    <a:cubicBezTo>
                      <a:pt x="233458" y="276892"/>
                      <a:pt x="260032" y="265176"/>
                      <a:pt x="283369" y="237268"/>
                    </a:cubicBezTo>
                    <a:lnTo>
                      <a:pt x="339471" y="292513"/>
                    </a:lnTo>
                    <a:cubicBezTo>
                      <a:pt x="302705" y="337280"/>
                      <a:pt x="253746" y="357473"/>
                      <a:pt x="192691" y="357473"/>
                    </a:cubicBezTo>
                  </a:path>
                </a:pathLst>
              </a:custGeom>
              <a:solidFill>
                <a:srgbClr val="FFFFFF"/>
              </a:solidFill>
              <a:ln w="9525" cap="flat">
                <a:noFill/>
                <a:prstDash val="solid"/>
                <a:miter/>
              </a:ln>
            </p:spPr>
            <p:txBody>
              <a:bodyPr rtlCol="0" anchor="ctr"/>
              <a:lstStyle/>
              <a:p>
                <a:endParaRPr lang="fr-FR"/>
              </a:p>
            </p:txBody>
          </p:sp>
          <p:sp>
            <p:nvSpPr>
              <p:cNvPr id="40" name="Forme libre : forme 46">
                <a:extLst>
                  <a:ext uri="{FF2B5EF4-FFF2-40B4-BE49-F238E27FC236}">
                    <a16:creationId xmlns:a16="http://schemas.microsoft.com/office/drawing/2014/main" id="{E2A0D6C9-90E7-8C22-31C6-B9803D6E3980}"/>
                  </a:ext>
                </a:extLst>
              </p:cNvPr>
              <p:cNvSpPr/>
              <p:nvPr/>
            </p:nvSpPr>
            <p:spPr>
              <a:xfrm>
                <a:off x="7251286" y="3644074"/>
                <a:ext cx="266509" cy="357411"/>
              </a:xfrm>
              <a:custGeom>
                <a:avLst/>
                <a:gdLst>
                  <a:gd name="connsiteX0" fmla="*/ 257556 w 266509"/>
                  <a:gd name="connsiteY0" fmla="*/ 213931 h 357411"/>
                  <a:gd name="connsiteX1" fmla="*/ 245459 w 266509"/>
                  <a:gd name="connsiteY1" fmla="*/ 194215 h 357411"/>
                  <a:gd name="connsiteX2" fmla="*/ 245459 w 266509"/>
                  <a:gd name="connsiteY2" fmla="*/ 194215 h 357411"/>
                  <a:gd name="connsiteX3" fmla="*/ 239935 w 266509"/>
                  <a:gd name="connsiteY3" fmla="*/ 187928 h 357411"/>
                  <a:gd name="connsiteX4" fmla="*/ 239935 w 266509"/>
                  <a:gd name="connsiteY4" fmla="*/ 187928 h 357411"/>
                  <a:gd name="connsiteX5" fmla="*/ 233934 w 266509"/>
                  <a:gd name="connsiteY5" fmla="*/ 182213 h 357411"/>
                  <a:gd name="connsiteX6" fmla="*/ 233934 w 266509"/>
                  <a:gd name="connsiteY6" fmla="*/ 182213 h 357411"/>
                  <a:gd name="connsiteX7" fmla="*/ 227647 w 266509"/>
                  <a:gd name="connsiteY7" fmla="*/ 177070 h 357411"/>
                  <a:gd name="connsiteX8" fmla="*/ 227647 w 266509"/>
                  <a:gd name="connsiteY8" fmla="*/ 177070 h 357411"/>
                  <a:gd name="connsiteX9" fmla="*/ 221171 w 266509"/>
                  <a:gd name="connsiteY9" fmla="*/ 172402 h 357411"/>
                  <a:gd name="connsiteX10" fmla="*/ 220599 w 266509"/>
                  <a:gd name="connsiteY10" fmla="*/ 172402 h 357411"/>
                  <a:gd name="connsiteX11" fmla="*/ 213931 w 266509"/>
                  <a:gd name="connsiteY11" fmla="*/ 168211 h 357411"/>
                  <a:gd name="connsiteX12" fmla="*/ 213170 w 266509"/>
                  <a:gd name="connsiteY12" fmla="*/ 168211 h 357411"/>
                  <a:gd name="connsiteX13" fmla="*/ 206597 w 266509"/>
                  <a:gd name="connsiteY13" fmla="*/ 164401 h 357411"/>
                  <a:gd name="connsiteX14" fmla="*/ 205454 w 266509"/>
                  <a:gd name="connsiteY14" fmla="*/ 163830 h 357411"/>
                  <a:gd name="connsiteX15" fmla="*/ 198882 w 266509"/>
                  <a:gd name="connsiteY15" fmla="*/ 160306 h 357411"/>
                  <a:gd name="connsiteX16" fmla="*/ 197548 w 266509"/>
                  <a:gd name="connsiteY16" fmla="*/ 159639 h 357411"/>
                  <a:gd name="connsiteX17" fmla="*/ 189547 w 266509"/>
                  <a:gd name="connsiteY17" fmla="*/ 155734 h 357411"/>
                  <a:gd name="connsiteX18" fmla="*/ 144589 w 266509"/>
                  <a:gd name="connsiteY18" fmla="*/ 134302 h 357411"/>
                  <a:gd name="connsiteX19" fmla="*/ 144589 w 266509"/>
                  <a:gd name="connsiteY19" fmla="*/ 134302 h 357411"/>
                  <a:gd name="connsiteX20" fmla="*/ 104489 w 266509"/>
                  <a:gd name="connsiteY20" fmla="*/ 99250 h 357411"/>
                  <a:gd name="connsiteX21" fmla="*/ 138398 w 266509"/>
                  <a:gd name="connsiteY21" fmla="*/ 72580 h 357411"/>
                  <a:gd name="connsiteX22" fmla="*/ 199358 w 266509"/>
                  <a:gd name="connsiteY22" fmla="*/ 112204 h 357411"/>
                  <a:gd name="connsiteX23" fmla="*/ 266509 w 266509"/>
                  <a:gd name="connsiteY23" fmla="*/ 74104 h 357411"/>
                  <a:gd name="connsiteX24" fmla="*/ 136398 w 266509"/>
                  <a:gd name="connsiteY24" fmla="*/ 0 h 357411"/>
                  <a:gd name="connsiteX25" fmla="*/ 15907 w 266509"/>
                  <a:gd name="connsiteY25" fmla="*/ 99441 h 357411"/>
                  <a:gd name="connsiteX26" fmla="*/ 93440 w 266509"/>
                  <a:gd name="connsiteY26" fmla="*/ 199549 h 357411"/>
                  <a:gd name="connsiteX27" fmla="*/ 131540 w 266509"/>
                  <a:gd name="connsiteY27" fmla="*/ 217075 h 357411"/>
                  <a:gd name="connsiteX28" fmla="*/ 170974 w 266509"/>
                  <a:gd name="connsiteY28" fmla="*/ 252889 h 357411"/>
                  <a:gd name="connsiteX29" fmla="*/ 132874 w 266509"/>
                  <a:gd name="connsiteY29" fmla="*/ 283369 h 357411"/>
                  <a:gd name="connsiteX30" fmla="*/ 72009 w 266509"/>
                  <a:gd name="connsiteY30" fmla="*/ 234029 h 357411"/>
                  <a:gd name="connsiteX31" fmla="*/ 0 w 266509"/>
                  <a:gd name="connsiteY31" fmla="*/ 271653 h 357411"/>
                  <a:gd name="connsiteX32" fmla="*/ 132207 w 266509"/>
                  <a:gd name="connsiteY32" fmla="*/ 357378 h 357411"/>
                  <a:gd name="connsiteX33" fmla="*/ 204692 w 266509"/>
                  <a:gd name="connsiteY33" fmla="*/ 343567 h 357411"/>
                  <a:gd name="connsiteX34" fmla="*/ 206788 w 266509"/>
                  <a:gd name="connsiteY34" fmla="*/ 342614 h 357411"/>
                  <a:gd name="connsiteX35" fmla="*/ 213360 w 266509"/>
                  <a:gd name="connsiteY35" fmla="*/ 339376 h 357411"/>
                  <a:gd name="connsiteX36" fmla="*/ 213836 w 266509"/>
                  <a:gd name="connsiteY36" fmla="*/ 339376 h 357411"/>
                  <a:gd name="connsiteX37" fmla="*/ 224980 w 266509"/>
                  <a:gd name="connsiteY37" fmla="*/ 332423 h 357411"/>
                  <a:gd name="connsiteX38" fmla="*/ 228219 w 266509"/>
                  <a:gd name="connsiteY38" fmla="*/ 330136 h 357411"/>
                  <a:gd name="connsiteX39" fmla="*/ 232315 w 266509"/>
                  <a:gd name="connsiteY39" fmla="*/ 326898 h 357411"/>
                  <a:gd name="connsiteX40" fmla="*/ 235839 w 266509"/>
                  <a:gd name="connsiteY40" fmla="*/ 323659 h 357411"/>
                  <a:gd name="connsiteX41" fmla="*/ 239649 w 266509"/>
                  <a:gd name="connsiteY41" fmla="*/ 320040 h 357411"/>
                  <a:gd name="connsiteX42" fmla="*/ 244697 w 266509"/>
                  <a:gd name="connsiteY42" fmla="*/ 314420 h 357411"/>
                  <a:gd name="connsiteX43" fmla="*/ 247079 w 266509"/>
                  <a:gd name="connsiteY43" fmla="*/ 311277 h 357411"/>
                  <a:gd name="connsiteX44" fmla="*/ 250317 w 266509"/>
                  <a:gd name="connsiteY44" fmla="*/ 306800 h 357411"/>
                  <a:gd name="connsiteX45" fmla="*/ 252317 w 266509"/>
                  <a:gd name="connsiteY45" fmla="*/ 303657 h 357411"/>
                  <a:gd name="connsiteX46" fmla="*/ 256413 w 266509"/>
                  <a:gd name="connsiteY46" fmla="*/ 296228 h 357411"/>
                  <a:gd name="connsiteX47" fmla="*/ 256413 w 266509"/>
                  <a:gd name="connsiteY47" fmla="*/ 296228 h 357411"/>
                  <a:gd name="connsiteX48" fmla="*/ 263271 w 266509"/>
                  <a:gd name="connsiteY48" fmla="*/ 276415 h 357411"/>
                  <a:gd name="connsiteX49" fmla="*/ 263271 w 266509"/>
                  <a:gd name="connsiteY49" fmla="*/ 276415 h 357411"/>
                  <a:gd name="connsiteX50" fmla="*/ 266224 w 266509"/>
                  <a:gd name="connsiteY50" fmla="*/ 253651 h 357411"/>
                  <a:gd name="connsiteX51" fmla="*/ 258318 w 266509"/>
                  <a:gd name="connsiteY51" fmla="*/ 214979 h 357411"/>
                  <a:gd name="connsiteX52" fmla="*/ 257556 w 266509"/>
                  <a:gd name="connsiteY52" fmla="*/ 213931 h 35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6509" h="357411">
                    <a:moveTo>
                      <a:pt x="257556" y="213931"/>
                    </a:moveTo>
                    <a:cubicBezTo>
                      <a:pt x="254413" y="206788"/>
                      <a:pt x="250412" y="200215"/>
                      <a:pt x="245459" y="194215"/>
                    </a:cubicBezTo>
                    <a:lnTo>
                      <a:pt x="245459" y="194215"/>
                    </a:lnTo>
                    <a:cubicBezTo>
                      <a:pt x="243649" y="192024"/>
                      <a:pt x="241840" y="189928"/>
                      <a:pt x="239935" y="187928"/>
                    </a:cubicBezTo>
                    <a:lnTo>
                      <a:pt x="239935" y="187928"/>
                    </a:lnTo>
                    <a:cubicBezTo>
                      <a:pt x="238030" y="185928"/>
                      <a:pt x="236029" y="184023"/>
                      <a:pt x="233934" y="182213"/>
                    </a:cubicBezTo>
                    <a:lnTo>
                      <a:pt x="233934" y="182213"/>
                    </a:lnTo>
                    <a:cubicBezTo>
                      <a:pt x="231934" y="180403"/>
                      <a:pt x="229838" y="178689"/>
                      <a:pt x="227647" y="177070"/>
                    </a:cubicBezTo>
                    <a:lnTo>
                      <a:pt x="227647" y="177070"/>
                    </a:lnTo>
                    <a:cubicBezTo>
                      <a:pt x="225552" y="175450"/>
                      <a:pt x="223361" y="173926"/>
                      <a:pt x="221171" y="172402"/>
                    </a:cubicBezTo>
                    <a:lnTo>
                      <a:pt x="220599" y="172402"/>
                    </a:lnTo>
                    <a:lnTo>
                      <a:pt x="213931" y="168211"/>
                    </a:lnTo>
                    <a:lnTo>
                      <a:pt x="213170" y="168211"/>
                    </a:lnTo>
                    <a:lnTo>
                      <a:pt x="206597" y="164401"/>
                    </a:lnTo>
                    <a:lnTo>
                      <a:pt x="205454" y="163830"/>
                    </a:lnTo>
                    <a:lnTo>
                      <a:pt x="198882" y="160306"/>
                    </a:lnTo>
                    <a:lnTo>
                      <a:pt x="197548" y="159639"/>
                    </a:lnTo>
                    <a:lnTo>
                      <a:pt x="189547" y="155734"/>
                    </a:lnTo>
                    <a:lnTo>
                      <a:pt x="144589" y="134302"/>
                    </a:lnTo>
                    <a:lnTo>
                      <a:pt x="144589" y="134302"/>
                    </a:lnTo>
                    <a:cubicBezTo>
                      <a:pt x="114871" y="120586"/>
                      <a:pt x="104489" y="114109"/>
                      <a:pt x="104489" y="99250"/>
                    </a:cubicBezTo>
                    <a:cubicBezTo>
                      <a:pt x="104489" y="82296"/>
                      <a:pt x="119063" y="72580"/>
                      <a:pt x="138398" y="72580"/>
                    </a:cubicBezTo>
                    <a:cubicBezTo>
                      <a:pt x="167545" y="72580"/>
                      <a:pt x="186023" y="89440"/>
                      <a:pt x="199358" y="112204"/>
                    </a:cubicBezTo>
                    <a:lnTo>
                      <a:pt x="266509" y="74104"/>
                    </a:lnTo>
                    <a:cubicBezTo>
                      <a:pt x="245078" y="33814"/>
                      <a:pt x="206978" y="0"/>
                      <a:pt x="136398" y="0"/>
                    </a:cubicBezTo>
                    <a:cubicBezTo>
                      <a:pt x="65818" y="0"/>
                      <a:pt x="15907" y="45529"/>
                      <a:pt x="15907" y="99441"/>
                    </a:cubicBezTo>
                    <a:cubicBezTo>
                      <a:pt x="15907" y="159258"/>
                      <a:pt x="53340" y="181356"/>
                      <a:pt x="93440" y="199549"/>
                    </a:cubicBezTo>
                    <a:lnTo>
                      <a:pt x="131540" y="217075"/>
                    </a:lnTo>
                    <a:cubicBezTo>
                      <a:pt x="161258" y="230124"/>
                      <a:pt x="170974" y="239173"/>
                      <a:pt x="170974" y="252889"/>
                    </a:cubicBezTo>
                    <a:cubicBezTo>
                      <a:pt x="170974" y="271939"/>
                      <a:pt x="155734" y="283369"/>
                      <a:pt x="132874" y="283369"/>
                    </a:cubicBezTo>
                    <a:cubicBezTo>
                      <a:pt x="103727" y="282702"/>
                      <a:pt x="78676" y="262414"/>
                      <a:pt x="72009" y="234029"/>
                    </a:cubicBezTo>
                    <a:lnTo>
                      <a:pt x="0" y="271653"/>
                    </a:lnTo>
                    <a:cubicBezTo>
                      <a:pt x="13145" y="315849"/>
                      <a:pt x="53340" y="357378"/>
                      <a:pt x="132207" y="357378"/>
                    </a:cubicBezTo>
                    <a:cubicBezTo>
                      <a:pt x="157067" y="357854"/>
                      <a:pt x="181737" y="353187"/>
                      <a:pt x="204692" y="343567"/>
                    </a:cubicBezTo>
                    <a:lnTo>
                      <a:pt x="206788" y="342614"/>
                    </a:lnTo>
                    <a:cubicBezTo>
                      <a:pt x="209074" y="341567"/>
                      <a:pt x="211264" y="340519"/>
                      <a:pt x="213360" y="339376"/>
                    </a:cubicBezTo>
                    <a:lnTo>
                      <a:pt x="213836" y="339376"/>
                    </a:lnTo>
                    <a:cubicBezTo>
                      <a:pt x="217646" y="337280"/>
                      <a:pt x="221361" y="334994"/>
                      <a:pt x="224980" y="332423"/>
                    </a:cubicBezTo>
                    <a:lnTo>
                      <a:pt x="228219" y="330136"/>
                    </a:lnTo>
                    <a:lnTo>
                      <a:pt x="232315" y="326898"/>
                    </a:lnTo>
                    <a:lnTo>
                      <a:pt x="235839" y="323659"/>
                    </a:lnTo>
                    <a:cubicBezTo>
                      <a:pt x="237172" y="322421"/>
                      <a:pt x="238506" y="321278"/>
                      <a:pt x="239649" y="320040"/>
                    </a:cubicBezTo>
                    <a:cubicBezTo>
                      <a:pt x="240792" y="318802"/>
                      <a:pt x="243078" y="316325"/>
                      <a:pt x="244697" y="314420"/>
                    </a:cubicBezTo>
                    <a:cubicBezTo>
                      <a:pt x="245554" y="313373"/>
                      <a:pt x="246316" y="312325"/>
                      <a:pt x="247079" y="311277"/>
                    </a:cubicBezTo>
                    <a:cubicBezTo>
                      <a:pt x="248221" y="309848"/>
                      <a:pt x="249269" y="308324"/>
                      <a:pt x="250317" y="306800"/>
                    </a:cubicBezTo>
                    <a:lnTo>
                      <a:pt x="252317" y="303657"/>
                    </a:lnTo>
                    <a:cubicBezTo>
                      <a:pt x="253841" y="301180"/>
                      <a:pt x="255175" y="298704"/>
                      <a:pt x="256413" y="296228"/>
                    </a:cubicBezTo>
                    <a:lnTo>
                      <a:pt x="256413" y="296228"/>
                    </a:lnTo>
                    <a:cubicBezTo>
                      <a:pt x="259461" y="289941"/>
                      <a:pt x="261747" y="283273"/>
                      <a:pt x="263271" y="276415"/>
                    </a:cubicBezTo>
                    <a:lnTo>
                      <a:pt x="263271" y="276415"/>
                    </a:lnTo>
                    <a:cubicBezTo>
                      <a:pt x="265081" y="268986"/>
                      <a:pt x="266129" y="261366"/>
                      <a:pt x="266224" y="253651"/>
                    </a:cubicBezTo>
                    <a:cubicBezTo>
                      <a:pt x="266224" y="240316"/>
                      <a:pt x="263557" y="227171"/>
                      <a:pt x="258318" y="214979"/>
                    </a:cubicBezTo>
                    <a:lnTo>
                      <a:pt x="257556" y="213931"/>
                    </a:lnTo>
                    <a:close/>
                  </a:path>
                </a:pathLst>
              </a:custGeom>
              <a:solidFill>
                <a:srgbClr val="FFFFFF"/>
              </a:solidFill>
              <a:ln w="9525" cap="flat">
                <a:noFill/>
                <a:prstDash val="solid"/>
                <a:miter/>
              </a:ln>
            </p:spPr>
            <p:txBody>
              <a:bodyPr rtlCol="0" anchor="ctr"/>
              <a:lstStyle/>
              <a:p>
                <a:endParaRPr lang="fr-FR"/>
              </a:p>
            </p:txBody>
          </p:sp>
          <p:sp>
            <p:nvSpPr>
              <p:cNvPr id="41" name="Forme libre : forme 47">
                <a:extLst>
                  <a:ext uri="{FF2B5EF4-FFF2-40B4-BE49-F238E27FC236}">
                    <a16:creationId xmlns:a16="http://schemas.microsoft.com/office/drawing/2014/main" id="{0337B8CE-01C2-01B6-56BF-A743774B6CAF}"/>
                  </a:ext>
                </a:extLst>
              </p:cNvPr>
              <p:cNvSpPr/>
              <p:nvPr/>
            </p:nvSpPr>
            <p:spPr>
              <a:xfrm>
                <a:off x="6236683" y="3503390"/>
                <a:ext cx="96869" cy="92392"/>
              </a:xfrm>
              <a:custGeom>
                <a:avLst/>
                <a:gdLst>
                  <a:gd name="connsiteX0" fmla="*/ 96869 w 96869"/>
                  <a:gd name="connsiteY0" fmla="*/ 29718 h 92392"/>
                  <a:gd name="connsiteX1" fmla="*/ 64008 w 96869"/>
                  <a:gd name="connsiteY1" fmla="*/ 7239 h 92392"/>
                  <a:gd name="connsiteX2" fmla="*/ 0 w 96869"/>
                  <a:gd name="connsiteY2" fmla="*/ 0 h 92392"/>
                  <a:gd name="connsiteX3" fmla="*/ 0 w 96869"/>
                  <a:gd name="connsiteY3" fmla="*/ 92393 h 92392"/>
                  <a:gd name="connsiteX4" fmla="*/ 96869 w 96869"/>
                  <a:gd name="connsiteY4" fmla="*/ 92393 h 92392"/>
                  <a:gd name="connsiteX5" fmla="*/ 96869 w 96869"/>
                  <a:gd name="connsiteY5" fmla="*/ 29718 h 9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869" h="92392">
                    <a:moveTo>
                      <a:pt x="96869" y="29718"/>
                    </a:moveTo>
                    <a:cubicBezTo>
                      <a:pt x="96869" y="12954"/>
                      <a:pt x="82867" y="10668"/>
                      <a:pt x="64008" y="7239"/>
                    </a:cubicBezTo>
                    <a:lnTo>
                      <a:pt x="0" y="0"/>
                    </a:lnTo>
                    <a:lnTo>
                      <a:pt x="0" y="92393"/>
                    </a:lnTo>
                    <a:lnTo>
                      <a:pt x="96869" y="92393"/>
                    </a:lnTo>
                    <a:lnTo>
                      <a:pt x="96869" y="29718"/>
                    </a:lnTo>
                    <a:close/>
                  </a:path>
                </a:pathLst>
              </a:custGeom>
              <a:solidFill>
                <a:srgbClr val="FFFFFF"/>
              </a:solidFill>
              <a:ln w="9525"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25020475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Pre-Couverture">
    <p:spTree>
      <p:nvGrpSpPr>
        <p:cNvPr id="1" name=""/>
        <p:cNvGrpSpPr/>
        <p:nvPr/>
      </p:nvGrpSpPr>
      <p:grpSpPr>
        <a:xfrm>
          <a:off x="0" y="0"/>
          <a:ext cx="0" cy="0"/>
          <a:chOff x="0" y="0"/>
          <a:chExt cx="0" cy="0"/>
        </a:xfrm>
      </p:grpSpPr>
      <p:sp>
        <p:nvSpPr>
          <p:cNvPr id="10" name="Espace réservé du texte 9">
            <a:extLst>
              <a:ext uri="{FF2B5EF4-FFF2-40B4-BE49-F238E27FC236}">
                <a16:creationId xmlns:a16="http://schemas.microsoft.com/office/drawing/2014/main" id="{9C450AF8-9373-538E-8295-D62B411CF2B4}"/>
              </a:ext>
            </a:extLst>
          </p:cNvPr>
          <p:cNvSpPr>
            <a:spLocks noGrp="1"/>
          </p:cNvSpPr>
          <p:nvPr>
            <p:ph type="body" sz="quarter" idx="13" hasCustomPrompt="1"/>
          </p:nvPr>
        </p:nvSpPr>
        <p:spPr>
          <a:xfrm>
            <a:off x="4205288" y="5190808"/>
            <a:ext cx="3781425" cy="179548"/>
          </a:xfrm>
        </p:spPr>
        <p:txBody>
          <a:bodyPr>
            <a:normAutofit/>
          </a:bodyPr>
          <a:lstStyle>
            <a:lvl1pPr marL="0" indent="0" algn="ctr">
              <a:buNone/>
              <a:defRPr sz="1200" cap="all" spc="300" baseline="0">
                <a:solidFill>
                  <a:schemeClr val="tx2"/>
                </a:solidFill>
              </a:defRPr>
            </a:lvl1pPr>
          </a:lstStyle>
          <a:p>
            <a:pPr lvl="0"/>
            <a:r>
              <a:rPr lang="fr-FR"/>
              <a:t>Votre texte ici</a:t>
            </a:r>
            <a:endParaRPr lang="en-US"/>
          </a:p>
        </p:txBody>
      </p:sp>
      <p:sp>
        <p:nvSpPr>
          <p:cNvPr id="11" name="Espace réservé de la date 10">
            <a:extLst>
              <a:ext uri="{FF2B5EF4-FFF2-40B4-BE49-F238E27FC236}">
                <a16:creationId xmlns:a16="http://schemas.microsoft.com/office/drawing/2014/main" id="{3725407C-F6B5-7C14-4183-4FE339778F69}"/>
              </a:ext>
            </a:extLst>
          </p:cNvPr>
          <p:cNvSpPr>
            <a:spLocks noGrp="1"/>
          </p:cNvSpPr>
          <p:nvPr>
            <p:ph type="dt" sz="half" idx="14"/>
          </p:nvPr>
        </p:nvSpPr>
        <p:spPr>
          <a:xfrm>
            <a:off x="4724400" y="5370356"/>
            <a:ext cx="2743200" cy="365125"/>
          </a:xfrm>
        </p:spPr>
        <p:txBody>
          <a:bodyPr/>
          <a:lstStyle>
            <a:lvl1pPr algn="ctr">
              <a:defRPr b="0" spc="300">
                <a:solidFill>
                  <a:schemeClr val="tx2"/>
                </a:solidFill>
              </a:defRPr>
            </a:lvl1pPr>
          </a:lstStyle>
          <a:p>
            <a:fld id="{63B9228A-3045-4432-B0E5-C33219956C82}" type="datetime1">
              <a:rPr lang="fr-FR" smtClean="0"/>
              <a:pPr/>
              <a:t>03/03/2025</a:t>
            </a:fld>
            <a:endParaRPr lang="fr-FR"/>
          </a:p>
        </p:txBody>
      </p:sp>
      <p:sp>
        <p:nvSpPr>
          <p:cNvPr id="14" name="Espace réservé pour une image  12">
            <a:extLst>
              <a:ext uri="{FF2B5EF4-FFF2-40B4-BE49-F238E27FC236}">
                <a16:creationId xmlns:a16="http://schemas.microsoft.com/office/drawing/2014/main" id="{0B5DCDBF-18BC-DA87-31E3-D6D2F7C19211}"/>
              </a:ext>
            </a:extLst>
          </p:cNvPr>
          <p:cNvSpPr>
            <a:spLocks noGrp="1" noChangeAspect="1"/>
          </p:cNvSpPr>
          <p:nvPr>
            <p:ph type="pic" sz="quarter" idx="15" hasCustomPrompt="1"/>
          </p:nvPr>
        </p:nvSpPr>
        <p:spPr>
          <a:xfrm>
            <a:off x="5585837" y="1240284"/>
            <a:ext cx="1011600" cy="702000"/>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r>
              <a:rPr lang="en-US"/>
              <a:t>  </a:t>
            </a:r>
          </a:p>
        </p:txBody>
      </p:sp>
      <p:grpSp>
        <p:nvGrpSpPr>
          <p:cNvPr id="5" name="Groupe 4">
            <a:extLst>
              <a:ext uri="{FF2B5EF4-FFF2-40B4-BE49-F238E27FC236}">
                <a16:creationId xmlns:a16="http://schemas.microsoft.com/office/drawing/2014/main" id="{F0A8FDBC-9552-AF45-4BA2-CC702A379AC3}"/>
              </a:ext>
            </a:extLst>
          </p:cNvPr>
          <p:cNvGrpSpPr/>
          <p:nvPr userDrawn="1"/>
        </p:nvGrpSpPr>
        <p:grpSpPr>
          <a:xfrm>
            <a:off x="3859272" y="2931866"/>
            <a:ext cx="4473460" cy="994272"/>
            <a:chOff x="3859272" y="2931866"/>
            <a:chExt cx="4473460" cy="994272"/>
          </a:xfrm>
        </p:grpSpPr>
        <p:sp>
          <p:nvSpPr>
            <p:cNvPr id="6" name="Graphique 8">
              <a:extLst>
                <a:ext uri="{FF2B5EF4-FFF2-40B4-BE49-F238E27FC236}">
                  <a16:creationId xmlns:a16="http://schemas.microsoft.com/office/drawing/2014/main" id="{14C78501-E508-2E38-6213-E700B7AA257C}"/>
                </a:ext>
              </a:extLst>
            </p:cNvPr>
            <p:cNvSpPr/>
            <p:nvPr userDrawn="1"/>
          </p:nvSpPr>
          <p:spPr>
            <a:xfrm>
              <a:off x="3860799" y="2932197"/>
              <a:ext cx="4470402" cy="993606"/>
            </a:xfrm>
            <a:custGeom>
              <a:avLst/>
              <a:gdLst>
                <a:gd name="connsiteX0" fmla="*/ 2458403 w 7709535"/>
                <a:gd name="connsiteY0" fmla="*/ 617220 h 1713547"/>
                <a:gd name="connsiteX1" fmla="*/ 2457450 w 7709535"/>
                <a:gd name="connsiteY1" fmla="*/ 617220 h 1713547"/>
                <a:gd name="connsiteX2" fmla="*/ 2338387 w 7709535"/>
                <a:gd name="connsiteY2" fmla="*/ 556260 h 1713547"/>
                <a:gd name="connsiteX3" fmla="*/ 2161223 w 7709535"/>
                <a:gd name="connsiteY3" fmla="*/ 546735 h 1713547"/>
                <a:gd name="connsiteX4" fmla="*/ 1715452 w 7709535"/>
                <a:gd name="connsiteY4" fmla="*/ 589598 h 1713547"/>
                <a:gd name="connsiteX5" fmla="*/ 1795462 w 7709535"/>
                <a:gd name="connsiteY5" fmla="*/ 1101090 h 1713547"/>
                <a:gd name="connsiteX6" fmla="*/ 1673543 w 7709535"/>
                <a:gd name="connsiteY6" fmla="*/ 1552575 h 1713547"/>
                <a:gd name="connsiteX7" fmla="*/ 1977390 w 7709535"/>
                <a:gd name="connsiteY7" fmla="*/ 1523048 h 1713547"/>
                <a:gd name="connsiteX8" fmla="*/ 1991677 w 7709535"/>
                <a:gd name="connsiteY8" fmla="*/ 1197293 h 1713547"/>
                <a:gd name="connsiteX9" fmla="*/ 2132648 w 7709535"/>
                <a:gd name="connsiteY9" fmla="*/ 1183958 h 1713547"/>
                <a:gd name="connsiteX10" fmla="*/ 2312670 w 7709535"/>
                <a:gd name="connsiteY10" fmla="*/ 1141095 h 1713547"/>
                <a:gd name="connsiteX11" fmla="*/ 2438400 w 7709535"/>
                <a:gd name="connsiteY11" fmla="*/ 1057275 h 1713547"/>
                <a:gd name="connsiteX12" fmla="*/ 2509837 w 7709535"/>
                <a:gd name="connsiteY12" fmla="*/ 948690 h 1713547"/>
                <a:gd name="connsiteX13" fmla="*/ 2538412 w 7709535"/>
                <a:gd name="connsiteY13" fmla="*/ 827723 h 1713547"/>
                <a:gd name="connsiteX14" fmla="*/ 2521268 w 7709535"/>
                <a:gd name="connsiteY14" fmla="*/ 711518 h 1713547"/>
                <a:gd name="connsiteX15" fmla="*/ 2458403 w 7709535"/>
                <a:gd name="connsiteY15" fmla="*/ 617220 h 1713547"/>
                <a:gd name="connsiteX16" fmla="*/ 2232660 w 7709535"/>
                <a:gd name="connsiteY16" fmla="*/ 856298 h 1713547"/>
                <a:gd name="connsiteX17" fmla="*/ 2201228 w 7709535"/>
                <a:gd name="connsiteY17" fmla="*/ 941070 h 1713547"/>
                <a:gd name="connsiteX18" fmla="*/ 2201228 w 7709535"/>
                <a:gd name="connsiteY18" fmla="*/ 941070 h 1713547"/>
                <a:gd name="connsiteX19" fmla="*/ 2123123 w 7709535"/>
                <a:gd name="connsiteY19" fmla="*/ 981075 h 1713547"/>
                <a:gd name="connsiteX20" fmla="*/ 1998345 w 7709535"/>
                <a:gd name="connsiteY20" fmla="*/ 993457 h 1713547"/>
                <a:gd name="connsiteX21" fmla="*/ 2009775 w 7709535"/>
                <a:gd name="connsiteY21" fmla="*/ 764857 h 1713547"/>
                <a:gd name="connsiteX22" fmla="*/ 2134553 w 7709535"/>
                <a:gd name="connsiteY22" fmla="*/ 752475 h 1713547"/>
                <a:gd name="connsiteX23" fmla="*/ 2207895 w 7709535"/>
                <a:gd name="connsiteY23" fmla="*/ 778193 h 1713547"/>
                <a:gd name="connsiteX24" fmla="*/ 2231708 w 7709535"/>
                <a:gd name="connsiteY24" fmla="*/ 856298 h 1713547"/>
                <a:gd name="connsiteX25" fmla="*/ 1585913 w 7709535"/>
                <a:gd name="connsiteY25" fmla="*/ 601980 h 1713547"/>
                <a:gd name="connsiteX26" fmla="*/ 1193483 w 7709535"/>
                <a:gd name="connsiteY26" fmla="*/ 640080 h 1713547"/>
                <a:gd name="connsiteX27" fmla="*/ 1014413 w 7709535"/>
                <a:gd name="connsiteY27" fmla="*/ 1222058 h 1713547"/>
                <a:gd name="connsiteX28" fmla="*/ 885825 w 7709535"/>
                <a:gd name="connsiteY28" fmla="*/ 669607 h 1713547"/>
                <a:gd name="connsiteX29" fmla="*/ 476250 w 7709535"/>
                <a:gd name="connsiteY29" fmla="*/ 708660 h 1713547"/>
                <a:gd name="connsiteX30" fmla="*/ 434340 w 7709535"/>
                <a:gd name="connsiteY30" fmla="*/ 1671638 h 1713547"/>
                <a:gd name="connsiteX31" fmla="*/ 721995 w 7709535"/>
                <a:gd name="connsiteY31" fmla="*/ 1644015 h 1713547"/>
                <a:gd name="connsiteX32" fmla="*/ 748665 w 7709535"/>
                <a:gd name="connsiteY32" fmla="*/ 1037273 h 1713547"/>
                <a:gd name="connsiteX33" fmla="*/ 898208 w 7709535"/>
                <a:gd name="connsiteY33" fmla="*/ 1626870 h 1713547"/>
                <a:gd name="connsiteX34" fmla="*/ 1080135 w 7709535"/>
                <a:gd name="connsiteY34" fmla="*/ 1609725 h 1713547"/>
                <a:gd name="connsiteX35" fmla="*/ 1283970 w 7709535"/>
                <a:gd name="connsiteY35" fmla="*/ 985838 h 1713547"/>
                <a:gd name="connsiteX36" fmla="*/ 1257300 w 7709535"/>
                <a:gd name="connsiteY36" fmla="*/ 1592580 h 1713547"/>
                <a:gd name="connsiteX37" fmla="*/ 1544002 w 7709535"/>
                <a:gd name="connsiteY37" fmla="*/ 1564958 h 1713547"/>
                <a:gd name="connsiteX38" fmla="*/ 1544002 w 7709535"/>
                <a:gd name="connsiteY38" fmla="*/ 1562100 h 1713547"/>
                <a:gd name="connsiteX39" fmla="*/ 1664970 w 7709535"/>
                <a:gd name="connsiteY39" fmla="*/ 1114425 h 1713547"/>
                <a:gd name="connsiteX40" fmla="*/ 1585913 w 7709535"/>
                <a:gd name="connsiteY40" fmla="*/ 607695 h 1713547"/>
                <a:gd name="connsiteX41" fmla="*/ 1585913 w 7709535"/>
                <a:gd name="connsiteY41" fmla="*/ 601980 h 1713547"/>
                <a:gd name="connsiteX42" fmla="*/ 3132773 w 7709535"/>
                <a:gd name="connsiteY42" fmla="*/ 1058228 h 1713547"/>
                <a:gd name="connsiteX43" fmla="*/ 3132773 w 7709535"/>
                <a:gd name="connsiteY43" fmla="*/ 1058228 h 1713547"/>
                <a:gd name="connsiteX44" fmla="*/ 3132773 w 7709535"/>
                <a:gd name="connsiteY44" fmla="*/ 1056323 h 1713547"/>
                <a:gd name="connsiteX45" fmla="*/ 3095625 w 7709535"/>
                <a:gd name="connsiteY45" fmla="*/ 1186815 h 1713547"/>
                <a:gd name="connsiteX46" fmla="*/ 2997518 w 7709535"/>
                <a:gd name="connsiteY46" fmla="*/ 1236345 h 1713547"/>
                <a:gd name="connsiteX47" fmla="*/ 2901315 w 7709535"/>
                <a:gd name="connsiteY47" fmla="*/ 1205865 h 1713547"/>
                <a:gd name="connsiteX48" fmla="*/ 2877503 w 7709535"/>
                <a:gd name="connsiteY48" fmla="*/ 1081088 h 1713547"/>
                <a:gd name="connsiteX49" fmla="*/ 2903220 w 7709535"/>
                <a:gd name="connsiteY49" fmla="*/ 477203 h 1713547"/>
                <a:gd name="connsiteX50" fmla="*/ 2599373 w 7709535"/>
                <a:gd name="connsiteY50" fmla="*/ 506730 h 1713547"/>
                <a:gd name="connsiteX51" fmla="*/ 2573655 w 7709535"/>
                <a:gd name="connsiteY51" fmla="*/ 1110615 h 1713547"/>
                <a:gd name="connsiteX52" fmla="*/ 2662237 w 7709535"/>
                <a:gd name="connsiteY52" fmla="*/ 1396365 h 1713547"/>
                <a:gd name="connsiteX53" fmla="*/ 2987040 w 7709535"/>
                <a:gd name="connsiteY53" fmla="*/ 1456373 h 1713547"/>
                <a:gd name="connsiteX54" fmla="*/ 3320415 w 7709535"/>
                <a:gd name="connsiteY54" fmla="*/ 1333500 h 1713547"/>
                <a:gd name="connsiteX55" fmla="*/ 3436620 w 7709535"/>
                <a:gd name="connsiteY55" fmla="*/ 1028700 h 1713547"/>
                <a:gd name="connsiteX56" fmla="*/ 3462337 w 7709535"/>
                <a:gd name="connsiteY56" fmla="*/ 424815 h 1713547"/>
                <a:gd name="connsiteX57" fmla="*/ 3158490 w 7709535"/>
                <a:gd name="connsiteY57" fmla="*/ 454343 h 1713547"/>
                <a:gd name="connsiteX58" fmla="*/ 3132773 w 7709535"/>
                <a:gd name="connsiteY58" fmla="*/ 1058228 h 1713547"/>
                <a:gd name="connsiteX59" fmla="*/ 3883343 w 7709535"/>
                <a:gd name="connsiteY59" fmla="*/ 382905 h 1713547"/>
                <a:gd name="connsiteX60" fmla="*/ 3882390 w 7709535"/>
                <a:gd name="connsiteY60" fmla="*/ 382905 h 1713547"/>
                <a:gd name="connsiteX61" fmla="*/ 3578543 w 7709535"/>
                <a:gd name="connsiteY61" fmla="*/ 412432 h 1713547"/>
                <a:gd name="connsiteX62" fmla="*/ 3536633 w 7709535"/>
                <a:gd name="connsiteY62" fmla="*/ 1375410 h 1713547"/>
                <a:gd name="connsiteX63" fmla="*/ 4201478 w 7709535"/>
                <a:gd name="connsiteY63" fmla="*/ 1311593 h 1713547"/>
                <a:gd name="connsiteX64" fmla="*/ 4211003 w 7709535"/>
                <a:gd name="connsiteY64" fmla="*/ 1092518 h 1713547"/>
                <a:gd name="connsiteX65" fmla="*/ 3850005 w 7709535"/>
                <a:gd name="connsiteY65" fmla="*/ 1126808 h 1713547"/>
                <a:gd name="connsiteX66" fmla="*/ 3883343 w 7709535"/>
                <a:gd name="connsiteY66" fmla="*/ 382905 h 1713547"/>
                <a:gd name="connsiteX67" fmla="*/ 6996113 w 7709535"/>
                <a:gd name="connsiteY67" fmla="*/ 452438 h 1713547"/>
                <a:gd name="connsiteX68" fmla="*/ 7226618 w 7709535"/>
                <a:gd name="connsiteY68" fmla="*/ 1022985 h 1713547"/>
                <a:gd name="connsiteX69" fmla="*/ 7574280 w 7709535"/>
                <a:gd name="connsiteY69" fmla="*/ 989648 h 1713547"/>
                <a:gd name="connsiteX70" fmla="*/ 7574280 w 7709535"/>
                <a:gd name="connsiteY70" fmla="*/ 981075 h 1713547"/>
                <a:gd name="connsiteX71" fmla="*/ 7695248 w 7709535"/>
                <a:gd name="connsiteY71" fmla="*/ 538163 h 1713547"/>
                <a:gd name="connsiteX72" fmla="*/ 7616190 w 7709535"/>
                <a:gd name="connsiteY72" fmla="*/ 31433 h 1713547"/>
                <a:gd name="connsiteX73" fmla="*/ 7616190 w 7709535"/>
                <a:gd name="connsiteY73" fmla="*/ 26670 h 1713547"/>
                <a:gd name="connsiteX74" fmla="*/ 7329488 w 7709535"/>
                <a:gd name="connsiteY74" fmla="*/ 54293 h 1713547"/>
                <a:gd name="connsiteX75" fmla="*/ 7302818 w 7709535"/>
                <a:gd name="connsiteY75" fmla="*/ 651510 h 1713547"/>
                <a:gd name="connsiteX76" fmla="*/ 7071360 w 7709535"/>
                <a:gd name="connsiteY76" fmla="*/ 79058 h 1713547"/>
                <a:gd name="connsiteX77" fmla="*/ 6723698 w 7709535"/>
                <a:gd name="connsiteY77" fmla="*/ 112395 h 1713547"/>
                <a:gd name="connsiteX78" fmla="*/ 6681788 w 7709535"/>
                <a:gd name="connsiteY78" fmla="*/ 1075373 h 1713547"/>
                <a:gd name="connsiteX79" fmla="*/ 6969443 w 7709535"/>
                <a:gd name="connsiteY79" fmla="*/ 1047750 h 1713547"/>
                <a:gd name="connsiteX80" fmla="*/ 6996113 w 7709535"/>
                <a:gd name="connsiteY80" fmla="*/ 452438 h 1713547"/>
                <a:gd name="connsiteX81" fmla="*/ 346710 w 7709535"/>
                <a:gd name="connsiteY81" fmla="*/ 656273 h 1713547"/>
                <a:gd name="connsiteX82" fmla="*/ 355282 w 7709535"/>
                <a:gd name="connsiteY82" fmla="*/ 501968 h 1713547"/>
                <a:gd name="connsiteX83" fmla="*/ 42863 w 7709535"/>
                <a:gd name="connsiteY83" fmla="*/ 685800 h 1713547"/>
                <a:gd name="connsiteX84" fmla="*/ 346710 w 7709535"/>
                <a:gd name="connsiteY84" fmla="*/ 656273 h 1713547"/>
                <a:gd name="connsiteX85" fmla="*/ 1585913 w 7709535"/>
                <a:gd name="connsiteY85" fmla="*/ 601980 h 1713547"/>
                <a:gd name="connsiteX86" fmla="*/ 1585913 w 7709535"/>
                <a:gd name="connsiteY86" fmla="*/ 601980 h 1713547"/>
                <a:gd name="connsiteX87" fmla="*/ 1586865 w 7709535"/>
                <a:gd name="connsiteY87" fmla="*/ 601980 h 1713547"/>
                <a:gd name="connsiteX88" fmla="*/ 1585913 w 7709535"/>
                <a:gd name="connsiteY88" fmla="*/ 601980 h 1713547"/>
                <a:gd name="connsiteX89" fmla="*/ 0 w 7709535"/>
                <a:gd name="connsiteY89" fmla="*/ 1713548 h 1713547"/>
                <a:gd name="connsiteX90" fmla="*/ 303847 w 7709535"/>
                <a:gd name="connsiteY90" fmla="*/ 1684020 h 1713547"/>
                <a:gd name="connsiteX91" fmla="*/ 345757 w 7709535"/>
                <a:gd name="connsiteY91" fmla="*/ 721043 h 1713547"/>
                <a:gd name="connsiteX92" fmla="*/ 41910 w 7709535"/>
                <a:gd name="connsiteY92" fmla="*/ 750570 h 1713547"/>
                <a:gd name="connsiteX93" fmla="*/ 0 w 7709535"/>
                <a:gd name="connsiteY93" fmla="*/ 1713548 h 1713547"/>
                <a:gd name="connsiteX94" fmla="*/ 6702743 w 7709535"/>
                <a:gd name="connsiteY94" fmla="*/ 1207770 h 1713547"/>
                <a:gd name="connsiteX95" fmla="*/ 6559868 w 7709535"/>
                <a:gd name="connsiteY95" fmla="*/ 1279208 h 1713547"/>
                <a:gd name="connsiteX96" fmla="*/ 6518910 w 7709535"/>
                <a:gd name="connsiteY96" fmla="*/ 1461135 h 1713547"/>
                <a:gd name="connsiteX97" fmla="*/ 6536055 w 7709535"/>
                <a:gd name="connsiteY97" fmla="*/ 1584960 h 1713547"/>
                <a:gd name="connsiteX98" fmla="*/ 6594157 w 7709535"/>
                <a:gd name="connsiteY98" fmla="*/ 1676400 h 1713547"/>
                <a:gd name="connsiteX99" fmla="*/ 6597015 w 7709535"/>
                <a:gd name="connsiteY99" fmla="*/ 1676400 h 1713547"/>
                <a:gd name="connsiteX100" fmla="*/ 6703695 w 7709535"/>
                <a:gd name="connsiteY100" fmla="*/ 1710690 h 1713547"/>
                <a:gd name="connsiteX101" fmla="*/ 6810375 w 7709535"/>
                <a:gd name="connsiteY101" fmla="*/ 1675448 h 1713547"/>
                <a:gd name="connsiteX102" fmla="*/ 6868478 w 7709535"/>
                <a:gd name="connsiteY102" fmla="*/ 1584008 h 1713547"/>
                <a:gd name="connsiteX103" fmla="*/ 6885623 w 7709535"/>
                <a:gd name="connsiteY103" fmla="*/ 1460183 h 1713547"/>
                <a:gd name="connsiteX104" fmla="*/ 6844665 w 7709535"/>
                <a:gd name="connsiteY104" fmla="*/ 1279208 h 1713547"/>
                <a:gd name="connsiteX105" fmla="*/ 6702743 w 7709535"/>
                <a:gd name="connsiteY105" fmla="*/ 1207770 h 1713547"/>
                <a:gd name="connsiteX106" fmla="*/ 6759893 w 7709535"/>
                <a:gd name="connsiteY106" fmla="*/ 1570673 h 1713547"/>
                <a:gd name="connsiteX107" fmla="*/ 6759893 w 7709535"/>
                <a:gd name="connsiteY107" fmla="*/ 1570673 h 1713547"/>
                <a:gd name="connsiteX108" fmla="*/ 6700838 w 7709535"/>
                <a:gd name="connsiteY108" fmla="*/ 1614488 h 1713547"/>
                <a:gd name="connsiteX109" fmla="*/ 6654165 w 7709535"/>
                <a:gd name="connsiteY109" fmla="*/ 1591628 h 1713547"/>
                <a:gd name="connsiteX110" fmla="*/ 6633210 w 7709535"/>
                <a:gd name="connsiteY110" fmla="*/ 1535430 h 1713547"/>
                <a:gd name="connsiteX111" fmla="*/ 6628448 w 7709535"/>
                <a:gd name="connsiteY111" fmla="*/ 1460183 h 1713547"/>
                <a:gd name="connsiteX112" fmla="*/ 6642735 w 7709535"/>
                <a:gd name="connsiteY112" fmla="*/ 1350645 h 1713547"/>
                <a:gd name="connsiteX113" fmla="*/ 6701790 w 7709535"/>
                <a:gd name="connsiteY113" fmla="*/ 1305878 h 1713547"/>
                <a:gd name="connsiteX114" fmla="*/ 6749415 w 7709535"/>
                <a:gd name="connsiteY114" fmla="*/ 1329690 h 1713547"/>
                <a:gd name="connsiteX115" fmla="*/ 6770370 w 7709535"/>
                <a:gd name="connsiteY115" fmla="*/ 1386840 h 1713547"/>
                <a:gd name="connsiteX116" fmla="*/ 6775132 w 7709535"/>
                <a:gd name="connsiteY116" fmla="*/ 1462088 h 1713547"/>
                <a:gd name="connsiteX117" fmla="*/ 6760845 w 7709535"/>
                <a:gd name="connsiteY117" fmla="*/ 1570673 h 1713547"/>
                <a:gd name="connsiteX118" fmla="*/ 7189470 w 7709535"/>
                <a:gd name="connsiteY118" fmla="*/ 1525905 h 1713547"/>
                <a:gd name="connsiteX119" fmla="*/ 7188518 w 7709535"/>
                <a:gd name="connsiteY119" fmla="*/ 1525905 h 1713547"/>
                <a:gd name="connsiteX120" fmla="*/ 7229475 w 7709535"/>
                <a:gd name="connsiteY120" fmla="*/ 1469708 h 1713547"/>
                <a:gd name="connsiteX121" fmla="*/ 7258050 w 7709535"/>
                <a:gd name="connsiteY121" fmla="*/ 1414463 h 1713547"/>
                <a:gd name="connsiteX122" fmla="*/ 7269480 w 7709535"/>
                <a:gd name="connsiteY122" fmla="*/ 1353503 h 1713547"/>
                <a:gd name="connsiteX123" fmla="*/ 7250430 w 7709535"/>
                <a:gd name="connsiteY123" fmla="*/ 1277303 h 1713547"/>
                <a:gd name="connsiteX124" fmla="*/ 7195185 w 7709535"/>
                <a:gd name="connsiteY124" fmla="*/ 1226820 h 1713547"/>
                <a:gd name="connsiteX125" fmla="*/ 7113270 w 7709535"/>
                <a:gd name="connsiteY125" fmla="*/ 1208723 h 1713547"/>
                <a:gd name="connsiteX126" fmla="*/ 7019925 w 7709535"/>
                <a:gd name="connsiteY126" fmla="*/ 1232535 h 1713547"/>
                <a:gd name="connsiteX127" fmla="*/ 6959918 w 7709535"/>
                <a:gd name="connsiteY127" fmla="*/ 1295400 h 1713547"/>
                <a:gd name="connsiteX128" fmla="*/ 6938010 w 7709535"/>
                <a:gd name="connsiteY128" fmla="*/ 1383030 h 1713547"/>
                <a:gd name="connsiteX129" fmla="*/ 7045643 w 7709535"/>
                <a:gd name="connsiteY129" fmla="*/ 1383030 h 1713547"/>
                <a:gd name="connsiteX130" fmla="*/ 7106603 w 7709535"/>
                <a:gd name="connsiteY130" fmla="*/ 1305878 h 1713547"/>
                <a:gd name="connsiteX131" fmla="*/ 7146607 w 7709535"/>
                <a:gd name="connsiteY131" fmla="*/ 1319213 h 1713547"/>
                <a:gd name="connsiteX132" fmla="*/ 7161848 w 7709535"/>
                <a:gd name="connsiteY132" fmla="*/ 1356360 h 1713547"/>
                <a:gd name="connsiteX133" fmla="*/ 7147560 w 7709535"/>
                <a:gd name="connsiteY133" fmla="*/ 1405890 h 1713547"/>
                <a:gd name="connsiteX134" fmla="*/ 7112318 w 7709535"/>
                <a:gd name="connsiteY134" fmla="*/ 1457325 h 1713547"/>
                <a:gd name="connsiteX135" fmla="*/ 6918960 w 7709535"/>
                <a:gd name="connsiteY135" fmla="*/ 1704023 h 1713547"/>
                <a:gd name="connsiteX136" fmla="*/ 7279957 w 7709535"/>
                <a:gd name="connsiteY136" fmla="*/ 1704023 h 1713547"/>
                <a:gd name="connsiteX137" fmla="*/ 7279957 w 7709535"/>
                <a:gd name="connsiteY137" fmla="*/ 1606867 h 1713547"/>
                <a:gd name="connsiteX138" fmla="*/ 7124700 w 7709535"/>
                <a:gd name="connsiteY138" fmla="*/ 1606867 h 1713547"/>
                <a:gd name="connsiteX139" fmla="*/ 7189470 w 7709535"/>
                <a:gd name="connsiteY139" fmla="*/ 1525905 h 1713547"/>
                <a:gd name="connsiteX140" fmla="*/ 6509385 w 7709535"/>
                <a:gd name="connsiteY140" fmla="*/ 225743 h 1713547"/>
                <a:gd name="connsiteX141" fmla="*/ 6509385 w 7709535"/>
                <a:gd name="connsiteY141" fmla="*/ 225743 h 1713547"/>
                <a:gd name="connsiteX142" fmla="*/ 6122670 w 7709535"/>
                <a:gd name="connsiteY142" fmla="*/ 141923 h 1713547"/>
                <a:gd name="connsiteX143" fmla="*/ 5726430 w 7709535"/>
                <a:gd name="connsiteY143" fmla="*/ 300038 h 1713547"/>
                <a:gd name="connsiteX144" fmla="*/ 5587365 w 7709535"/>
                <a:gd name="connsiteY144" fmla="*/ 700088 h 1713547"/>
                <a:gd name="connsiteX145" fmla="*/ 5692140 w 7709535"/>
                <a:gd name="connsiteY145" fmla="*/ 1076325 h 1713547"/>
                <a:gd name="connsiteX146" fmla="*/ 6077903 w 7709535"/>
                <a:gd name="connsiteY146" fmla="*/ 1160145 h 1713547"/>
                <a:gd name="connsiteX147" fmla="*/ 6475095 w 7709535"/>
                <a:gd name="connsiteY147" fmla="*/ 1002030 h 1713547"/>
                <a:gd name="connsiteX148" fmla="*/ 6614160 w 7709535"/>
                <a:gd name="connsiteY148" fmla="*/ 601980 h 1713547"/>
                <a:gd name="connsiteX149" fmla="*/ 6509385 w 7709535"/>
                <a:gd name="connsiteY149" fmla="*/ 225743 h 1713547"/>
                <a:gd name="connsiteX150" fmla="*/ 6295073 w 7709535"/>
                <a:gd name="connsiteY150" fmla="*/ 632460 h 1713547"/>
                <a:gd name="connsiteX151" fmla="*/ 6238875 w 7709535"/>
                <a:gd name="connsiteY151" fmla="*/ 858203 h 1713547"/>
                <a:gd name="connsiteX152" fmla="*/ 6088380 w 7709535"/>
                <a:gd name="connsiteY152" fmla="*/ 942023 h 1713547"/>
                <a:gd name="connsiteX153" fmla="*/ 5943600 w 7709535"/>
                <a:gd name="connsiteY153" fmla="*/ 886778 h 1713547"/>
                <a:gd name="connsiteX154" fmla="*/ 5907405 w 7709535"/>
                <a:gd name="connsiteY154" fmla="*/ 670560 h 1713547"/>
                <a:gd name="connsiteX155" fmla="*/ 5963603 w 7709535"/>
                <a:gd name="connsiteY155" fmla="*/ 445770 h 1713547"/>
                <a:gd name="connsiteX156" fmla="*/ 6113145 w 7709535"/>
                <a:gd name="connsiteY156" fmla="*/ 361950 h 1713547"/>
                <a:gd name="connsiteX157" fmla="*/ 6257925 w 7709535"/>
                <a:gd name="connsiteY157" fmla="*/ 417195 h 1713547"/>
                <a:gd name="connsiteX158" fmla="*/ 6294120 w 7709535"/>
                <a:gd name="connsiteY158" fmla="*/ 633413 h 1713547"/>
                <a:gd name="connsiteX159" fmla="*/ 6294120 w 7709535"/>
                <a:gd name="connsiteY159" fmla="*/ 633413 h 1713547"/>
                <a:gd name="connsiteX160" fmla="*/ 7343775 w 7709535"/>
                <a:gd name="connsiteY160" fmla="*/ 1216343 h 1713547"/>
                <a:gd name="connsiteX161" fmla="*/ 7343775 w 7709535"/>
                <a:gd name="connsiteY161" fmla="*/ 1313498 h 1713547"/>
                <a:gd name="connsiteX162" fmla="*/ 7543800 w 7709535"/>
                <a:gd name="connsiteY162" fmla="*/ 1313498 h 1713547"/>
                <a:gd name="connsiteX163" fmla="*/ 7357110 w 7709535"/>
                <a:gd name="connsiteY163" fmla="*/ 1704023 h 1713547"/>
                <a:gd name="connsiteX164" fmla="*/ 7480935 w 7709535"/>
                <a:gd name="connsiteY164" fmla="*/ 1704023 h 1713547"/>
                <a:gd name="connsiteX165" fmla="*/ 7709535 w 7709535"/>
                <a:gd name="connsiteY165" fmla="*/ 1216343 h 1713547"/>
                <a:gd name="connsiteX166" fmla="*/ 7343775 w 7709535"/>
                <a:gd name="connsiteY166" fmla="*/ 1216343 h 1713547"/>
                <a:gd name="connsiteX167" fmla="*/ 6371273 w 7709535"/>
                <a:gd name="connsiteY167" fmla="*/ 1525905 h 1713547"/>
                <a:gd name="connsiteX168" fmla="*/ 6370320 w 7709535"/>
                <a:gd name="connsiteY168" fmla="*/ 1525905 h 1713547"/>
                <a:gd name="connsiteX169" fmla="*/ 6411278 w 7709535"/>
                <a:gd name="connsiteY169" fmla="*/ 1469708 h 1713547"/>
                <a:gd name="connsiteX170" fmla="*/ 6439853 w 7709535"/>
                <a:gd name="connsiteY170" fmla="*/ 1414463 h 1713547"/>
                <a:gd name="connsiteX171" fmla="*/ 6451282 w 7709535"/>
                <a:gd name="connsiteY171" fmla="*/ 1353503 h 1713547"/>
                <a:gd name="connsiteX172" fmla="*/ 6432232 w 7709535"/>
                <a:gd name="connsiteY172" fmla="*/ 1277303 h 1713547"/>
                <a:gd name="connsiteX173" fmla="*/ 6376988 w 7709535"/>
                <a:gd name="connsiteY173" fmla="*/ 1226820 h 1713547"/>
                <a:gd name="connsiteX174" fmla="*/ 6295073 w 7709535"/>
                <a:gd name="connsiteY174" fmla="*/ 1208723 h 1713547"/>
                <a:gd name="connsiteX175" fmla="*/ 6201728 w 7709535"/>
                <a:gd name="connsiteY175" fmla="*/ 1232535 h 1713547"/>
                <a:gd name="connsiteX176" fmla="*/ 6141720 w 7709535"/>
                <a:gd name="connsiteY176" fmla="*/ 1295400 h 1713547"/>
                <a:gd name="connsiteX177" fmla="*/ 6119813 w 7709535"/>
                <a:gd name="connsiteY177" fmla="*/ 1383030 h 1713547"/>
                <a:gd name="connsiteX178" fmla="*/ 6227445 w 7709535"/>
                <a:gd name="connsiteY178" fmla="*/ 1383030 h 1713547"/>
                <a:gd name="connsiteX179" fmla="*/ 6288405 w 7709535"/>
                <a:gd name="connsiteY179" fmla="*/ 1305878 h 1713547"/>
                <a:gd name="connsiteX180" fmla="*/ 6328410 w 7709535"/>
                <a:gd name="connsiteY180" fmla="*/ 1319213 h 1713547"/>
                <a:gd name="connsiteX181" fmla="*/ 6343650 w 7709535"/>
                <a:gd name="connsiteY181" fmla="*/ 1356360 h 1713547"/>
                <a:gd name="connsiteX182" fmla="*/ 6329363 w 7709535"/>
                <a:gd name="connsiteY182" fmla="*/ 1405890 h 1713547"/>
                <a:gd name="connsiteX183" fmla="*/ 6294120 w 7709535"/>
                <a:gd name="connsiteY183" fmla="*/ 1457325 h 1713547"/>
                <a:gd name="connsiteX184" fmla="*/ 6100763 w 7709535"/>
                <a:gd name="connsiteY184" fmla="*/ 1704023 h 1713547"/>
                <a:gd name="connsiteX185" fmla="*/ 6461760 w 7709535"/>
                <a:gd name="connsiteY185" fmla="*/ 1704023 h 1713547"/>
                <a:gd name="connsiteX186" fmla="*/ 6461760 w 7709535"/>
                <a:gd name="connsiteY186" fmla="*/ 1606867 h 1713547"/>
                <a:gd name="connsiteX187" fmla="*/ 6306503 w 7709535"/>
                <a:gd name="connsiteY187" fmla="*/ 1606867 h 1713547"/>
                <a:gd name="connsiteX188" fmla="*/ 6371273 w 7709535"/>
                <a:gd name="connsiteY188" fmla="*/ 1525905 h 1713547"/>
                <a:gd name="connsiteX189" fmla="*/ 5173028 w 7709535"/>
                <a:gd name="connsiteY189" fmla="*/ 1219200 h 1713547"/>
                <a:gd name="connsiteX190" fmla="*/ 5476875 w 7709535"/>
                <a:gd name="connsiteY190" fmla="*/ 1189673 h 1713547"/>
                <a:gd name="connsiteX191" fmla="*/ 5518785 w 7709535"/>
                <a:gd name="connsiteY191" fmla="*/ 226695 h 1713547"/>
                <a:gd name="connsiteX192" fmla="*/ 5214938 w 7709535"/>
                <a:gd name="connsiteY192" fmla="*/ 256223 h 1713547"/>
                <a:gd name="connsiteX193" fmla="*/ 5173028 w 7709535"/>
                <a:gd name="connsiteY193" fmla="*/ 1219200 h 1713547"/>
                <a:gd name="connsiteX194" fmla="*/ 5512118 w 7709535"/>
                <a:gd name="connsiteY194" fmla="*/ 154305 h 1713547"/>
                <a:gd name="connsiteX195" fmla="*/ 5520690 w 7709535"/>
                <a:gd name="connsiteY195" fmla="*/ 0 h 1713547"/>
                <a:gd name="connsiteX196" fmla="*/ 5208270 w 7709535"/>
                <a:gd name="connsiteY196" fmla="*/ 183832 h 1713547"/>
                <a:gd name="connsiteX197" fmla="*/ 5512118 w 7709535"/>
                <a:gd name="connsiteY197" fmla="*/ 154305 h 1713547"/>
                <a:gd name="connsiteX198" fmla="*/ 5016818 w 7709535"/>
                <a:gd name="connsiteY198" fmla="*/ 321945 h 1713547"/>
                <a:gd name="connsiteX199" fmla="*/ 5016818 w 7709535"/>
                <a:gd name="connsiteY199" fmla="*/ 321945 h 1713547"/>
                <a:gd name="connsiteX200" fmla="*/ 5016818 w 7709535"/>
                <a:gd name="connsiteY200" fmla="*/ 319088 h 1713547"/>
                <a:gd name="connsiteX201" fmla="*/ 4711065 w 7709535"/>
                <a:gd name="connsiteY201" fmla="*/ 277178 h 1713547"/>
                <a:gd name="connsiteX202" fmla="*/ 4399598 w 7709535"/>
                <a:gd name="connsiteY202" fmla="*/ 382905 h 1713547"/>
                <a:gd name="connsiteX203" fmla="*/ 4292918 w 7709535"/>
                <a:gd name="connsiteY203" fmla="*/ 635318 h 1713547"/>
                <a:gd name="connsiteX204" fmla="*/ 4310063 w 7709535"/>
                <a:gd name="connsiteY204" fmla="*/ 742950 h 1713547"/>
                <a:gd name="connsiteX205" fmla="*/ 4367213 w 7709535"/>
                <a:gd name="connsiteY205" fmla="*/ 813435 h 1713547"/>
                <a:gd name="connsiteX206" fmla="*/ 4451032 w 7709535"/>
                <a:gd name="connsiteY206" fmla="*/ 857250 h 1713547"/>
                <a:gd name="connsiteX207" fmla="*/ 4547235 w 7709535"/>
                <a:gd name="connsiteY207" fmla="*/ 882968 h 1713547"/>
                <a:gd name="connsiteX208" fmla="*/ 4644390 w 7709535"/>
                <a:gd name="connsiteY208" fmla="*/ 901065 h 1713547"/>
                <a:gd name="connsiteX209" fmla="*/ 4729163 w 7709535"/>
                <a:gd name="connsiteY209" fmla="*/ 922020 h 1713547"/>
                <a:gd name="connsiteX210" fmla="*/ 4788218 w 7709535"/>
                <a:gd name="connsiteY210" fmla="*/ 954405 h 1713547"/>
                <a:gd name="connsiteX211" fmla="*/ 4808220 w 7709535"/>
                <a:gd name="connsiteY211" fmla="*/ 1009650 h 1713547"/>
                <a:gd name="connsiteX212" fmla="*/ 4773930 w 7709535"/>
                <a:gd name="connsiteY212" fmla="*/ 1078230 h 1713547"/>
                <a:gd name="connsiteX213" fmla="*/ 4674870 w 7709535"/>
                <a:gd name="connsiteY213" fmla="*/ 1107758 h 1713547"/>
                <a:gd name="connsiteX214" fmla="*/ 4565332 w 7709535"/>
                <a:gd name="connsiteY214" fmla="*/ 1091565 h 1713547"/>
                <a:gd name="connsiteX215" fmla="*/ 4534853 w 7709535"/>
                <a:gd name="connsiteY215" fmla="*/ 1008698 h 1713547"/>
                <a:gd name="connsiteX216" fmla="*/ 4260532 w 7709535"/>
                <a:gd name="connsiteY216" fmla="*/ 1035368 h 1713547"/>
                <a:gd name="connsiteX217" fmla="*/ 4350068 w 7709535"/>
                <a:gd name="connsiteY217" fmla="*/ 1256348 h 1713547"/>
                <a:gd name="connsiteX218" fmla="*/ 4665345 w 7709535"/>
                <a:gd name="connsiteY218" fmla="*/ 1298258 h 1713547"/>
                <a:gd name="connsiteX219" fmla="*/ 4988243 w 7709535"/>
                <a:gd name="connsiteY219" fmla="*/ 1191578 h 1713547"/>
                <a:gd name="connsiteX220" fmla="*/ 5098732 w 7709535"/>
                <a:gd name="connsiteY220" fmla="*/ 938213 h 1713547"/>
                <a:gd name="connsiteX221" fmla="*/ 5074920 w 7709535"/>
                <a:gd name="connsiteY221" fmla="*/ 808673 h 1713547"/>
                <a:gd name="connsiteX222" fmla="*/ 5001578 w 7709535"/>
                <a:gd name="connsiteY222" fmla="*/ 725805 h 1713547"/>
                <a:gd name="connsiteX223" fmla="*/ 4899660 w 7709535"/>
                <a:gd name="connsiteY223" fmla="*/ 680085 h 1713547"/>
                <a:gd name="connsiteX224" fmla="*/ 4787265 w 7709535"/>
                <a:gd name="connsiteY224" fmla="*/ 653415 h 1713547"/>
                <a:gd name="connsiteX225" fmla="*/ 4685348 w 7709535"/>
                <a:gd name="connsiteY225" fmla="*/ 636270 h 1713547"/>
                <a:gd name="connsiteX226" fmla="*/ 4610100 w 7709535"/>
                <a:gd name="connsiteY226" fmla="*/ 610553 h 1713547"/>
                <a:gd name="connsiteX227" fmla="*/ 4582478 w 7709535"/>
                <a:gd name="connsiteY227" fmla="*/ 565785 h 1713547"/>
                <a:gd name="connsiteX228" fmla="*/ 4613910 w 7709535"/>
                <a:gd name="connsiteY228" fmla="*/ 498157 h 1713547"/>
                <a:gd name="connsiteX229" fmla="*/ 4702493 w 7709535"/>
                <a:gd name="connsiteY229" fmla="*/ 469582 h 1713547"/>
                <a:gd name="connsiteX230" fmla="*/ 4801553 w 7709535"/>
                <a:gd name="connsiteY230" fmla="*/ 486728 h 1713547"/>
                <a:gd name="connsiteX231" fmla="*/ 4828223 w 7709535"/>
                <a:gd name="connsiteY231" fmla="*/ 569595 h 1713547"/>
                <a:gd name="connsiteX232" fmla="*/ 5101590 w 7709535"/>
                <a:gd name="connsiteY232" fmla="*/ 543878 h 1713547"/>
                <a:gd name="connsiteX233" fmla="*/ 5016818 w 7709535"/>
                <a:gd name="connsiteY233" fmla="*/ 321945 h 171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7709535" h="1713547">
                  <a:moveTo>
                    <a:pt x="2458403" y="617220"/>
                  </a:moveTo>
                  <a:lnTo>
                    <a:pt x="2457450" y="617220"/>
                  </a:lnTo>
                  <a:cubicBezTo>
                    <a:pt x="2427923" y="589598"/>
                    <a:pt x="2388870" y="569595"/>
                    <a:pt x="2338387" y="556260"/>
                  </a:cubicBezTo>
                  <a:cubicBezTo>
                    <a:pt x="2287905" y="543878"/>
                    <a:pt x="2228850" y="541020"/>
                    <a:pt x="2161223" y="546735"/>
                  </a:cubicBezTo>
                  <a:lnTo>
                    <a:pt x="1715452" y="589598"/>
                  </a:lnTo>
                  <a:lnTo>
                    <a:pt x="1795462" y="1101090"/>
                  </a:lnTo>
                  <a:lnTo>
                    <a:pt x="1673543" y="1552575"/>
                  </a:lnTo>
                  <a:lnTo>
                    <a:pt x="1977390" y="1523048"/>
                  </a:lnTo>
                  <a:lnTo>
                    <a:pt x="1991677" y="1197293"/>
                  </a:lnTo>
                  <a:lnTo>
                    <a:pt x="2132648" y="1183958"/>
                  </a:lnTo>
                  <a:cubicBezTo>
                    <a:pt x="2200275" y="1177290"/>
                    <a:pt x="2260283" y="1163003"/>
                    <a:pt x="2312670" y="1141095"/>
                  </a:cubicBezTo>
                  <a:cubicBezTo>
                    <a:pt x="2365058" y="1119188"/>
                    <a:pt x="2406968" y="1090613"/>
                    <a:pt x="2438400" y="1057275"/>
                  </a:cubicBezTo>
                  <a:cubicBezTo>
                    <a:pt x="2469833" y="1023938"/>
                    <a:pt x="2493645" y="987743"/>
                    <a:pt x="2509837" y="948690"/>
                  </a:cubicBezTo>
                  <a:cubicBezTo>
                    <a:pt x="2526030" y="910590"/>
                    <a:pt x="2535555" y="869632"/>
                    <a:pt x="2538412" y="827723"/>
                  </a:cubicBezTo>
                  <a:cubicBezTo>
                    <a:pt x="2540318" y="785813"/>
                    <a:pt x="2533650" y="746760"/>
                    <a:pt x="2521268" y="711518"/>
                  </a:cubicBezTo>
                  <a:cubicBezTo>
                    <a:pt x="2507933" y="676275"/>
                    <a:pt x="2486978" y="644843"/>
                    <a:pt x="2458403" y="617220"/>
                  </a:cubicBezTo>
                  <a:close/>
                  <a:moveTo>
                    <a:pt x="2232660" y="856298"/>
                  </a:moveTo>
                  <a:cubicBezTo>
                    <a:pt x="2230755" y="889635"/>
                    <a:pt x="2221230" y="917257"/>
                    <a:pt x="2201228" y="941070"/>
                  </a:cubicBezTo>
                  <a:lnTo>
                    <a:pt x="2201228" y="941070"/>
                  </a:lnTo>
                  <a:cubicBezTo>
                    <a:pt x="2182178" y="964882"/>
                    <a:pt x="2156460" y="978218"/>
                    <a:pt x="2123123" y="981075"/>
                  </a:cubicBezTo>
                  <a:lnTo>
                    <a:pt x="1998345" y="993457"/>
                  </a:lnTo>
                  <a:lnTo>
                    <a:pt x="2009775" y="764857"/>
                  </a:lnTo>
                  <a:lnTo>
                    <a:pt x="2134553" y="752475"/>
                  </a:lnTo>
                  <a:cubicBezTo>
                    <a:pt x="2165985" y="749618"/>
                    <a:pt x="2190750" y="758190"/>
                    <a:pt x="2207895" y="778193"/>
                  </a:cubicBezTo>
                  <a:cubicBezTo>
                    <a:pt x="2225040" y="798195"/>
                    <a:pt x="2233612" y="824865"/>
                    <a:pt x="2231708" y="856298"/>
                  </a:cubicBezTo>
                  <a:close/>
                  <a:moveTo>
                    <a:pt x="1585913" y="601980"/>
                  </a:moveTo>
                  <a:lnTo>
                    <a:pt x="1193483" y="640080"/>
                  </a:lnTo>
                  <a:lnTo>
                    <a:pt x="1014413" y="1222058"/>
                  </a:lnTo>
                  <a:lnTo>
                    <a:pt x="885825" y="669607"/>
                  </a:lnTo>
                  <a:lnTo>
                    <a:pt x="476250" y="708660"/>
                  </a:lnTo>
                  <a:lnTo>
                    <a:pt x="434340" y="1671638"/>
                  </a:lnTo>
                  <a:lnTo>
                    <a:pt x="721995" y="1644015"/>
                  </a:lnTo>
                  <a:lnTo>
                    <a:pt x="748665" y="1037273"/>
                  </a:lnTo>
                  <a:lnTo>
                    <a:pt x="898208" y="1626870"/>
                  </a:lnTo>
                  <a:lnTo>
                    <a:pt x="1080135" y="1609725"/>
                  </a:lnTo>
                  <a:lnTo>
                    <a:pt x="1283970" y="985838"/>
                  </a:lnTo>
                  <a:lnTo>
                    <a:pt x="1257300" y="1592580"/>
                  </a:lnTo>
                  <a:lnTo>
                    <a:pt x="1544002" y="1564958"/>
                  </a:lnTo>
                  <a:lnTo>
                    <a:pt x="1544002" y="1562100"/>
                  </a:lnTo>
                  <a:lnTo>
                    <a:pt x="1664970" y="1114425"/>
                  </a:lnTo>
                  <a:lnTo>
                    <a:pt x="1585913" y="607695"/>
                  </a:lnTo>
                  <a:lnTo>
                    <a:pt x="1585913" y="601980"/>
                  </a:lnTo>
                  <a:close/>
                  <a:moveTo>
                    <a:pt x="3132773" y="1058228"/>
                  </a:moveTo>
                  <a:lnTo>
                    <a:pt x="3132773" y="1058228"/>
                  </a:lnTo>
                  <a:lnTo>
                    <a:pt x="3132773" y="1056323"/>
                  </a:lnTo>
                  <a:cubicBezTo>
                    <a:pt x="3129915" y="1115378"/>
                    <a:pt x="3117533" y="1158240"/>
                    <a:pt x="3095625" y="1186815"/>
                  </a:cubicBezTo>
                  <a:cubicBezTo>
                    <a:pt x="3073718" y="1215390"/>
                    <a:pt x="3041333" y="1231583"/>
                    <a:pt x="2997518" y="1236345"/>
                  </a:cubicBezTo>
                  <a:cubicBezTo>
                    <a:pt x="2951798" y="1241108"/>
                    <a:pt x="2920365" y="1230630"/>
                    <a:pt x="2901315" y="1205865"/>
                  </a:cubicBezTo>
                  <a:cubicBezTo>
                    <a:pt x="2882265" y="1181100"/>
                    <a:pt x="2874645" y="1139190"/>
                    <a:pt x="2877503" y="1081088"/>
                  </a:cubicBezTo>
                  <a:lnTo>
                    <a:pt x="2903220" y="477203"/>
                  </a:lnTo>
                  <a:lnTo>
                    <a:pt x="2599373" y="506730"/>
                  </a:lnTo>
                  <a:lnTo>
                    <a:pt x="2573655" y="1110615"/>
                  </a:lnTo>
                  <a:cubicBezTo>
                    <a:pt x="2566987" y="1246823"/>
                    <a:pt x="2597468" y="1341120"/>
                    <a:pt x="2662237" y="1396365"/>
                  </a:cubicBezTo>
                  <a:cubicBezTo>
                    <a:pt x="2727960" y="1450658"/>
                    <a:pt x="2835593" y="1470660"/>
                    <a:pt x="2987040" y="1456373"/>
                  </a:cubicBezTo>
                  <a:cubicBezTo>
                    <a:pt x="3138487" y="1442085"/>
                    <a:pt x="3248978" y="1401128"/>
                    <a:pt x="3320415" y="1333500"/>
                  </a:cubicBezTo>
                  <a:cubicBezTo>
                    <a:pt x="3391853" y="1265873"/>
                    <a:pt x="3429953" y="1163955"/>
                    <a:pt x="3436620" y="1028700"/>
                  </a:cubicBezTo>
                  <a:lnTo>
                    <a:pt x="3462337" y="424815"/>
                  </a:lnTo>
                  <a:lnTo>
                    <a:pt x="3158490" y="454343"/>
                  </a:lnTo>
                  <a:lnTo>
                    <a:pt x="3132773" y="1058228"/>
                  </a:lnTo>
                  <a:close/>
                  <a:moveTo>
                    <a:pt x="3883343" y="382905"/>
                  </a:moveTo>
                  <a:lnTo>
                    <a:pt x="3882390" y="382905"/>
                  </a:lnTo>
                  <a:lnTo>
                    <a:pt x="3578543" y="412432"/>
                  </a:lnTo>
                  <a:lnTo>
                    <a:pt x="3536633" y="1375410"/>
                  </a:lnTo>
                  <a:lnTo>
                    <a:pt x="4201478" y="1311593"/>
                  </a:lnTo>
                  <a:lnTo>
                    <a:pt x="4211003" y="1092518"/>
                  </a:lnTo>
                  <a:lnTo>
                    <a:pt x="3850005" y="1126808"/>
                  </a:lnTo>
                  <a:lnTo>
                    <a:pt x="3883343" y="382905"/>
                  </a:lnTo>
                  <a:close/>
                  <a:moveTo>
                    <a:pt x="6996113" y="452438"/>
                  </a:moveTo>
                  <a:lnTo>
                    <a:pt x="7226618" y="1022985"/>
                  </a:lnTo>
                  <a:lnTo>
                    <a:pt x="7574280" y="989648"/>
                  </a:lnTo>
                  <a:lnTo>
                    <a:pt x="7574280" y="981075"/>
                  </a:lnTo>
                  <a:lnTo>
                    <a:pt x="7695248" y="538163"/>
                  </a:lnTo>
                  <a:lnTo>
                    <a:pt x="7616190" y="31433"/>
                  </a:lnTo>
                  <a:lnTo>
                    <a:pt x="7616190" y="26670"/>
                  </a:lnTo>
                  <a:lnTo>
                    <a:pt x="7329488" y="54293"/>
                  </a:lnTo>
                  <a:lnTo>
                    <a:pt x="7302818" y="651510"/>
                  </a:lnTo>
                  <a:lnTo>
                    <a:pt x="7071360" y="79058"/>
                  </a:lnTo>
                  <a:lnTo>
                    <a:pt x="6723698" y="112395"/>
                  </a:lnTo>
                  <a:lnTo>
                    <a:pt x="6681788" y="1075373"/>
                  </a:lnTo>
                  <a:lnTo>
                    <a:pt x="6969443" y="1047750"/>
                  </a:lnTo>
                  <a:lnTo>
                    <a:pt x="6996113" y="452438"/>
                  </a:lnTo>
                  <a:close/>
                  <a:moveTo>
                    <a:pt x="346710" y="656273"/>
                  </a:moveTo>
                  <a:lnTo>
                    <a:pt x="355282" y="501968"/>
                  </a:lnTo>
                  <a:lnTo>
                    <a:pt x="42863" y="685800"/>
                  </a:lnTo>
                  <a:lnTo>
                    <a:pt x="346710" y="656273"/>
                  </a:lnTo>
                  <a:close/>
                  <a:moveTo>
                    <a:pt x="1585913" y="601980"/>
                  </a:moveTo>
                  <a:lnTo>
                    <a:pt x="1585913" y="601980"/>
                  </a:lnTo>
                  <a:cubicBezTo>
                    <a:pt x="1585913" y="601980"/>
                    <a:pt x="1586865" y="601980"/>
                    <a:pt x="1586865" y="601980"/>
                  </a:cubicBezTo>
                  <a:lnTo>
                    <a:pt x="1585913" y="601980"/>
                  </a:lnTo>
                  <a:close/>
                  <a:moveTo>
                    <a:pt x="0" y="1713548"/>
                  </a:moveTo>
                  <a:lnTo>
                    <a:pt x="303847" y="1684020"/>
                  </a:lnTo>
                  <a:lnTo>
                    <a:pt x="345757" y="721043"/>
                  </a:lnTo>
                  <a:lnTo>
                    <a:pt x="41910" y="750570"/>
                  </a:lnTo>
                  <a:lnTo>
                    <a:pt x="0" y="1713548"/>
                  </a:lnTo>
                  <a:close/>
                  <a:moveTo>
                    <a:pt x="6702743" y="1207770"/>
                  </a:moveTo>
                  <a:cubicBezTo>
                    <a:pt x="6634163" y="1207770"/>
                    <a:pt x="6586538" y="1231583"/>
                    <a:pt x="6559868" y="1279208"/>
                  </a:cubicBezTo>
                  <a:cubicBezTo>
                    <a:pt x="6532245" y="1326833"/>
                    <a:pt x="6518910" y="1387792"/>
                    <a:pt x="6518910" y="1461135"/>
                  </a:cubicBezTo>
                  <a:cubicBezTo>
                    <a:pt x="6518910" y="1534478"/>
                    <a:pt x="6524625" y="1547813"/>
                    <a:pt x="6536055" y="1584960"/>
                  </a:cubicBezTo>
                  <a:cubicBezTo>
                    <a:pt x="6547485" y="1623060"/>
                    <a:pt x="6566535" y="1652588"/>
                    <a:pt x="6594157" y="1676400"/>
                  </a:cubicBezTo>
                  <a:lnTo>
                    <a:pt x="6597015" y="1676400"/>
                  </a:lnTo>
                  <a:cubicBezTo>
                    <a:pt x="6623685" y="1699260"/>
                    <a:pt x="6659880" y="1710690"/>
                    <a:pt x="6703695" y="1710690"/>
                  </a:cubicBezTo>
                  <a:cubicBezTo>
                    <a:pt x="6747510" y="1710690"/>
                    <a:pt x="6782753" y="1699260"/>
                    <a:pt x="6810375" y="1675448"/>
                  </a:cubicBezTo>
                  <a:cubicBezTo>
                    <a:pt x="6837045" y="1651635"/>
                    <a:pt x="6857048" y="1621155"/>
                    <a:pt x="6868478" y="1584008"/>
                  </a:cubicBezTo>
                  <a:cubicBezTo>
                    <a:pt x="6879907" y="1545908"/>
                    <a:pt x="6885623" y="1533525"/>
                    <a:pt x="6885623" y="1460183"/>
                  </a:cubicBezTo>
                  <a:cubicBezTo>
                    <a:pt x="6885623" y="1386840"/>
                    <a:pt x="6871335" y="1326833"/>
                    <a:pt x="6844665" y="1279208"/>
                  </a:cubicBezTo>
                  <a:cubicBezTo>
                    <a:pt x="6817995" y="1231583"/>
                    <a:pt x="6771323" y="1207770"/>
                    <a:pt x="6702743" y="1207770"/>
                  </a:cubicBezTo>
                  <a:close/>
                  <a:moveTo>
                    <a:pt x="6759893" y="1570673"/>
                  </a:moveTo>
                  <a:lnTo>
                    <a:pt x="6759893" y="1570673"/>
                  </a:lnTo>
                  <a:cubicBezTo>
                    <a:pt x="6750368" y="1600200"/>
                    <a:pt x="6730365" y="1614488"/>
                    <a:pt x="6700838" y="1614488"/>
                  </a:cubicBezTo>
                  <a:cubicBezTo>
                    <a:pt x="6671310" y="1614488"/>
                    <a:pt x="6664643" y="1606867"/>
                    <a:pt x="6654165" y="1591628"/>
                  </a:cubicBezTo>
                  <a:cubicBezTo>
                    <a:pt x="6643688" y="1576388"/>
                    <a:pt x="6637020" y="1557338"/>
                    <a:pt x="6633210" y="1535430"/>
                  </a:cubicBezTo>
                  <a:cubicBezTo>
                    <a:pt x="6630353" y="1512570"/>
                    <a:pt x="6628448" y="1503045"/>
                    <a:pt x="6628448" y="1460183"/>
                  </a:cubicBezTo>
                  <a:cubicBezTo>
                    <a:pt x="6628448" y="1417320"/>
                    <a:pt x="6633210" y="1380173"/>
                    <a:pt x="6642735" y="1350645"/>
                  </a:cubicBezTo>
                  <a:cubicBezTo>
                    <a:pt x="6652260" y="1321118"/>
                    <a:pt x="6680835" y="1305878"/>
                    <a:pt x="6701790" y="1305878"/>
                  </a:cubicBezTo>
                  <a:cubicBezTo>
                    <a:pt x="6722745" y="1305878"/>
                    <a:pt x="6738938" y="1313498"/>
                    <a:pt x="6749415" y="1329690"/>
                  </a:cubicBezTo>
                  <a:cubicBezTo>
                    <a:pt x="6759893" y="1345883"/>
                    <a:pt x="6767513" y="1364933"/>
                    <a:pt x="6770370" y="1386840"/>
                  </a:cubicBezTo>
                  <a:cubicBezTo>
                    <a:pt x="6773228" y="1409700"/>
                    <a:pt x="6775132" y="1418273"/>
                    <a:pt x="6775132" y="1462088"/>
                  </a:cubicBezTo>
                  <a:cubicBezTo>
                    <a:pt x="6775132" y="1505903"/>
                    <a:pt x="6770370" y="1542098"/>
                    <a:pt x="6760845" y="1570673"/>
                  </a:cubicBezTo>
                  <a:close/>
                  <a:moveTo>
                    <a:pt x="7189470" y="1525905"/>
                  </a:moveTo>
                  <a:lnTo>
                    <a:pt x="7188518" y="1525905"/>
                  </a:lnTo>
                  <a:cubicBezTo>
                    <a:pt x="7204710" y="1504950"/>
                    <a:pt x="7218045" y="1486853"/>
                    <a:pt x="7229475" y="1469708"/>
                  </a:cubicBezTo>
                  <a:cubicBezTo>
                    <a:pt x="7240905" y="1452563"/>
                    <a:pt x="7250430" y="1434465"/>
                    <a:pt x="7258050" y="1414463"/>
                  </a:cubicBezTo>
                  <a:cubicBezTo>
                    <a:pt x="7265670" y="1394460"/>
                    <a:pt x="7269480" y="1383030"/>
                    <a:pt x="7269480" y="1353503"/>
                  </a:cubicBezTo>
                  <a:cubicBezTo>
                    <a:pt x="7269480" y="1323975"/>
                    <a:pt x="7263765" y="1299210"/>
                    <a:pt x="7250430" y="1277303"/>
                  </a:cubicBezTo>
                  <a:cubicBezTo>
                    <a:pt x="7237095" y="1255395"/>
                    <a:pt x="7218998" y="1238250"/>
                    <a:pt x="7195185" y="1226820"/>
                  </a:cubicBezTo>
                  <a:cubicBezTo>
                    <a:pt x="7172325" y="1214438"/>
                    <a:pt x="7149465" y="1208723"/>
                    <a:pt x="7113270" y="1208723"/>
                  </a:cubicBezTo>
                  <a:cubicBezTo>
                    <a:pt x="7077075" y="1208723"/>
                    <a:pt x="7046595" y="1217295"/>
                    <a:pt x="7019925" y="1232535"/>
                  </a:cubicBezTo>
                  <a:cubicBezTo>
                    <a:pt x="6993255" y="1247775"/>
                    <a:pt x="6974205" y="1268730"/>
                    <a:pt x="6959918" y="1295400"/>
                  </a:cubicBezTo>
                  <a:cubicBezTo>
                    <a:pt x="6946582" y="1321118"/>
                    <a:pt x="6938010" y="1350645"/>
                    <a:pt x="6938010" y="1383030"/>
                  </a:cubicBezTo>
                  <a:lnTo>
                    <a:pt x="7045643" y="1383030"/>
                  </a:lnTo>
                  <a:cubicBezTo>
                    <a:pt x="7047548" y="1331595"/>
                    <a:pt x="7067550" y="1305878"/>
                    <a:pt x="7106603" y="1305878"/>
                  </a:cubicBezTo>
                  <a:cubicBezTo>
                    <a:pt x="7145655" y="1305878"/>
                    <a:pt x="7136130" y="1310640"/>
                    <a:pt x="7146607" y="1319213"/>
                  </a:cubicBezTo>
                  <a:cubicBezTo>
                    <a:pt x="7157085" y="1327785"/>
                    <a:pt x="7161848" y="1340168"/>
                    <a:pt x="7161848" y="1356360"/>
                  </a:cubicBezTo>
                  <a:cubicBezTo>
                    <a:pt x="7161848" y="1372553"/>
                    <a:pt x="7157085" y="1388745"/>
                    <a:pt x="7147560" y="1405890"/>
                  </a:cubicBezTo>
                  <a:cubicBezTo>
                    <a:pt x="7138035" y="1423035"/>
                    <a:pt x="7126605" y="1440180"/>
                    <a:pt x="7112318" y="1457325"/>
                  </a:cubicBezTo>
                  <a:lnTo>
                    <a:pt x="6918960" y="1704023"/>
                  </a:lnTo>
                  <a:lnTo>
                    <a:pt x="7279957" y="1704023"/>
                  </a:lnTo>
                  <a:lnTo>
                    <a:pt x="7279957" y="1606867"/>
                  </a:lnTo>
                  <a:lnTo>
                    <a:pt x="7124700" y="1606867"/>
                  </a:lnTo>
                  <a:lnTo>
                    <a:pt x="7189470" y="1525905"/>
                  </a:lnTo>
                  <a:close/>
                  <a:moveTo>
                    <a:pt x="6509385" y="225743"/>
                  </a:moveTo>
                  <a:lnTo>
                    <a:pt x="6509385" y="225743"/>
                  </a:lnTo>
                  <a:cubicBezTo>
                    <a:pt x="6431280" y="152400"/>
                    <a:pt x="6302693" y="124777"/>
                    <a:pt x="6122670" y="141923"/>
                  </a:cubicBezTo>
                  <a:cubicBezTo>
                    <a:pt x="5943600" y="159068"/>
                    <a:pt x="5811203" y="211455"/>
                    <a:pt x="5726430" y="300038"/>
                  </a:cubicBezTo>
                  <a:cubicBezTo>
                    <a:pt x="5641657" y="388620"/>
                    <a:pt x="5594985" y="521970"/>
                    <a:pt x="5587365" y="700088"/>
                  </a:cubicBezTo>
                  <a:cubicBezTo>
                    <a:pt x="5579745" y="878205"/>
                    <a:pt x="5614988" y="1003935"/>
                    <a:pt x="5692140" y="1076325"/>
                  </a:cubicBezTo>
                  <a:cubicBezTo>
                    <a:pt x="5770245" y="1149668"/>
                    <a:pt x="5898832" y="1177290"/>
                    <a:pt x="6077903" y="1160145"/>
                  </a:cubicBezTo>
                  <a:cubicBezTo>
                    <a:pt x="6257925" y="1143000"/>
                    <a:pt x="6390323" y="1089660"/>
                    <a:pt x="6475095" y="1002030"/>
                  </a:cubicBezTo>
                  <a:cubicBezTo>
                    <a:pt x="6559868" y="913448"/>
                    <a:pt x="6606540" y="780098"/>
                    <a:pt x="6614160" y="601980"/>
                  </a:cubicBezTo>
                  <a:cubicBezTo>
                    <a:pt x="6622732" y="423863"/>
                    <a:pt x="6587490" y="298132"/>
                    <a:pt x="6509385" y="225743"/>
                  </a:cubicBezTo>
                  <a:close/>
                  <a:moveTo>
                    <a:pt x="6295073" y="632460"/>
                  </a:moveTo>
                  <a:cubicBezTo>
                    <a:pt x="6290310" y="733425"/>
                    <a:pt x="6271260" y="808673"/>
                    <a:pt x="6238875" y="858203"/>
                  </a:cubicBezTo>
                  <a:cubicBezTo>
                    <a:pt x="6205538" y="907732"/>
                    <a:pt x="6156007" y="935355"/>
                    <a:pt x="6088380" y="942023"/>
                  </a:cubicBezTo>
                  <a:cubicBezTo>
                    <a:pt x="6020753" y="948690"/>
                    <a:pt x="5972175" y="929640"/>
                    <a:pt x="5943600" y="886778"/>
                  </a:cubicBezTo>
                  <a:cubicBezTo>
                    <a:pt x="5915025" y="842963"/>
                    <a:pt x="5903595" y="771525"/>
                    <a:pt x="5907405" y="670560"/>
                  </a:cubicBezTo>
                  <a:cubicBezTo>
                    <a:pt x="5912168" y="569595"/>
                    <a:pt x="5930265" y="494348"/>
                    <a:pt x="5963603" y="445770"/>
                  </a:cubicBezTo>
                  <a:cubicBezTo>
                    <a:pt x="5995988" y="396240"/>
                    <a:pt x="6046470" y="368618"/>
                    <a:pt x="6113145" y="361950"/>
                  </a:cubicBezTo>
                  <a:cubicBezTo>
                    <a:pt x="6180773" y="355282"/>
                    <a:pt x="6229350" y="374332"/>
                    <a:pt x="6257925" y="417195"/>
                  </a:cubicBezTo>
                  <a:cubicBezTo>
                    <a:pt x="6286500" y="461010"/>
                    <a:pt x="6298882" y="532448"/>
                    <a:pt x="6294120" y="633413"/>
                  </a:cubicBezTo>
                  <a:lnTo>
                    <a:pt x="6294120" y="633413"/>
                  </a:lnTo>
                  <a:close/>
                  <a:moveTo>
                    <a:pt x="7343775" y="1216343"/>
                  </a:moveTo>
                  <a:lnTo>
                    <a:pt x="7343775" y="1313498"/>
                  </a:lnTo>
                  <a:lnTo>
                    <a:pt x="7543800" y="1313498"/>
                  </a:lnTo>
                  <a:lnTo>
                    <a:pt x="7357110" y="1704023"/>
                  </a:lnTo>
                  <a:lnTo>
                    <a:pt x="7480935" y="1704023"/>
                  </a:lnTo>
                  <a:lnTo>
                    <a:pt x="7709535" y="1216343"/>
                  </a:lnTo>
                  <a:lnTo>
                    <a:pt x="7343775" y="1216343"/>
                  </a:lnTo>
                  <a:close/>
                  <a:moveTo>
                    <a:pt x="6371273" y="1525905"/>
                  </a:moveTo>
                  <a:lnTo>
                    <a:pt x="6370320" y="1525905"/>
                  </a:lnTo>
                  <a:cubicBezTo>
                    <a:pt x="6386513" y="1504950"/>
                    <a:pt x="6399848" y="1486853"/>
                    <a:pt x="6411278" y="1469708"/>
                  </a:cubicBezTo>
                  <a:cubicBezTo>
                    <a:pt x="6422707" y="1452563"/>
                    <a:pt x="6432232" y="1434465"/>
                    <a:pt x="6439853" y="1414463"/>
                  </a:cubicBezTo>
                  <a:cubicBezTo>
                    <a:pt x="6447473" y="1394460"/>
                    <a:pt x="6451282" y="1383030"/>
                    <a:pt x="6451282" y="1353503"/>
                  </a:cubicBezTo>
                  <a:cubicBezTo>
                    <a:pt x="6451282" y="1323975"/>
                    <a:pt x="6445568" y="1299210"/>
                    <a:pt x="6432232" y="1277303"/>
                  </a:cubicBezTo>
                  <a:cubicBezTo>
                    <a:pt x="6418898" y="1255395"/>
                    <a:pt x="6400800" y="1238250"/>
                    <a:pt x="6376988" y="1226820"/>
                  </a:cubicBezTo>
                  <a:cubicBezTo>
                    <a:pt x="6354128" y="1214438"/>
                    <a:pt x="6331268" y="1208723"/>
                    <a:pt x="6295073" y="1208723"/>
                  </a:cubicBezTo>
                  <a:cubicBezTo>
                    <a:pt x="6258878" y="1208723"/>
                    <a:pt x="6228398" y="1217295"/>
                    <a:pt x="6201728" y="1232535"/>
                  </a:cubicBezTo>
                  <a:cubicBezTo>
                    <a:pt x="6175057" y="1247775"/>
                    <a:pt x="6156007" y="1268730"/>
                    <a:pt x="6141720" y="1295400"/>
                  </a:cubicBezTo>
                  <a:cubicBezTo>
                    <a:pt x="6128385" y="1321118"/>
                    <a:pt x="6119813" y="1350645"/>
                    <a:pt x="6119813" y="1383030"/>
                  </a:cubicBezTo>
                  <a:lnTo>
                    <a:pt x="6227445" y="1383030"/>
                  </a:lnTo>
                  <a:cubicBezTo>
                    <a:pt x="6229350" y="1331595"/>
                    <a:pt x="6249353" y="1305878"/>
                    <a:pt x="6288405" y="1305878"/>
                  </a:cubicBezTo>
                  <a:cubicBezTo>
                    <a:pt x="6327457" y="1305878"/>
                    <a:pt x="6317932" y="1310640"/>
                    <a:pt x="6328410" y="1319213"/>
                  </a:cubicBezTo>
                  <a:cubicBezTo>
                    <a:pt x="6338888" y="1327785"/>
                    <a:pt x="6343650" y="1340168"/>
                    <a:pt x="6343650" y="1356360"/>
                  </a:cubicBezTo>
                  <a:cubicBezTo>
                    <a:pt x="6343650" y="1372553"/>
                    <a:pt x="6338888" y="1388745"/>
                    <a:pt x="6329363" y="1405890"/>
                  </a:cubicBezTo>
                  <a:cubicBezTo>
                    <a:pt x="6319838" y="1423035"/>
                    <a:pt x="6308407" y="1440180"/>
                    <a:pt x="6294120" y="1457325"/>
                  </a:cubicBezTo>
                  <a:lnTo>
                    <a:pt x="6100763" y="1704023"/>
                  </a:lnTo>
                  <a:lnTo>
                    <a:pt x="6461760" y="1704023"/>
                  </a:lnTo>
                  <a:lnTo>
                    <a:pt x="6461760" y="1606867"/>
                  </a:lnTo>
                  <a:lnTo>
                    <a:pt x="6306503" y="1606867"/>
                  </a:lnTo>
                  <a:lnTo>
                    <a:pt x="6371273" y="1525905"/>
                  </a:lnTo>
                  <a:close/>
                  <a:moveTo>
                    <a:pt x="5173028" y="1219200"/>
                  </a:moveTo>
                  <a:lnTo>
                    <a:pt x="5476875" y="1189673"/>
                  </a:lnTo>
                  <a:lnTo>
                    <a:pt x="5518785" y="226695"/>
                  </a:lnTo>
                  <a:lnTo>
                    <a:pt x="5214938" y="256223"/>
                  </a:lnTo>
                  <a:lnTo>
                    <a:pt x="5173028" y="1219200"/>
                  </a:lnTo>
                  <a:close/>
                  <a:moveTo>
                    <a:pt x="5512118" y="154305"/>
                  </a:moveTo>
                  <a:lnTo>
                    <a:pt x="5520690" y="0"/>
                  </a:lnTo>
                  <a:lnTo>
                    <a:pt x="5208270" y="183832"/>
                  </a:lnTo>
                  <a:lnTo>
                    <a:pt x="5512118" y="154305"/>
                  </a:lnTo>
                  <a:close/>
                  <a:moveTo>
                    <a:pt x="5016818" y="321945"/>
                  </a:moveTo>
                  <a:lnTo>
                    <a:pt x="5016818" y="321945"/>
                  </a:lnTo>
                  <a:lnTo>
                    <a:pt x="5016818" y="319088"/>
                  </a:lnTo>
                  <a:cubicBezTo>
                    <a:pt x="4954905" y="277178"/>
                    <a:pt x="4852988" y="263843"/>
                    <a:pt x="4711065" y="277178"/>
                  </a:cubicBezTo>
                  <a:cubicBezTo>
                    <a:pt x="4570095" y="290513"/>
                    <a:pt x="4466273" y="325755"/>
                    <a:pt x="4399598" y="382905"/>
                  </a:cubicBezTo>
                  <a:cubicBezTo>
                    <a:pt x="4332923" y="440055"/>
                    <a:pt x="4297680" y="523875"/>
                    <a:pt x="4292918" y="635318"/>
                  </a:cubicBezTo>
                  <a:cubicBezTo>
                    <a:pt x="4290060" y="676275"/>
                    <a:pt x="4295775" y="712470"/>
                    <a:pt x="4310063" y="742950"/>
                  </a:cubicBezTo>
                  <a:cubicBezTo>
                    <a:pt x="4324350" y="773430"/>
                    <a:pt x="4343400" y="796290"/>
                    <a:pt x="4367213" y="813435"/>
                  </a:cubicBezTo>
                  <a:cubicBezTo>
                    <a:pt x="4391978" y="830580"/>
                    <a:pt x="4419600" y="844868"/>
                    <a:pt x="4451032" y="857250"/>
                  </a:cubicBezTo>
                  <a:cubicBezTo>
                    <a:pt x="4482465" y="869632"/>
                    <a:pt x="4514850" y="878205"/>
                    <a:pt x="4547235" y="882968"/>
                  </a:cubicBezTo>
                  <a:cubicBezTo>
                    <a:pt x="4580573" y="887730"/>
                    <a:pt x="4612005" y="894398"/>
                    <a:pt x="4644390" y="901065"/>
                  </a:cubicBezTo>
                  <a:cubicBezTo>
                    <a:pt x="4675823" y="907732"/>
                    <a:pt x="4704398" y="915353"/>
                    <a:pt x="4729163" y="922020"/>
                  </a:cubicBezTo>
                  <a:cubicBezTo>
                    <a:pt x="4753928" y="928688"/>
                    <a:pt x="4773930" y="939165"/>
                    <a:pt x="4788218" y="954405"/>
                  </a:cubicBezTo>
                  <a:cubicBezTo>
                    <a:pt x="4802505" y="968693"/>
                    <a:pt x="4809173" y="987743"/>
                    <a:pt x="4808220" y="1009650"/>
                  </a:cubicBezTo>
                  <a:cubicBezTo>
                    <a:pt x="4808220" y="1040130"/>
                    <a:pt x="4795838" y="1062990"/>
                    <a:pt x="4773930" y="1078230"/>
                  </a:cubicBezTo>
                  <a:cubicBezTo>
                    <a:pt x="4752023" y="1093470"/>
                    <a:pt x="4718685" y="1102995"/>
                    <a:pt x="4674870" y="1107758"/>
                  </a:cubicBezTo>
                  <a:cubicBezTo>
                    <a:pt x="4624388" y="1112520"/>
                    <a:pt x="4588193" y="1107758"/>
                    <a:pt x="4565332" y="1091565"/>
                  </a:cubicBezTo>
                  <a:cubicBezTo>
                    <a:pt x="4543425" y="1076325"/>
                    <a:pt x="4532948" y="1048703"/>
                    <a:pt x="4534853" y="1008698"/>
                  </a:cubicBezTo>
                  <a:lnTo>
                    <a:pt x="4260532" y="1035368"/>
                  </a:lnTo>
                  <a:cubicBezTo>
                    <a:pt x="4255770" y="1141095"/>
                    <a:pt x="4286250" y="1214438"/>
                    <a:pt x="4350068" y="1256348"/>
                  </a:cubicBezTo>
                  <a:cubicBezTo>
                    <a:pt x="4413885" y="1298258"/>
                    <a:pt x="4519613" y="1312545"/>
                    <a:pt x="4665345" y="1298258"/>
                  </a:cubicBezTo>
                  <a:cubicBezTo>
                    <a:pt x="4812030" y="1283970"/>
                    <a:pt x="4919663" y="1248728"/>
                    <a:pt x="4988243" y="1191578"/>
                  </a:cubicBezTo>
                  <a:cubicBezTo>
                    <a:pt x="5056823" y="1134428"/>
                    <a:pt x="5093018" y="1050608"/>
                    <a:pt x="5098732" y="938213"/>
                  </a:cubicBezTo>
                  <a:cubicBezTo>
                    <a:pt x="5101590" y="887730"/>
                    <a:pt x="5093018" y="844868"/>
                    <a:pt x="5074920" y="808673"/>
                  </a:cubicBezTo>
                  <a:cubicBezTo>
                    <a:pt x="5056823" y="772478"/>
                    <a:pt x="5032057" y="744855"/>
                    <a:pt x="5001578" y="725805"/>
                  </a:cubicBezTo>
                  <a:cubicBezTo>
                    <a:pt x="4971098" y="706755"/>
                    <a:pt x="4936807" y="691515"/>
                    <a:pt x="4899660" y="680085"/>
                  </a:cubicBezTo>
                  <a:cubicBezTo>
                    <a:pt x="4862513" y="668655"/>
                    <a:pt x="4825365" y="660082"/>
                    <a:pt x="4787265" y="653415"/>
                  </a:cubicBezTo>
                  <a:cubicBezTo>
                    <a:pt x="4750118" y="647700"/>
                    <a:pt x="4715828" y="641985"/>
                    <a:pt x="4685348" y="636270"/>
                  </a:cubicBezTo>
                  <a:cubicBezTo>
                    <a:pt x="4654868" y="630555"/>
                    <a:pt x="4630103" y="621982"/>
                    <a:pt x="4610100" y="610553"/>
                  </a:cubicBezTo>
                  <a:cubicBezTo>
                    <a:pt x="4591050" y="599123"/>
                    <a:pt x="4581525" y="583882"/>
                    <a:pt x="4582478" y="565785"/>
                  </a:cubicBezTo>
                  <a:cubicBezTo>
                    <a:pt x="4584382" y="536257"/>
                    <a:pt x="4594860" y="514350"/>
                    <a:pt x="4613910" y="498157"/>
                  </a:cubicBezTo>
                  <a:cubicBezTo>
                    <a:pt x="4632960" y="482918"/>
                    <a:pt x="4662488" y="473393"/>
                    <a:pt x="4702493" y="469582"/>
                  </a:cubicBezTo>
                  <a:cubicBezTo>
                    <a:pt x="4748213" y="464820"/>
                    <a:pt x="4781550" y="469582"/>
                    <a:pt x="4801553" y="486728"/>
                  </a:cubicBezTo>
                  <a:cubicBezTo>
                    <a:pt x="4821555" y="502920"/>
                    <a:pt x="4830128" y="530543"/>
                    <a:pt x="4828223" y="569595"/>
                  </a:cubicBezTo>
                  <a:lnTo>
                    <a:pt x="5101590" y="543878"/>
                  </a:lnTo>
                  <a:cubicBezTo>
                    <a:pt x="5107305" y="437198"/>
                    <a:pt x="5078730" y="363855"/>
                    <a:pt x="5016818" y="321945"/>
                  </a:cubicBezTo>
                  <a:close/>
                </a:path>
              </a:pathLst>
            </a:custGeom>
            <a:solidFill>
              <a:srgbClr val="FFFFFF"/>
            </a:solidFill>
            <a:ln w="9525"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3D6194F5-7526-7DE7-C0C9-23C830E69C36}"/>
                </a:ext>
              </a:extLst>
            </p:cNvPr>
            <p:cNvSpPr/>
            <p:nvPr/>
          </p:nvSpPr>
          <p:spPr>
            <a:xfrm>
              <a:off x="3884144" y="3223127"/>
              <a:ext cx="181280" cy="106665"/>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54B94857-A2AA-5420-7146-D5046EA48AC0}"/>
                </a:ext>
              </a:extLst>
            </p:cNvPr>
            <p:cNvSpPr/>
            <p:nvPr/>
          </p:nvSpPr>
          <p:spPr>
            <a:xfrm>
              <a:off x="3859272" y="2947342"/>
              <a:ext cx="4419295" cy="978796"/>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chemeClr val="tx2"/>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E23E8795-3B88-2DD7-6660-2983E1EA82F9}"/>
                </a:ext>
              </a:extLst>
            </p:cNvPr>
            <p:cNvSpPr/>
            <p:nvPr/>
          </p:nvSpPr>
          <p:spPr>
            <a:xfrm>
              <a:off x="4755181" y="3281711"/>
              <a:ext cx="70741" cy="55875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B893F1DD-62CC-B00C-C7BA-50BEABE2B3D7}"/>
                </a:ext>
              </a:extLst>
            </p:cNvPr>
            <p:cNvSpPr/>
            <p:nvPr/>
          </p:nvSpPr>
          <p:spPr>
            <a:xfrm>
              <a:off x="8253146" y="2947342"/>
              <a:ext cx="71294" cy="55875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A15C9B8D-0CB1-C5A9-12A2-280921682E25}"/>
                </a:ext>
              </a:extLst>
            </p:cNvPr>
            <p:cNvSpPr/>
            <p:nvPr/>
          </p:nvSpPr>
          <p:spPr>
            <a:xfrm>
              <a:off x="6881373" y="2931866"/>
              <a:ext cx="181280" cy="106665"/>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7" name="Forme libre : forme 6">
              <a:extLst>
                <a:ext uri="{FF2B5EF4-FFF2-40B4-BE49-F238E27FC236}">
                  <a16:creationId xmlns:a16="http://schemas.microsoft.com/office/drawing/2014/main" id="{C4F41174-EA21-4C7E-9C26-B90ED029815C}"/>
                </a:ext>
              </a:extLst>
            </p:cNvPr>
            <p:cNvSpPr/>
            <p:nvPr/>
          </p:nvSpPr>
          <p:spPr>
            <a:xfrm>
              <a:off x="7398690" y="3633217"/>
              <a:ext cx="209468" cy="287393"/>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8" name="Forme libre : forme 7">
              <a:extLst>
                <a:ext uri="{FF2B5EF4-FFF2-40B4-BE49-F238E27FC236}">
                  <a16:creationId xmlns:a16="http://schemas.microsoft.com/office/drawing/2014/main" id="{9252A0BB-BE39-BC70-16B0-35194B8A4AB9}"/>
                </a:ext>
              </a:extLst>
            </p:cNvPr>
            <p:cNvSpPr/>
            <p:nvPr/>
          </p:nvSpPr>
          <p:spPr>
            <a:xfrm>
              <a:off x="7641871" y="3632665"/>
              <a:ext cx="212784" cy="291813"/>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9" name="Forme libre : forme 8">
              <a:extLst>
                <a:ext uri="{FF2B5EF4-FFF2-40B4-BE49-F238E27FC236}">
                  <a16:creationId xmlns:a16="http://schemas.microsoft.com/office/drawing/2014/main" id="{4B256CFB-4955-5199-994D-4726EDDF8B30}"/>
                </a:ext>
              </a:extLst>
            </p:cNvPr>
            <p:cNvSpPr/>
            <p:nvPr/>
          </p:nvSpPr>
          <p:spPr>
            <a:xfrm>
              <a:off x="7873447" y="3633217"/>
              <a:ext cx="209468" cy="287393"/>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9F391DBB-A1F5-CBC8-8D4A-86BB1B74FCE5}"/>
                </a:ext>
              </a:extLst>
            </p:cNvPr>
            <p:cNvSpPr/>
            <p:nvPr/>
          </p:nvSpPr>
          <p:spPr>
            <a:xfrm>
              <a:off x="8120500" y="3637641"/>
              <a:ext cx="212232" cy="282969"/>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spTree>
    <p:extLst>
      <p:ext uri="{BB962C8B-B14F-4D97-AF65-F5344CB8AC3E}">
        <p14:creationId xmlns:p14="http://schemas.microsoft.com/office/powerpoint/2010/main" val="3073795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4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42" presetClass="path" presetSubtype="0" decel="100000" fill="hold" grpId="1" nodeType="withEffect">
                                  <p:stCondLst>
                                    <p:cond delay="1400"/>
                                  </p:stCondLst>
                                  <p:childTnLst>
                                    <p:animMotion origin="layout" path="M 0 2.59259E-6 L 0 0.03356 " pathEditMode="relative" rAng="0" ptsTypes="AA">
                                      <p:cBhvr>
                                        <p:cTn id="9" dur="2000" spd="-100000" fill="hold"/>
                                        <p:tgtEl>
                                          <p:spTgt spid="10"/>
                                        </p:tgtEl>
                                        <p:attrNameLst>
                                          <p:attrName>ppt_x</p:attrName>
                                          <p:attrName>ppt_y</p:attrName>
                                        </p:attrNameLst>
                                      </p:cBhvr>
                                      <p:rCtr x="0" y="1667"/>
                                    </p:animMotion>
                                  </p:childTnLst>
                                </p:cTn>
                              </p:par>
                              <p:par>
                                <p:cTn id="10" presetID="10" presetClass="entr" presetSubtype="0" fill="hold" grpId="0" nodeType="withEffect">
                                  <p:stCondLst>
                                    <p:cond delay="16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par>
                                <p:cTn id="13" presetID="42" presetClass="path" presetSubtype="0" decel="100000" fill="hold" grpId="1" nodeType="withEffect">
                                  <p:stCondLst>
                                    <p:cond delay="1600"/>
                                  </p:stCondLst>
                                  <p:childTnLst>
                                    <p:animMotion origin="layout" path="M 0 -2.22222E-6 L 0 0.03357 " pathEditMode="relative" rAng="0" ptsTypes="AA">
                                      <p:cBhvr>
                                        <p:cTn id="14" dur="2000" spd="-100000" fill="hold"/>
                                        <p:tgtEl>
                                          <p:spTgt spid="11"/>
                                        </p:tgtEl>
                                        <p:attrNameLst>
                                          <p:attrName>ppt_x</p:attrName>
                                          <p:attrName>ppt_y</p:attrName>
                                        </p:attrNameLst>
                                      </p:cBhvr>
                                      <p:rCtr x="0" y="1667"/>
                                    </p:animMotion>
                                  </p:childTnLst>
                                </p:cTn>
                              </p:par>
                              <p:par>
                                <p:cTn id="15" presetID="10" presetClass="entr" presetSubtype="0" fill="hold" grpId="0" nodeType="withEffect">
                                  <p:stCondLst>
                                    <p:cond delay="14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childTnLst>
                                </p:cTn>
                              </p:par>
                              <p:par>
                                <p:cTn id="18" presetID="42" presetClass="path" presetSubtype="0" decel="100000" fill="hold" grpId="1" nodeType="withEffect">
                                  <p:stCondLst>
                                    <p:cond delay="1400"/>
                                  </p:stCondLst>
                                  <p:childTnLst>
                                    <p:animMotion origin="layout" path="M 6.25E-7 -4.44444E-6 L 6.25E-7 -0.04305 " pathEditMode="relative" rAng="0" ptsTypes="AA">
                                      <p:cBhvr>
                                        <p:cTn id="19" dur="2000" spd="-100000" fill="hold"/>
                                        <p:tgtEl>
                                          <p:spTgt spid="14"/>
                                        </p:tgtEl>
                                        <p:attrNameLst>
                                          <p:attrName>ppt_x</p:attrName>
                                          <p:attrName>ppt_y</p:attrName>
                                        </p:attrNameLst>
                                      </p:cBhvr>
                                      <p:rCtr x="0" y="-21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tmplLst>
          <p:tmpl>
            <p:tnLst>
              <p:par>
                <p:cTn presetID="10" presetClass="entr" presetSubtype="0" fill="hold" nodeType="withEffect">
                  <p:stCondLst>
                    <p:cond delay="140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0" grpId="1">
        <p:tmplLst>
          <p:tmpl>
            <p:tnLst>
              <p:par>
                <p:cTn presetID="42" presetClass="path" presetSubtype="0" decel="100000" fill="hold" nodeType="withEffect">
                  <p:stCondLst>
                    <p:cond delay="1400"/>
                  </p:stCondLst>
                  <p:childTnLst>
                    <p:animMotion origin="layout" path="M 0 2.59259E-6 L 0 0.03356 " pathEditMode="relative" rAng="0" ptsTypes="AA">
                      <p:cBhvr>
                        <p:cTn dur="2000" spd="-100000" fill="hold"/>
                        <p:tgtEl>
                          <p:spTgt spid="10"/>
                        </p:tgtEl>
                        <p:attrNameLst>
                          <p:attrName>ppt_x</p:attrName>
                          <p:attrName>ppt_y</p:attrName>
                        </p:attrNameLst>
                      </p:cBhvr>
                      <p:rCtr x="0" y="1667"/>
                    </p:animMotion>
                  </p:childTnLst>
                </p:cTn>
              </p:par>
            </p:tnLst>
          </p:tmpl>
        </p:tmplLst>
      </p:bldP>
      <p:bldP spid="11" grpId="0"/>
      <p:bldP spid="11" grpId="1"/>
      <p:bldP spid="14" grpId="0" animBg="1"/>
      <p:bldP spid="14" grpId="1" animBg="1"/>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B68A08FF-4B41-93E6-359B-F44EA3F5D998}"/>
              </a:ext>
            </a:extLst>
          </p:cNvPr>
          <p:cNvSpPr txBox="1"/>
          <p:nvPr userDrawn="1"/>
        </p:nvSpPr>
        <p:spPr>
          <a:xfrm>
            <a:off x="623392" y="6129300"/>
            <a:ext cx="11305256" cy="246221"/>
          </a:xfrm>
          <a:prstGeom prst="rect">
            <a:avLst/>
          </a:prstGeom>
          <a:noFill/>
        </p:spPr>
        <p:txBody>
          <a:bodyPr wrap="square">
            <a:spAutoFit/>
          </a:bodyPr>
          <a:lstStyle/>
          <a:p>
            <a:pPr algn="ctr">
              <a:defRPr/>
            </a:pPr>
            <a:r>
              <a:rPr lang="fr-FR" sz="1000" b="0">
                <a:solidFill>
                  <a:schemeClr val="bg1">
                    <a:alpha val="25000"/>
                  </a:schemeClr>
                </a:solidFill>
                <a:latin typeface="+mn-lt"/>
                <a:cs typeface="Arial" panose="020B0604020202020204" pitchFamily="34" charset="0"/>
              </a:rPr>
              <a:t>Les reportings utilisent des données dont la production est encadrée par les règles BCBS 239, les hypothèses présentées sont précises, contrôlées, et le caractère incertain de la réalisation notifié.</a:t>
            </a:r>
            <a:endParaRPr lang="fr-FR" sz="1000" b="0" dirty="0">
              <a:solidFill>
                <a:schemeClr val="bg1">
                  <a:alpha val="25000"/>
                </a:schemeClr>
              </a:solidFill>
              <a:latin typeface="+mn-lt"/>
              <a:cs typeface="Arial" panose="020B0604020202020204" pitchFamily="34" charset="0"/>
            </a:endParaRPr>
          </a:p>
        </p:txBody>
      </p:sp>
      <p:sp>
        <p:nvSpPr>
          <p:cNvPr id="10" name="Graphique 8">
            <a:extLst>
              <a:ext uri="{FF2B5EF4-FFF2-40B4-BE49-F238E27FC236}">
                <a16:creationId xmlns:a16="http://schemas.microsoft.com/office/drawing/2014/main" id="{69345A86-D4B1-4529-7C8F-B33F2D069313}"/>
              </a:ext>
            </a:extLst>
          </p:cNvPr>
          <p:cNvSpPr/>
          <p:nvPr userDrawn="1"/>
        </p:nvSpPr>
        <p:spPr>
          <a:xfrm>
            <a:off x="5713235" y="656692"/>
            <a:ext cx="2032000" cy="451638"/>
          </a:xfrm>
          <a:custGeom>
            <a:avLst/>
            <a:gdLst>
              <a:gd name="connsiteX0" fmla="*/ 2458403 w 7709535"/>
              <a:gd name="connsiteY0" fmla="*/ 617220 h 1713547"/>
              <a:gd name="connsiteX1" fmla="*/ 2457450 w 7709535"/>
              <a:gd name="connsiteY1" fmla="*/ 617220 h 1713547"/>
              <a:gd name="connsiteX2" fmla="*/ 2338387 w 7709535"/>
              <a:gd name="connsiteY2" fmla="*/ 556260 h 1713547"/>
              <a:gd name="connsiteX3" fmla="*/ 2161223 w 7709535"/>
              <a:gd name="connsiteY3" fmla="*/ 546735 h 1713547"/>
              <a:gd name="connsiteX4" fmla="*/ 1715452 w 7709535"/>
              <a:gd name="connsiteY4" fmla="*/ 589598 h 1713547"/>
              <a:gd name="connsiteX5" fmla="*/ 1795462 w 7709535"/>
              <a:gd name="connsiteY5" fmla="*/ 1101090 h 1713547"/>
              <a:gd name="connsiteX6" fmla="*/ 1673543 w 7709535"/>
              <a:gd name="connsiteY6" fmla="*/ 1552575 h 1713547"/>
              <a:gd name="connsiteX7" fmla="*/ 1977390 w 7709535"/>
              <a:gd name="connsiteY7" fmla="*/ 1523048 h 1713547"/>
              <a:gd name="connsiteX8" fmla="*/ 1991677 w 7709535"/>
              <a:gd name="connsiteY8" fmla="*/ 1197293 h 1713547"/>
              <a:gd name="connsiteX9" fmla="*/ 2132648 w 7709535"/>
              <a:gd name="connsiteY9" fmla="*/ 1183958 h 1713547"/>
              <a:gd name="connsiteX10" fmla="*/ 2312670 w 7709535"/>
              <a:gd name="connsiteY10" fmla="*/ 1141095 h 1713547"/>
              <a:gd name="connsiteX11" fmla="*/ 2438400 w 7709535"/>
              <a:gd name="connsiteY11" fmla="*/ 1057275 h 1713547"/>
              <a:gd name="connsiteX12" fmla="*/ 2509837 w 7709535"/>
              <a:gd name="connsiteY12" fmla="*/ 948690 h 1713547"/>
              <a:gd name="connsiteX13" fmla="*/ 2538412 w 7709535"/>
              <a:gd name="connsiteY13" fmla="*/ 827723 h 1713547"/>
              <a:gd name="connsiteX14" fmla="*/ 2521268 w 7709535"/>
              <a:gd name="connsiteY14" fmla="*/ 711518 h 1713547"/>
              <a:gd name="connsiteX15" fmla="*/ 2458403 w 7709535"/>
              <a:gd name="connsiteY15" fmla="*/ 617220 h 1713547"/>
              <a:gd name="connsiteX16" fmla="*/ 2232660 w 7709535"/>
              <a:gd name="connsiteY16" fmla="*/ 856298 h 1713547"/>
              <a:gd name="connsiteX17" fmla="*/ 2201228 w 7709535"/>
              <a:gd name="connsiteY17" fmla="*/ 941070 h 1713547"/>
              <a:gd name="connsiteX18" fmla="*/ 2201228 w 7709535"/>
              <a:gd name="connsiteY18" fmla="*/ 941070 h 1713547"/>
              <a:gd name="connsiteX19" fmla="*/ 2123123 w 7709535"/>
              <a:gd name="connsiteY19" fmla="*/ 981075 h 1713547"/>
              <a:gd name="connsiteX20" fmla="*/ 1998345 w 7709535"/>
              <a:gd name="connsiteY20" fmla="*/ 993457 h 1713547"/>
              <a:gd name="connsiteX21" fmla="*/ 2009775 w 7709535"/>
              <a:gd name="connsiteY21" fmla="*/ 764857 h 1713547"/>
              <a:gd name="connsiteX22" fmla="*/ 2134553 w 7709535"/>
              <a:gd name="connsiteY22" fmla="*/ 752475 h 1713547"/>
              <a:gd name="connsiteX23" fmla="*/ 2207895 w 7709535"/>
              <a:gd name="connsiteY23" fmla="*/ 778193 h 1713547"/>
              <a:gd name="connsiteX24" fmla="*/ 2231708 w 7709535"/>
              <a:gd name="connsiteY24" fmla="*/ 856298 h 1713547"/>
              <a:gd name="connsiteX25" fmla="*/ 1585913 w 7709535"/>
              <a:gd name="connsiteY25" fmla="*/ 601980 h 1713547"/>
              <a:gd name="connsiteX26" fmla="*/ 1193483 w 7709535"/>
              <a:gd name="connsiteY26" fmla="*/ 640080 h 1713547"/>
              <a:gd name="connsiteX27" fmla="*/ 1014413 w 7709535"/>
              <a:gd name="connsiteY27" fmla="*/ 1222058 h 1713547"/>
              <a:gd name="connsiteX28" fmla="*/ 885825 w 7709535"/>
              <a:gd name="connsiteY28" fmla="*/ 669607 h 1713547"/>
              <a:gd name="connsiteX29" fmla="*/ 476250 w 7709535"/>
              <a:gd name="connsiteY29" fmla="*/ 708660 h 1713547"/>
              <a:gd name="connsiteX30" fmla="*/ 434340 w 7709535"/>
              <a:gd name="connsiteY30" fmla="*/ 1671638 h 1713547"/>
              <a:gd name="connsiteX31" fmla="*/ 721995 w 7709535"/>
              <a:gd name="connsiteY31" fmla="*/ 1644015 h 1713547"/>
              <a:gd name="connsiteX32" fmla="*/ 748665 w 7709535"/>
              <a:gd name="connsiteY32" fmla="*/ 1037273 h 1713547"/>
              <a:gd name="connsiteX33" fmla="*/ 898208 w 7709535"/>
              <a:gd name="connsiteY33" fmla="*/ 1626870 h 1713547"/>
              <a:gd name="connsiteX34" fmla="*/ 1080135 w 7709535"/>
              <a:gd name="connsiteY34" fmla="*/ 1609725 h 1713547"/>
              <a:gd name="connsiteX35" fmla="*/ 1283970 w 7709535"/>
              <a:gd name="connsiteY35" fmla="*/ 985838 h 1713547"/>
              <a:gd name="connsiteX36" fmla="*/ 1257300 w 7709535"/>
              <a:gd name="connsiteY36" fmla="*/ 1592580 h 1713547"/>
              <a:gd name="connsiteX37" fmla="*/ 1544002 w 7709535"/>
              <a:gd name="connsiteY37" fmla="*/ 1564958 h 1713547"/>
              <a:gd name="connsiteX38" fmla="*/ 1544002 w 7709535"/>
              <a:gd name="connsiteY38" fmla="*/ 1562100 h 1713547"/>
              <a:gd name="connsiteX39" fmla="*/ 1664970 w 7709535"/>
              <a:gd name="connsiteY39" fmla="*/ 1114425 h 1713547"/>
              <a:gd name="connsiteX40" fmla="*/ 1585913 w 7709535"/>
              <a:gd name="connsiteY40" fmla="*/ 607695 h 1713547"/>
              <a:gd name="connsiteX41" fmla="*/ 1585913 w 7709535"/>
              <a:gd name="connsiteY41" fmla="*/ 601980 h 1713547"/>
              <a:gd name="connsiteX42" fmla="*/ 3132773 w 7709535"/>
              <a:gd name="connsiteY42" fmla="*/ 1058228 h 1713547"/>
              <a:gd name="connsiteX43" fmla="*/ 3132773 w 7709535"/>
              <a:gd name="connsiteY43" fmla="*/ 1058228 h 1713547"/>
              <a:gd name="connsiteX44" fmla="*/ 3132773 w 7709535"/>
              <a:gd name="connsiteY44" fmla="*/ 1056323 h 1713547"/>
              <a:gd name="connsiteX45" fmla="*/ 3095625 w 7709535"/>
              <a:gd name="connsiteY45" fmla="*/ 1186815 h 1713547"/>
              <a:gd name="connsiteX46" fmla="*/ 2997518 w 7709535"/>
              <a:gd name="connsiteY46" fmla="*/ 1236345 h 1713547"/>
              <a:gd name="connsiteX47" fmla="*/ 2901315 w 7709535"/>
              <a:gd name="connsiteY47" fmla="*/ 1205865 h 1713547"/>
              <a:gd name="connsiteX48" fmla="*/ 2877503 w 7709535"/>
              <a:gd name="connsiteY48" fmla="*/ 1081088 h 1713547"/>
              <a:gd name="connsiteX49" fmla="*/ 2903220 w 7709535"/>
              <a:gd name="connsiteY49" fmla="*/ 477203 h 1713547"/>
              <a:gd name="connsiteX50" fmla="*/ 2599373 w 7709535"/>
              <a:gd name="connsiteY50" fmla="*/ 506730 h 1713547"/>
              <a:gd name="connsiteX51" fmla="*/ 2573655 w 7709535"/>
              <a:gd name="connsiteY51" fmla="*/ 1110615 h 1713547"/>
              <a:gd name="connsiteX52" fmla="*/ 2662237 w 7709535"/>
              <a:gd name="connsiteY52" fmla="*/ 1396365 h 1713547"/>
              <a:gd name="connsiteX53" fmla="*/ 2987040 w 7709535"/>
              <a:gd name="connsiteY53" fmla="*/ 1456373 h 1713547"/>
              <a:gd name="connsiteX54" fmla="*/ 3320415 w 7709535"/>
              <a:gd name="connsiteY54" fmla="*/ 1333500 h 1713547"/>
              <a:gd name="connsiteX55" fmla="*/ 3436620 w 7709535"/>
              <a:gd name="connsiteY55" fmla="*/ 1028700 h 1713547"/>
              <a:gd name="connsiteX56" fmla="*/ 3462337 w 7709535"/>
              <a:gd name="connsiteY56" fmla="*/ 424815 h 1713547"/>
              <a:gd name="connsiteX57" fmla="*/ 3158490 w 7709535"/>
              <a:gd name="connsiteY57" fmla="*/ 454343 h 1713547"/>
              <a:gd name="connsiteX58" fmla="*/ 3132773 w 7709535"/>
              <a:gd name="connsiteY58" fmla="*/ 1058228 h 1713547"/>
              <a:gd name="connsiteX59" fmla="*/ 3883343 w 7709535"/>
              <a:gd name="connsiteY59" fmla="*/ 382905 h 1713547"/>
              <a:gd name="connsiteX60" fmla="*/ 3882390 w 7709535"/>
              <a:gd name="connsiteY60" fmla="*/ 382905 h 1713547"/>
              <a:gd name="connsiteX61" fmla="*/ 3578543 w 7709535"/>
              <a:gd name="connsiteY61" fmla="*/ 412432 h 1713547"/>
              <a:gd name="connsiteX62" fmla="*/ 3536633 w 7709535"/>
              <a:gd name="connsiteY62" fmla="*/ 1375410 h 1713547"/>
              <a:gd name="connsiteX63" fmla="*/ 4201478 w 7709535"/>
              <a:gd name="connsiteY63" fmla="*/ 1311593 h 1713547"/>
              <a:gd name="connsiteX64" fmla="*/ 4211003 w 7709535"/>
              <a:gd name="connsiteY64" fmla="*/ 1092518 h 1713547"/>
              <a:gd name="connsiteX65" fmla="*/ 3850005 w 7709535"/>
              <a:gd name="connsiteY65" fmla="*/ 1126808 h 1713547"/>
              <a:gd name="connsiteX66" fmla="*/ 3883343 w 7709535"/>
              <a:gd name="connsiteY66" fmla="*/ 382905 h 1713547"/>
              <a:gd name="connsiteX67" fmla="*/ 6996113 w 7709535"/>
              <a:gd name="connsiteY67" fmla="*/ 452438 h 1713547"/>
              <a:gd name="connsiteX68" fmla="*/ 7226618 w 7709535"/>
              <a:gd name="connsiteY68" fmla="*/ 1022985 h 1713547"/>
              <a:gd name="connsiteX69" fmla="*/ 7574280 w 7709535"/>
              <a:gd name="connsiteY69" fmla="*/ 989648 h 1713547"/>
              <a:gd name="connsiteX70" fmla="*/ 7574280 w 7709535"/>
              <a:gd name="connsiteY70" fmla="*/ 981075 h 1713547"/>
              <a:gd name="connsiteX71" fmla="*/ 7695248 w 7709535"/>
              <a:gd name="connsiteY71" fmla="*/ 538163 h 1713547"/>
              <a:gd name="connsiteX72" fmla="*/ 7616190 w 7709535"/>
              <a:gd name="connsiteY72" fmla="*/ 31433 h 1713547"/>
              <a:gd name="connsiteX73" fmla="*/ 7616190 w 7709535"/>
              <a:gd name="connsiteY73" fmla="*/ 26670 h 1713547"/>
              <a:gd name="connsiteX74" fmla="*/ 7329488 w 7709535"/>
              <a:gd name="connsiteY74" fmla="*/ 54293 h 1713547"/>
              <a:gd name="connsiteX75" fmla="*/ 7302818 w 7709535"/>
              <a:gd name="connsiteY75" fmla="*/ 651510 h 1713547"/>
              <a:gd name="connsiteX76" fmla="*/ 7071360 w 7709535"/>
              <a:gd name="connsiteY76" fmla="*/ 79058 h 1713547"/>
              <a:gd name="connsiteX77" fmla="*/ 6723698 w 7709535"/>
              <a:gd name="connsiteY77" fmla="*/ 112395 h 1713547"/>
              <a:gd name="connsiteX78" fmla="*/ 6681788 w 7709535"/>
              <a:gd name="connsiteY78" fmla="*/ 1075373 h 1713547"/>
              <a:gd name="connsiteX79" fmla="*/ 6969443 w 7709535"/>
              <a:gd name="connsiteY79" fmla="*/ 1047750 h 1713547"/>
              <a:gd name="connsiteX80" fmla="*/ 6996113 w 7709535"/>
              <a:gd name="connsiteY80" fmla="*/ 452438 h 1713547"/>
              <a:gd name="connsiteX81" fmla="*/ 346710 w 7709535"/>
              <a:gd name="connsiteY81" fmla="*/ 656273 h 1713547"/>
              <a:gd name="connsiteX82" fmla="*/ 355282 w 7709535"/>
              <a:gd name="connsiteY82" fmla="*/ 501968 h 1713547"/>
              <a:gd name="connsiteX83" fmla="*/ 42863 w 7709535"/>
              <a:gd name="connsiteY83" fmla="*/ 685800 h 1713547"/>
              <a:gd name="connsiteX84" fmla="*/ 346710 w 7709535"/>
              <a:gd name="connsiteY84" fmla="*/ 656273 h 1713547"/>
              <a:gd name="connsiteX85" fmla="*/ 1585913 w 7709535"/>
              <a:gd name="connsiteY85" fmla="*/ 601980 h 1713547"/>
              <a:gd name="connsiteX86" fmla="*/ 1585913 w 7709535"/>
              <a:gd name="connsiteY86" fmla="*/ 601980 h 1713547"/>
              <a:gd name="connsiteX87" fmla="*/ 1586865 w 7709535"/>
              <a:gd name="connsiteY87" fmla="*/ 601980 h 1713547"/>
              <a:gd name="connsiteX88" fmla="*/ 1585913 w 7709535"/>
              <a:gd name="connsiteY88" fmla="*/ 601980 h 1713547"/>
              <a:gd name="connsiteX89" fmla="*/ 0 w 7709535"/>
              <a:gd name="connsiteY89" fmla="*/ 1713548 h 1713547"/>
              <a:gd name="connsiteX90" fmla="*/ 303847 w 7709535"/>
              <a:gd name="connsiteY90" fmla="*/ 1684020 h 1713547"/>
              <a:gd name="connsiteX91" fmla="*/ 345757 w 7709535"/>
              <a:gd name="connsiteY91" fmla="*/ 721043 h 1713547"/>
              <a:gd name="connsiteX92" fmla="*/ 41910 w 7709535"/>
              <a:gd name="connsiteY92" fmla="*/ 750570 h 1713547"/>
              <a:gd name="connsiteX93" fmla="*/ 0 w 7709535"/>
              <a:gd name="connsiteY93" fmla="*/ 1713548 h 1713547"/>
              <a:gd name="connsiteX94" fmla="*/ 6702743 w 7709535"/>
              <a:gd name="connsiteY94" fmla="*/ 1207770 h 1713547"/>
              <a:gd name="connsiteX95" fmla="*/ 6559868 w 7709535"/>
              <a:gd name="connsiteY95" fmla="*/ 1279208 h 1713547"/>
              <a:gd name="connsiteX96" fmla="*/ 6518910 w 7709535"/>
              <a:gd name="connsiteY96" fmla="*/ 1461135 h 1713547"/>
              <a:gd name="connsiteX97" fmla="*/ 6536055 w 7709535"/>
              <a:gd name="connsiteY97" fmla="*/ 1584960 h 1713547"/>
              <a:gd name="connsiteX98" fmla="*/ 6594157 w 7709535"/>
              <a:gd name="connsiteY98" fmla="*/ 1676400 h 1713547"/>
              <a:gd name="connsiteX99" fmla="*/ 6597015 w 7709535"/>
              <a:gd name="connsiteY99" fmla="*/ 1676400 h 1713547"/>
              <a:gd name="connsiteX100" fmla="*/ 6703695 w 7709535"/>
              <a:gd name="connsiteY100" fmla="*/ 1710690 h 1713547"/>
              <a:gd name="connsiteX101" fmla="*/ 6810375 w 7709535"/>
              <a:gd name="connsiteY101" fmla="*/ 1675448 h 1713547"/>
              <a:gd name="connsiteX102" fmla="*/ 6868478 w 7709535"/>
              <a:gd name="connsiteY102" fmla="*/ 1584008 h 1713547"/>
              <a:gd name="connsiteX103" fmla="*/ 6885623 w 7709535"/>
              <a:gd name="connsiteY103" fmla="*/ 1460183 h 1713547"/>
              <a:gd name="connsiteX104" fmla="*/ 6844665 w 7709535"/>
              <a:gd name="connsiteY104" fmla="*/ 1279208 h 1713547"/>
              <a:gd name="connsiteX105" fmla="*/ 6702743 w 7709535"/>
              <a:gd name="connsiteY105" fmla="*/ 1207770 h 1713547"/>
              <a:gd name="connsiteX106" fmla="*/ 6759893 w 7709535"/>
              <a:gd name="connsiteY106" fmla="*/ 1570673 h 1713547"/>
              <a:gd name="connsiteX107" fmla="*/ 6759893 w 7709535"/>
              <a:gd name="connsiteY107" fmla="*/ 1570673 h 1713547"/>
              <a:gd name="connsiteX108" fmla="*/ 6700838 w 7709535"/>
              <a:gd name="connsiteY108" fmla="*/ 1614488 h 1713547"/>
              <a:gd name="connsiteX109" fmla="*/ 6654165 w 7709535"/>
              <a:gd name="connsiteY109" fmla="*/ 1591628 h 1713547"/>
              <a:gd name="connsiteX110" fmla="*/ 6633210 w 7709535"/>
              <a:gd name="connsiteY110" fmla="*/ 1535430 h 1713547"/>
              <a:gd name="connsiteX111" fmla="*/ 6628448 w 7709535"/>
              <a:gd name="connsiteY111" fmla="*/ 1460183 h 1713547"/>
              <a:gd name="connsiteX112" fmla="*/ 6642735 w 7709535"/>
              <a:gd name="connsiteY112" fmla="*/ 1350645 h 1713547"/>
              <a:gd name="connsiteX113" fmla="*/ 6701790 w 7709535"/>
              <a:gd name="connsiteY113" fmla="*/ 1305878 h 1713547"/>
              <a:gd name="connsiteX114" fmla="*/ 6749415 w 7709535"/>
              <a:gd name="connsiteY114" fmla="*/ 1329690 h 1713547"/>
              <a:gd name="connsiteX115" fmla="*/ 6770370 w 7709535"/>
              <a:gd name="connsiteY115" fmla="*/ 1386840 h 1713547"/>
              <a:gd name="connsiteX116" fmla="*/ 6775132 w 7709535"/>
              <a:gd name="connsiteY116" fmla="*/ 1462088 h 1713547"/>
              <a:gd name="connsiteX117" fmla="*/ 6760845 w 7709535"/>
              <a:gd name="connsiteY117" fmla="*/ 1570673 h 1713547"/>
              <a:gd name="connsiteX118" fmla="*/ 7189470 w 7709535"/>
              <a:gd name="connsiteY118" fmla="*/ 1525905 h 1713547"/>
              <a:gd name="connsiteX119" fmla="*/ 7188518 w 7709535"/>
              <a:gd name="connsiteY119" fmla="*/ 1525905 h 1713547"/>
              <a:gd name="connsiteX120" fmla="*/ 7229475 w 7709535"/>
              <a:gd name="connsiteY120" fmla="*/ 1469708 h 1713547"/>
              <a:gd name="connsiteX121" fmla="*/ 7258050 w 7709535"/>
              <a:gd name="connsiteY121" fmla="*/ 1414463 h 1713547"/>
              <a:gd name="connsiteX122" fmla="*/ 7269480 w 7709535"/>
              <a:gd name="connsiteY122" fmla="*/ 1353503 h 1713547"/>
              <a:gd name="connsiteX123" fmla="*/ 7250430 w 7709535"/>
              <a:gd name="connsiteY123" fmla="*/ 1277303 h 1713547"/>
              <a:gd name="connsiteX124" fmla="*/ 7195185 w 7709535"/>
              <a:gd name="connsiteY124" fmla="*/ 1226820 h 1713547"/>
              <a:gd name="connsiteX125" fmla="*/ 7113270 w 7709535"/>
              <a:gd name="connsiteY125" fmla="*/ 1208723 h 1713547"/>
              <a:gd name="connsiteX126" fmla="*/ 7019925 w 7709535"/>
              <a:gd name="connsiteY126" fmla="*/ 1232535 h 1713547"/>
              <a:gd name="connsiteX127" fmla="*/ 6959918 w 7709535"/>
              <a:gd name="connsiteY127" fmla="*/ 1295400 h 1713547"/>
              <a:gd name="connsiteX128" fmla="*/ 6938010 w 7709535"/>
              <a:gd name="connsiteY128" fmla="*/ 1383030 h 1713547"/>
              <a:gd name="connsiteX129" fmla="*/ 7045643 w 7709535"/>
              <a:gd name="connsiteY129" fmla="*/ 1383030 h 1713547"/>
              <a:gd name="connsiteX130" fmla="*/ 7106603 w 7709535"/>
              <a:gd name="connsiteY130" fmla="*/ 1305878 h 1713547"/>
              <a:gd name="connsiteX131" fmla="*/ 7146607 w 7709535"/>
              <a:gd name="connsiteY131" fmla="*/ 1319213 h 1713547"/>
              <a:gd name="connsiteX132" fmla="*/ 7161848 w 7709535"/>
              <a:gd name="connsiteY132" fmla="*/ 1356360 h 1713547"/>
              <a:gd name="connsiteX133" fmla="*/ 7147560 w 7709535"/>
              <a:gd name="connsiteY133" fmla="*/ 1405890 h 1713547"/>
              <a:gd name="connsiteX134" fmla="*/ 7112318 w 7709535"/>
              <a:gd name="connsiteY134" fmla="*/ 1457325 h 1713547"/>
              <a:gd name="connsiteX135" fmla="*/ 6918960 w 7709535"/>
              <a:gd name="connsiteY135" fmla="*/ 1704023 h 1713547"/>
              <a:gd name="connsiteX136" fmla="*/ 7279957 w 7709535"/>
              <a:gd name="connsiteY136" fmla="*/ 1704023 h 1713547"/>
              <a:gd name="connsiteX137" fmla="*/ 7279957 w 7709535"/>
              <a:gd name="connsiteY137" fmla="*/ 1606867 h 1713547"/>
              <a:gd name="connsiteX138" fmla="*/ 7124700 w 7709535"/>
              <a:gd name="connsiteY138" fmla="*/ 1606867 h 1713547"/>
              <a:gd name="connsiteX139" fmla="*/ 7189470 w 7709535"/>
              <a:gd name="connsiteY139" fmla="*/ 1525905 h 1713547"/>
              <a:gd name="connsiteX140" fmla="*/ 6509385 w 7709535"/>
              <a:gd name="connsiteY140" fmla="*/ 225743 h 1713547"/>
              <a:gd name="connsiteX141" fmla="*/ 6509385 w 7709535"/>
              <a:gd name="connsiteY141" fmla="*/ 225743 h 1713547"/>
              <a:gd name="connsiteX142" fmla="*/ 6122670 w 7709535"/>
              <a:gd name="connsiteY142" fmla="*/ 141923 h 1713547"/>
              <a:gd name="connsiteX143" fmla="*/ 5726430 w 7709535"/>
              <a:gd name="connsiteY143" fmla="*/ 300038 h 1713547"/>
              <a:gd name="connsiteX144" fmla="*/ 5587365 w 7709535"/>
              <a:gd name="connsiteY144" fmla="*/ 700088 h 1713547"/>
              <a:gd name="connsiteX145" fmla="*/ 5692140 w 7709535"/>
              <a:gd name="connsiteY145" fmla="*/ 1076325 h 1713547"/>
              <a:gd name="connsiteX146" fmla="*/ 6077903 w 7709535"/>
              <a:gd name="connsiteY146" fmla="*/ 1160145 h 1713547"/>
              <a:gd name="connsiteX147" fmla="*/ 6475095 w 7709535"/>
              <a:gd name="connsiteY147" fmla="*/ 1002030 h 1713547"/>
              <a:gd name="connsiteX148" fmla="*/ 6614160 w 7709535"/>
              <a:gd name="connsiteY148" fmla="*/ 601980 h 1713547"/>
              <a:gd name="connsiteX149" fmla="*/ 6509385 w 7709535"/>
              <a:gd name="connsiteY149" fmla="*/ 225743 h 1713547"/>
              <a:gd name="connsiteX150" fmla="*/ 6295073 w 7709535"/>
              <a:gd name="connsiteY150" fmla="*/ 632460 h 1713547"/>
              <a:gd name="connsiteX151" fmla="*/ 6238875 w 7709535"/>
              <a:gd name="connsiteY151" fmla="*/ 858203 h 1713547"/>
              <a:gd name="connsiteX152" fmla="*/ 6088380 w 7709535"/>
              <a:gd name="connsiteY152" fmla="*/ 942023 h 1713547"/>
              <a:gd name="connsiteX153" fmla="*/ 5943600 w 7709535"/>
              <a:gd name="connsiteY153" fmla="*/ 886778 h 1713547"/>
              <a:gd name="connsiteX154" fmla="*/ 5907405 w 7709535"/>
              <a:gd name="connsiteY154" fmla="*/ 670560 h 1713547"/>
              <a:gd name="connsiteX155" fmla="*/ 5963603 w 7709535"/>
              <a:gd name="connsiteY155" fmla="*/ 445770 h 1713547"/>
              <a:gd name="connsiteX156" fmla="*/ 6113145 w 7709535"/>
              <a:gd name="connsiteY156" fmla="*/ 361950 h 1713547"/>
              <a:gd name="connsiteX157" fmla="*/ 6257925 w 7709535"/>
              <a:gd name="connsiteY157" fmla="*/ 417195 h 1713547"/>
              <a:gd name="connsiteX158" fmla="*/ 6294120 w 7709535"/>
              <a:gd name="connsiteY158" fmla="*/ 633413 h 1713547"/>
              <a:gd name="connsiteX159" fmla="*/ 6294120 w 7709535"/>
              <a:gd name="connsiteY159" fmla="*/ 633413 h 1713547"/>
              <a:gd name="connsiteX160" fmla="*/ 7343775 w 7709535"/>
              <a:gd name="connsiteY160" fmla="*/ 1216343 h 1713547"/>
              <a:gd name="connsiteX161" fmla="*/ 7343775 w 7709535"/>
              <a:gd name="connsiteY161" fmla="*/ 1313498 h 1713547"/>
              <a:gd name="connsiteX162" fmla="*/ 7543800 w 7709535"/>
              <a:gd name="connsiteY162" fmla="*/ 1313498 h 1713547"/>
              <a:gd name="connsiteX163" fmla="*/ 7357110 w 7709535"/>
              <a:gd name="connsiteY163" fmla="*/ 1704023 h 1713547"/>
              <a:gd name="connsiteX164" fmla="*/ 7480935 w 7709535"/>
              <a:gd name="connsiteY164" fmla="*/ 1704023 h 1713547"/>
              <a:gd name="connsiteX165" fmla="*/ 7709535 w 7709535"/>
              <a:gd name="connsiteY165" fmla="*/ 1216343 h 1713547"/>
              <a:gd name="connsiteX166" fmla="*/ 7343775 w 7709535"/>
              <a:gd name="connsiteY166" fmla="*/ 1216343 h 1713547"/>
              <a:gd name="connsiteX167" fmla="*/ 6371273 w 7709535"/>
              <a:gd name="connsiteY167" fmla="*/ 1525905 h 1713547"/>
              <a:gd name="connsiteX168" fmla="*/ 6370320 w 7709535"/>
              <a:gd name="connsiteY168" fmla="*/ 1525905 h 1713547"/>
              <a:gd name="connsiteX169" fmla="*/ 6411278 w 7709535"/>
              <a:gd name="connsiteY169" fmla="*/ 1469708 h 1713547"/>
              <a:gd name="connsiteX170" fmla="*/ 6439853 w 7709535"/>
              <a:gd name="connsiteY170" fmla="*/ 1414463 h 1713547"/>
              <a:gd name="connsiteX171" fmla="*/ 6451282 w 7709535"/>
              <a:gd name="connsiteY171" fmla="*/ 1353503 h 1713547"/>
              <a:gd name="connsiteX172" fmla="*/ 6432232 w 7709535"/>
              <a:gd name="connsiteY172" fmla="*/ 1277303 h 1713547"/>
              <a:gd name="connsiteX173" fmla="*/ 6376988 w 7709535"/>
              <a:gd name="connsiteY173" fmla="*/ 1226820 h 1713547"/>
              <a:gd name="connsiteX174" fmla="*/ 6295073 w 7709535"/>
              <a:gd name="connsiteY174" fmla="*/ 1208723 h 1713547"/>
              <a:gd name="connsiteX175" fmla="*/ 6201728 w 7709535"/>
              <a:gd name="connsiteY175" fmla="*/ 1232535 h 1713547"/>
              <a:gd name="connsiteX176" fmla="*/ 6141720 w 7709535"/>
              <a:gd name="connsiteY176" fmla="*/ 1295400 h 1713547"/>
              <a:gd name="connsiteX177" fmla="*/ 6119813 w 7709535"/>
              <a:gd name="connsiteY177" fmla="*/ 1383030 h 1713547"/>
              <a:gd name="connsiteX178" fmla="*/ 6227445 w 7709535"/>
              <a:gd name="connsiteY178" fmla="*/ 1383030 h 1713547"/>
              <a:gd name="connsiteX179" fmla="*/ 6288405 w 7709535"/>
              <a:gd name="connsiteY179" fmla="*/ 1305878 h 1713547"/>
              <a:gd name="connsiteX180" fmla="*/ 6328410 w 7709535"/>
              <a:gd name="connsiteY180" fmla="*/ 1319213 h 1713547"/>
              <a:gd name="connsiteX181" fmla="*/ 6343650 w 7709535"/>
              <a:gd name="connsiteY181" fmla="*/ 1356360 h 1713547"/>
              <a:gd name="connsiteX182" fmla="*/ 6329363 w 7709535"/>
              <a:gd name="connsiteY182" fmla="*/ 1405890 h 1713547"/>
              <a:gd name="connsiteX183" fmla="*/ 6294120 w 7709535"/>
              <a:gd name="connsiteY183" fmla="*/ 1457325 h 1713547"/>
              <a:gd name="connsiteX184" fmla="*/ 6100763 w 7709535"/>
              <a:gd name="connsiteY184" fmla="*/ 1704023 h 1713547"/>
              <a:gd name="connsiteX185" fmla="*/ 6461760 w 7709535"/>
              <a:gd name="connsiteY185" fmla="*/ 1704023 h 1713547"/>
              <a:gd name="connsiteX186" fmla="*/ 6461760 w 7709535"/>
              <a:gd name="connsiteY186" fmla="*/ 1606867 h 1713547"/>
              <a:gd name="connsiteX187" fmla="*/ 6306503 w 7709535"/>
              <a:gd name="connsiteY187" fmla="*/ 1606867 h 1713547"/>
              <a:gd name="connsiteX188" fmla="*/ 6371273 w 7709535"/>
              <a:gd name="connsiteY188" fmla="*/ 1525905 h 1713547"/>
              <a:gd name="connsiteX189" fmla="*/ 5173028 w 7709535"/>
              <a:gd name="connsiteY189" fmla="*/ 1219200 h 1713547"/>
              <a:gd name="connsiteX190" fmla="*/ 5476875 w 7709535"/>
              <a:gd name="connsiteY190" fmla="*/ 1189673 h 1713547"/>
              <a:gd name="connsiteX191" fmla="*/ 5518785 w 7709535"/>
              <a:gd name="connsiteY191" fmla="*/ 226695 h 1713547"/>
              <a:gd name="connsiteX192" fmla="*/ 5214938 w 7709535"/>
              <a:gd name="connsiteY192" fmla="*/ 256223 h 1713547"/>
              <a:gd name="connsiteX193" fmla="*/ 5173028 w 7709535"/>
              <a:gd name="connsiteY193" fmla="*/ 1219200 h 1713547"/>
              <a:gd name="connsiteX194" fmla="*/ 5512118 w 7709535"/>
              <a:gd name="connsiteY194" fmla="*/ 154305 h 1713547"/>
              <a:gd name="connsiteX195" fmla="*/ 5520690 w 7709535"/>
              <a:gd name="connsiteY195" fmla="*/ 0 h 1713547"/>
              <a:gd name="connsiteX196" fmla="*/ 5208270 w 7709535"/>
              <a:gd name="connsiteY196" fmla="*/ 183832 h 1713547"/>
              <a:gd name="connsiteX197" fmla="*/ 5512118 w 7709535"/>
              <a:gd name="connsiteY197" fmla="*/ 154305 h 1713547"/>
              <a:gd name="connsiteX198" fmla="*/ 5016818 w 7709535"/>
              <a:gd name="connsiteY198" fmla="*/ 321945 h 1713547"/>
              <a:gd name="connsiteX199" fmla="*/ 5016818 w 7709535"/>
              <a:gd name="connsiteY199" fmla="*/ 321945 h 1713547"/>
              <a:gd name="connsiteX200" fmla="*/ 5016818 w 7709535"/>
              <a:gd name="connsiteY200" fmla="*/ 319088 h 1713547"/>
              <a:gd name="connsiteX201" fmla="*/ 4711065 w 7709535"/>
              <a:gd name="connsiteY201" fmla="*/ 277178 h 1713547"/>
              <a:gd name="connsiteX202" fmla="*/ 4399598 w 7709535"/>
              <a:gd name="connsiteY202" fmla="*/ 382905 h 1713547"/>
              <a:gd name="connsiteX203" fmla="*/ 4292918 w 7709535"/>
              <a:gd name="connsiteY203" fmla="*/ 635318 h 1713547"/>
              <a:gd name="connsiteX204" fmla="*/ 4310063 w 7709535"/>
              <a:gd name="connsiteY204" fmla="*/ 742950 h 1713547"/>
              <a:gd name="connsiteX205" fmla="*/ 4367213 w 7709535"/>
              <a:gd name="connsiteY205" fmla="*/ 813435 h 1713547"/>
              <a:gd name="connsiteX206" fmla="*/ 4451032 w 7709535"/>
              <a:gd name="connsiteY206" fmla="*/ 857250 h 1713547"/>
              <a:gd name="connsiteX207" fmla="*/ 4547235 w 7709535"/>
              <a:gd name="connsiteY207" fmla="*/ 882968 h 1713547"/>
              <a:gd name="connsiteX208" fmla="*/ 4644390 w 7709535"/>
              <a:gd name="connsiteY208" fmla="*/ 901065 h 1713547"/>
              <a:gd name="connsiteX209" fmla="*/ 4729163 w 7709535"/>
              <a:gd name="connsiteY209" fmla="*/ 922020 h 1713547"/>
              <a:gd name="connsiteX210" fmla="*/ 4788218 w 7709535"/>
              <a:gd name="connsiteY210" fmla="*/ 954405 h 1713547"/>
              <a:gd name="connsiteX211" fmla="*/ 4808220 w 7709535"/>
              <a:gd name="connsiteY211" fmla="*/ 1009650 h 1713547"/>
              <a:gd name="connsiteX212" fmla="*/ 4773930 w 7709535"/>
              <a:gd name="connsiteY212" fmla="*/ 1078230 h 1713547"/>
              <a:gd name="connsiteX213" fmla="*/ 4674870 w 7709535"/>
              <a:gd name="connsiteY213" fmla="*/ 1107758 h 1713547"/>
              <a:gd name="connsiteX214" fmla="*/ 4565332 w 7709535"/>
              <a:gd name="connsiteY214" fmla="*/ 1091565 h 1713547"/>
              <a:gd name="connsiteX215" fmla="*/ 4534853 w 7709535"/>
              <a:gd name="connsiteY215" fmla="*/ 1008698 h 1713547"/>
              <a:gd name="connsiteX216" fmla="*/ 4260532 w 7709535"/>
              <a:gd name="connsiteY216" fmla="*/ 1035368 h 1713547"/>
              <a:gd name="connsiteX217" fmla="*/ 4350068 w 7709535"/>
              <a:gd name="connsiteY217" fmla="*/ 1256348 h 1713547"/>
              <a:gd name="connsiteX218" fmla="*/ 4665345 w 7709535"/>
              <a:gd name="connsiteY218" fmla="*/ 1298258 h 1713547"/>
              <a:gd name="connsiteX219" fmla="*/ 4988243 w 7709535"/>
              <a:gd name="connsiteY219" fmla="*/ 1191578 h 1713547"/>
              <a:gd name="connsiteX220" fmla="*/ 5098732 w 7709535"/>
              <a:gd name="connsiteY220" fmla="*/ 938213 h 1713547"/>
              <a:gd name="connsiteX221" fmla="*/ 5074920 w 7709535"/>
              <a:gd name="connsiteY221" fmla="*/ 808673 h 1713547"/>
              <a:gd name="connsiteX222" fmla="*/ 5001578 w 7709535"/>
              <a:gd name="connsiteY222" fmla="*/ 725805 h 1713547"/>
              <a:gd name="connsiteX223" fmla="*/ 4899660 w 7709535"/>
              <a:gd name="connsiteY223" fmla="*/ 680085 h 1713547"/>
              <a:gd name="connsiteX224" fmla="*/ 4787265 w 7709535"/>
              <a:gd name="connsiteY224" fmla="*/ 653415 h 1713547"/>
              <a:gd name="connsiteX225" fmla="*/ 4685348 w 7709535"/>
              <a:gd name="connsiteY225" fmla="*/ 636270 h 1713547"/>
              <a:gd name="connsiteX226" fmla="*/ 4610100 w 7709535"/>
              <a:gd name="connsiteY226" fmla="*/ 610553 h 1713547"/>
              <a:gd name="connsiteX227" fmla="*/ 4582478 w 7709535"/>
              <a:gd name="connsiteY227" fmla="*/ 565785 h 1713547"/>
              <a:gd name="connsiteX228" fmla="*/ 4613910 w 7709535"/>
              <a:gd name="connsiteY228" fmla="*/ 498157 h 1713547"/>
              <a:gd name="connsiteX229" fmla="*/ 4702493 w 7709535"/>
              <a:gd name="connsiteY229" fmla="*/ 469582 h 1713547"/>
              <a:gd name="connsiteX230" fmla="*/ 4801553 w 7709535"/>
              <a:gd name="connsiteY230" fmla="*/ 486728 h 1713547"/>
              <a:gd name="connsiteX231" fmla="*/ 4828223 w 7709535"/>
              <a:gd name="connsiteY231" fmla="*/ 569595 h 1713547"/>
              <a:gd name="connsiteX232" fmla="*/ 5101590 w 7709535"/>
              <a:gd name="connsiteY232" fmla="*/ 543878 h 1713547"/>
              <a:gd name="connsiteX233" fmla="*/ 5016818 w 7709535"/>
              <a:gd name="connsiteY233" fmla="*/ 321945 h 171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7709535" h="1713547">
                <a:moveTo>
                  <a:pt x="2458403" y="617220"/>
                </a:moveTo>
                <a:lnTo>
                  <a:pt x="2457450" y="617220"/>
                </a:lnTo>
                <a:cubicBezTo>
                  <a:pt x="2427923" y="589598"/>
                  <a:pt x="2388870" y="569595"/>
                  <a:pt x="2338387" y="556260"/>
                </a:cubicBezTo>
                <a:cubicBezTo>
                  <a:pt x="2287905" y="543878"/>
                  <a:pt x="2228850" y="541020"/>
                  <a:pt x="2161223" y="546735"/>
                </a:cubicBezTo>
                <a:lnTo>
                  <a:pt x="1715452" y="589598"/>
                </a:lnTo>
                <a:lnTo>
                  <a:pt x="1795462" y="1101090"/>
                </a:lnTo>
                <a:lnTo>
                  <a:pt x="1673543" y="1552575"/>
                </a:lnTo>
                <a:lnTo>
                  <a:pt x="1977390" y="1523048"/>
                </a:lnTo>
                <a:lnTo>
                  <a:pt x="1991677" y="1197293"/>
                </a:lnTo>
                <a:lnTo>
                  <a:pt x="2132648" y="1183958"/>
                </a:lnTo>
                <a:cubicBezTo>
                  <a:pt x="2200275" y="1177290"/>
                  <a:pt x="2260283" y="1163003"/>
                  <a:pt x="2312670" y="1141095"/>
                </a:cubicBezTo>
                <a:cubicBezTo>
                  <a:pt x="2365058" y="1119188"/>
                  <a:pt x="2406968" y="1090613"/>
                  <a:pt x="2438400" y="1057275"/>
                </a:cubicBezTo>
                <a:cubicBezTo>
                  <a:pt x="2469833" y="1023938"/>
                  <a:pt x="2493645" y="987743"/>
                  <a:pt x="2509837" y="948690"/>
                </a:cubicBezTo>
                <a:cubicBezTo>
                  <a:pt x="2526030" y="910590"/>
                  <a:pt x="2535555" y="869632"/>
                  <a:pt x="2538412" y="827723"/>
                </a:cubicBezTo>
                <a:cubicBezTo>
                  <a:pt x="2540318" y="785813"/>
                  <a:pt x="2533650" y="746760"/>
                  <a:pt x="2521268" y="711518"/>
                </a:cubicBezTo>
                <a:cubicBezTo>
                  <a:pt x="2507933" y="676275"/>
                  <a:pt x="2486978" y="644843"/>
                  <a:pt x="2458403" y="617220"/>
                </a:cubicBezTo>
                <a:close/>
                <a:moveTo>
                  <a:pt x="2232660" y="856298"/>
                </a:moveTo>
                <a:cubicBezTo>
                  <a:pt x="2230755" y="889635"/>
                  <a:pt x="2221230" y="917257"/>
                  <a:pt x="2201228" y="941070"/>
                </a:cubicBezTo>
                <a:lnTo>
                  <a:pt x="2201228" y="941070"/>
                </a:lnTo>
                <a:cubicBezTo>
                  <a:pt x="2182178" y="964882"/>
                  <a:pt x="2156460" y="978218"/>
                  <a:pt x="2123123" y="981075"/>
                </a:cubicBezTo>
                <a:lnTo>
                  <a:pt x="1998345" y="993457"/>
                </a:lnTo>
                <a:lnTo>
                  <a:pt x="2009775" y="764857"/>
                </a:lnTo>
                <a:lnTo>
                  <a:pt x="2134553" y="752475"/>
                </a:lnTo>
                <a:cubicBezTo>
                  <a:pt x="2165985" y="749618"/>
                  <a:pt x="2190750" y="758190"/>
                  <a:pt x="2207895" y="778193"/>
                </a:cubicBezTo>
                <a:cubicBezTo>
                  <a:pt x="2225040" y="798195"/>
                  <a:pt x="2233612" y="824865"/>
                  <a:pt x="2231708" y="856298"/>
                </a:cubicBezTo>
                <a:close/>
                <a:moveTo>
                  <a:pt x="1585913" y="601980"/>
                </a:moveTo>
                <a:lnTo>
                  <a:pt x="1193483" y="640080"/>
                </a:lnTo>
                <a:lnTo>
                  <a:pt x="1014413" y="1222058"/>
                </a:lnTo>
                <a:lnTo>
                  <a:pt x="885825" y="669607"/>
                </a:lnTo>
                <a:lnTo>
                  <a:pt x="476250" y="708660"/>
                </a:lnTo>
                <a:lnTo>
                  <a:pt x="434340" y="1671638"/>
                </a:lnTo>
                <a:lnTo>
                  <a:pt x="721995" y="1644015"/>
                </a:lnTo>
                <a:lnTo>
                  <a:pt x="748665" y="1037273"/>
                </a:lnTo>
                <a:lnTo>
                  <a:pt x="898208" y="1626870"/>
                </a:lnTo>
                <a:lnTo>
                  <a:pt x="1080135" y="1609725"/>
                </a:lnTo>
                <a:lnTo>
                  <a:pt x="1283970" y="985838"/>
                </a:lnTo>
                <a:lnTo>
                  <a:pt x="1257300" y="1592580"/>
                </a:lnTo>
                <a:lnTo>
                  <a:pt x="1544002" y="1564958"/>
                </a:lnTo>
                <a:lnTo>
                  <a:pt x="1544002" y="1562100"/>
                </a:lnTo>
                <a:lnTo>
                  <a:pt x="1664970" y="1114425"/>
                </a:lnTo>
                <a:lnTo>
                  <a:pt x="1585913" y="607695"/>
                </a:lnTo>
                <a:lnTo>
                  <a:pt x="1585913" y="601980"/>
                </a:lnTo>
                <a:close/>
                <a:moveTo>
                  <a:pt x="3132773" y="1058228"/>
                </a:moveTo>
                <a:lnTo>
                  <a:pt x="3132773" y="1058228"/>
                </a:lnTo>
                <a:lnTo>
                  <a:pt x="3132773" y="1056323"/>
                </a:lnTo>
                <a:cubicBezTo>
                  <a:pt x="3129915" y="1115378"/>
                  <a:pt x="3117533" y="1158240"/>
                  <a:pt x="3095625" y="1186815"/>
                </a:cubicBezTo>
                <a:cubicBezTo>
                  <a:pt x="3073718" y="1215390"/>
                  <a:pt x="3041333" y="1231583"/>
                  <a:pt x="2997518" y="1236345"/>
                </a:cubicBezTo>
                <a:cubicBezTo>
                  <a:pt x="2951798" y="1241108"/>
                  <a:pt x="2920365" y="1230630"/>
                  <a:pt x="2901315" y="1205865"/>
                </a:cubicBezTo>
                <a:cubicBezTo>
                  <a:pt x="2882265" y="1181100"/>
                  <a:pt x="2874645" y="1139190"/>
                  <a:pt x="2877503" y="1081088"/>
                </a:cubicBezTo>
                <a:lnTo>
                  <a:pt x="2903220" y="477203"/>
                </a:lnTo>
                <a:lnTo>
                  <a:pt x="2599373" y="506730"/>
                </a:lnTo>
                <a:lnTo>
                  <a:pt x="2573655" y="1110615"/>
                </a:lnTo>
                <a:cubicBezTo>
                  <a:pt x="2566987" y="1246823"/>
                  <a:pt x="2597468" y="1341120"/>
                  <a:pt x="2662237" y="1396365"/>
                </a:cubicBezTo>
                <a:cubicBezTo>
                  <a:pt x="2727960" y="1450658"/>
                  <a:pt x="2835593" y="1470660"/>
                  <a:pt x="2987040" y="1456373"/>
                </a:cubicBezTo>
                <a:cubicBezTo>
                  <a:pt x="3138487" y="1442085"/>
                  <a:pt x="3248978" y="1401128"/>
                  <a:pt x="3320415" y="1333500"/>
                </a:cubicBezTo>
                <a:cubicBezTo>
                  <a:pt x="3391853" y="1265873"/>
                  <a:pt x="3429953" y="1163955"/>
                  <a:pt x="3436620" y="1028700"/>
                </a:cubicBezTo>
                <a:lnTo>
                  <a:pt x="3462337" y="424815"/>
                </a:lnTo>
                <a:lnTo>
                  <a:pt x="3158490" y="454343"/>
                </a:lnTo>
                <a:lnTo>
                  <a:pt x="3132773" y="1058228"/>
                </a:lnTo>
                <a:close/>
                <a:moveTo>
                  <a:pt x="3883343" y="382905"/>
                </a:moveTo>
                <a:lnTo>
                  <a:pt x="3882390" y="382905"/>
                </a:lnTo>
                <a:lnTo>
                  <a:pt x="3578543" y="412432"/>
                </a:lnTo>
                <a:lnTo>
                  <a:pt x="3536633" y="1375410"/>
                </a:lnTo>
                <a:lnTo>
                  <a:pt x="4201478" y="1311593"/>
                </a:lnTo>
                <a:lnTo>
                  <a:pt x="4211003" y="1092518"/>
                </a:lnTo>
                <a:lnTo>
                  <a:pt x="3850005" y="1126808"/>
                </a:lnTo>
                <a:lnTo>
                  <a:pt x="3883343" y="382905"/>
                </a:lnTo>
                <a:close/>
                <a:moveTo>
                  <a:pt x="6996113" y="452438"/>
                </a:moveTo>
                <a:lnTo>
                  <a:pt x="7226618" y="1022985"/>
                </a:lnTo>
                <a:lnTo>
                  <a:pt x="7574280" y="989648"/>
                </a:lnTo>
                <a:lnTo>
                  <a:pt x="7574280" y="981075"/>
                </a:lnTo>
                <a:lnTo>
                  <a:pt x="7695248" y="538163"/>
                </a:lnTo>
                <a:lnTo>
                  <a:pt x="7616190" y="31433"/>
                </a:lnTo>
                <a:lnTo>
                  <a:pt x="7616190" y="26670"/>
                </a:lnTo>
                <a:lnTo>
                  <a:pt x="7329488" y="54293"/>
                </a:lnTo>
                <a:lnTo>
                  <a:pt x="7302818" y="651510"/>
                </a:lnTo>
                <a:lnTo>
                  <a:pt x="7071360" y="79058"/>
                </a:lnTo>
                <a:lnTo>
                  <a:pt x="6723698" y="112395"/>
                </a:lnTo>
                <a:lnTo>
                  <a:pt x="6681788" y="1075373"/>
                </a:lnTo>
                <a:lnTo>
                  <a:pt x="6969443" y="1047750"/>
                </a:lnTo>
                <a:lnTo>
                  <a:pt x="6996113" y="452438"/>
                </a:lnTo>
                <a:close/>
                <a:moveTo>
                  <a:pt x="346710" y="656273"/>
                </a:moveTo>
                <a:lnTo>
                  <a:pt x="355282" y="501968"/>
                </a:lnTo>
                <a:lnTo>
                  <a:pt x="42863" y="685800"/>
                </a:lnTo>
                <a:lnTo>
                  <a:pt x="346710" y="656273"/>
                </a:lnTo>
                <a:close/>
                <a:moveTo>
                  <a:pt x="1585913" y="601980"/>
                </a:moveTo>
                <a:lnTo>
                  <a:pt x="1585913" y="601980"/>
                </a:lnTo>
                <a:cubicBezTo>
                  <a:pt x="1585913" y="601980"/>
                  <a:pt x="1586865" y="601980"/>
                  <a:pt x="1586865" y="601980"/>
                </a:cubicBezTo>
                <a:lnTo>
                  <a:pt x="1585913" y="601980"/>
                </a:lnTo>
                <a:close/>
                <a:moveTo>
                  <a:pt x="0" y="1713548"/>
                </a:moveTo>
                <a:lnTo>
                  <a:pt x="303847" y="1684020"/>
                </a:lnTo>
                <a:lnTo>
                  <a:pt x="345757" y="721043"/>
                </a:lnTo>
                <a:lnTo>
                  <a:pt x="41910" y="750570"/>
                </a:lnTo>
                <a:lnTo>
                  <a:pt x="0" y="1713548"/>
                </a:lnTo>
                <a:close/>
                <a:moveTo>
                  <a:pt x="6702743" y="1207770"/>
                </a:moveTo>
                <a:cubicBezTo>
                  <a:pt x="6634163" y="1207770"/>
                  <a:pt x="6586538" y="1231583"/>
                  <a:pt x="6559868" y="1279208"/>
                </a:cubicBezTo>
                <a:cubicBezTo>
                  <a:pt x="6532245" y="1326833"/>
                  <a:pt x="6518910" y="1387792"/>
                  <a:pt x="6518910" y="1461135"/>
                </a:cubicBezTo>
                <a:cubicBezTo>
                  <a:pt x="6518910" y="1534478"/>
                  <a:pt x="6524625" y="1547813"/>
                  <a:pt x="6536055" y="1584960"/>
                </a:cubicBezTo>
                <a:cubicBezTo>
                  <a:pt x="6547485" y="1623060"/>
                  <a:pt x="6566535" y="1652588"/>
                  <a:pt x="6594157" y="1676400"/>
                </a:cubicBezTo>
                <a:lnTo>
                  <a:pt x="6597015" y="1676400"/>
                </a:lnTo>
                <a:cubicBezTo>
                  <a:pt x="6623685" y="1699260"/>
                  <a:pt x="6659880" y="1710690"/>
                  <a:pt x="6703695" y="1710690"/>
                </a:cubicBezTo>
                <a:cubicBezTo>
                  <a:pt x="6747510" y="1710690"/>
                  <a:pt x="6782753" y="1699260"/>
                  <a:pt x="6810375" y="1675448"/>
                </a:cubicBezTo>
                <a:cubicBezTo>
                  <a:pt x="6837045" y="1651635"/>
                  <a:pt x="6857048" y="1621155"/>
                  <a:pt x="6868478" y="1584008"/>
                </a:cubicBezTo>
                <a:cubicBezTo>
                  <a:pt x="6879907" y="1545908"/>
                  <a:pt x="6885623" y="1533525"/>
                  <a:pt x="6885623" y="1460183"/>
                </a:cubicBezTo>
                <a:cubicBezTo>
                  <a:pt x="6885623" y="1386840"/>
                  <a:pt x="6871335" y="1326833"/>
                  <a:pt x="6844665" y="1279208"/>
                </a:cubicBezTo>
                <a:cubicBezTo>
                  <a:pt x="6817995" y="1231583"/>
                  <a:pt x="6771323" y="1207770"/>
                  <a:pt x="6702743" y="1207770"/>
                </a:cubicBezTo>
                <a:close/>
                <a:moveTo>
                  <a:pt x="6759893" y="1570673"/>
                </a:moveTo>
                <a:lnTo>
                  <a:pt x="6759893" y="1570673"/>
                </a:lnTo>
                <a:cubicBezTo>
                  <a:pt x="6750368" y="1600200"/>
                  <a:pt x="6730365" y="1614488"/>
                  <a:pt x="6700838" y="1614488"/>
                </a:cubicBezTo>
                <a:cubicBezTo>
                  <a:pt x="6671310" y="1614488"/>
                  <a:pt x="6664643" y="1606867"/>
                  <a:pt x="6654165" y="1591628"/>
                </a:cubicBezTo>
                <a:cubicBezTo>
                  <a:pt x="6643688" y="1576388"/>
                  <a:pt x="6637020" y="1557338"/>
                  <a:pt x="6633210" y="1535430"/>
                </a:cubicBezTo>
                <a:cubicBezTo>
                  <a:pt x="6630353" y="1512570"/>
                  <a:pt x="6628448" y="1503045"/>
                  <a:pt x="6628448" y="1460183"/>
                </a:cubicBezTo>
                <a:cubicBezTo>
                  <a:pt x="6628448" y="1417320"/>
                  <a:pt x="6633210" y="1380173"/>
                  <a:pt x="6642735" y="1350645"/>
                </a:cubicBezTo>
                <a:cubicBezTo>
                  <a:pt x="6652260" y="1321118"/>
                  <a:pt x="6680835" y="1305878"/>
                  <a:pt x="6701790" y="1305878"/>
                </a:cubicBezTo>
                <a:cubicBezTo>
                  <a:pt x="6722745" y="1305878"/>
                  <a:pt x="6738938" y="1313498"/>
                  <a:pt x="6749415" y="1329690"/>
                </a:cubicBezTo>
                <a:cubicBezTo>
                  <a:pt x="6759893" y="1345883"/>
                  <a:pt x="6767513" y="1364933"/>
                  <a:pt x="6770370" y="1386840"/>
                </a:cubicBezTo>
                <a:cubicBezTo>
                  <a:pt x="6773228" y="1409700"/>
                  <a:pt x="6775132" y="1418273"/>
                  <a:pt x="6775132" y="1462088"/>
                </a:cubicBezTo>
                <a:cubicBezTo>
                  <a:pt x="6775132" y="1505903"/>
                  <a:pt x="6770370" y="1542098"/>
                  <a:pt x="6760845" y="1570673"/>
                </a:cubicBezTo>
                <a:close/>
                <a:moveTo>
                  <a:pt x="7189470" y="1525905"/>
                </a:moveTo>
                <a:lnTo>
                  <a:pt x="7188518" y="1525905"/>
                </a:lnTo>
                <a:cubicBezTo>
                  <a:pt x="7204710" y="1504950"/>
                  <a:pt x="7218045" y="1486853"/>
                  <a:pt x="7229475" y="1469708"/>
                </a:cubicBezTo>
                <a:cubicBezTo>
                  <a:pt x="7240905" y="1452563"/>
                  <a:pt x="7250430" y="1434465"/>
                  <a:pt x="7258050" y="1414463"/>
                </a:cubicBezTo>
                <a:cubicBezTo>
                  <a:pt x="7265670" y="1394460"/>
                  <a:pt x="7269480" y="1383030"/>
                  <a:pt x="7269480" y="1353503"/>
                </a:cubicBezTo>
                <a:cubicBezTo>
                  <a:pt x="7269480" y="1323975"/>
                  <a:pt x="7263765" y="1299210"/>
                  <a:pt x="7250430" y="1277303"/>
                </a:cubicBezTo>
                <a:cubicBezTo>
                  <a:pt x="7237095" y="1255395"/>
                  <a:pt x="7218998" y="1238250"/>
                  <a:pt x="7195185" y="1226820"/>
                </a:cubicBezTo>
                <a:cubicBezTo>
                  <a:pt x="7172325" y="1214438"/>
                  <a:pt x="7149465" y="1208723"/>
                  <a:pt x="7113270" y="1208723"/>
                </a:cubicBezTo>
                <a:cubicBezTo>
                  <a:pt x="7077075" y="1208723"/>
                  <a:pt x="7046595" y="1217295"/>
                  <a:pt x="7019925" y="1232535"/>
                </a:cubicBezTo>
                <a:cubicBezTo>
                  <a:pt x="6993255" y="1247775"/>
                  <a:pt x="6974205" y="1268730"/>
                  <a:pt x="6959918" y="1295400"/>
                </a:cubicBezTo>
                <a:cubicBezTo>
                  <a:pt x="6946582" y="1321118"/>
                  <a:pt x="6938010" y="1350645"/>
                  <a:pt x="6938010" y="1383030"/>
                </a:cubicBezTo>
                <a:lnTo>
                  <a:pt x="7045643" y="1383030"/>
                </a:lnTo>
                <a:cubicBezTo>
                  <a:pt x="7047548" y="1331595"/>
                  <a:pt x="7067550" y="1305878"/>
                  <a:pt x="7106603" y="1305878"/>
                </a:cubicBezTo>
                <a:cubicBezTo>
                  <a:pt x="7145655" y="1305878"/>
                  <a:pt x="7136130" y="1310640"/>
                  <a:pt x="7146607" y="1319213"/>
                </a:cubicBezTo>
                <a:cubicBezTo>
                  <a:pt x="7157085" y="1327785"/>
                  <a:pt x="7161848" y="1340168"/>
                  <a:pt x="7161848" y="1356360"/>
                </a:cubicBezTo>
                <a:cubicBezTo>
                  <a:pt x="7161848" y="1372553"/>
                  <a:pt x="7157085" y="1388745"/>
                  <a:pt x="7147560" y="1405890"/>
                </a:cubicBezTo>
                <a:cubicBezTo>
                  <a:pt x="7138035" y="1423035"/>
                  <a:pt x="7126605" y="1440180"/>
                  <a:pt x="7112318" y="1457325"/>
                </a:cubicBezTo>
                <a:lnTo>
                  <a:pt x="6918960" y="1704023"/>
                </a:lnTo>
                <a:lnTo>
                  <a:pt x="7279957" y="1704023"/>
                </a:lnTo>
                <a:lnTo>
                  <a:pt x="7279957" y="1606867"/>
                </a:lnTo>
                <a:lnTo>
                  <a:pt x="7124700" y="1606867"/>
                </a:lnTo>
                <a:lnTo>
                  <a:pt x="7189470" y="1525905"/>
                </a:lnTo>
                <a:close/>
                <a:moveTo>
                  <a:pt x="6509385" y="225743"/>
                </a:moveTo>
                <a:lnTo>
                  <a:pt x="6509385" y="225743"/>
                </a:lnTo>
                <a:cubicBezTo>
                  <a:pt x="6431280" y="152400"/>
                  <a:pt x="6302693" y="124777"/>
                  <a:pt x="6122670" y="141923"/>
                </a:cubicBezTo>
                <a:cubicBezTo>
                  <a:pt x="5943600" y="159068"/>
                  <a:pt x="5811203" y="211455"/>
                  <a:pt x="5726430" y="300038"/>
                </a:cubicBezTo>
                <a:cubicBezTo>
                  <a:pt x="5641657" y="388620"/>
                  <a:pt x="5594985" y="521970"/>
                  <a:pt x="5587365" y="700088"/>
                </a:cubicBezTo>
                <a:cubicBezTo>
                  <a:pt x="5579745" y="878205"/>
                  <a:pt x="5614988" y="1003935"/>
                  <a:pt x="5692140" y="1076325"/>
                </a:cubicBezTo>
                <a:cubicBezTo>
                  <a:pt x="5770245" y="1149668"/>
                  <a:pt x="5898832" y="1177290"/>
                  <a:pt x="6077903" y="1160145"/>
                </a:cubicBezTo>
                <a:cubicBezTo>
                  <a:pt x="6257925" y="1143000"/>
                  <a:pt x="6390323" y="1089660"/>
                  <a:pt x="6475095" y="1002030"/>
                </a:cubicBezTo>
                <a:cubicBezTo>
                  <a:pt x="6559868" y="913448"/>
                  <a:pt x="6606540" y="780098"/>
                  <a:pt x="6614160" y="601980"/>
                </a:cubicBezTo>
                <a:cubicBezTo>
                  <a:pt x="6622732" y="423863"/>
                  <a:pt x="6587490" y="298132"/>
                  <a:pt x="6509385" y="225743"/>
                </a:cubicBezTo>
                <a:close/>
                <a:moveTo>
                  <a:pt x="6295073" y="632460"/>
                </a:moveTo>
                <a:cubicBezTo>
                  <a:pt x="6290310" y="733425"/>
                  <a:pt x="6271260" y="808673"/>
                  <a:pt x="6238875" y="858203"/>
                </a:cubicBezTo>
                <a:cubicBezTo>
                  <a:pt x="6205538" y="907732"/>
                  <a:pt x="6156007" y="935355"/>
                  <a:pt x="6088380" y="942023"/>
                </a:cubicBezTo>
                <a:cubicBezTo>
                  <a:pt x="6020753" y="948690"/>
                  <a:pt x="5972175" y="929640"/>
                  <a:pt x="5943600" y="886778"/>
                </a:cubicBezTo>
                <a:cubicBezTo>
                  <a:pt x="5915025" y="842963"/>
                  <a:pt x="5903595" y="771525"/>
                  <a:pt x="5907405" y="670560"/>
                </a:cubicBezTo>
                <a:cubicBezTo>
                  <a:pt x="5912168" y="569595"/>
                  <a:pt x="5930265" y="494348"/>
                  <a:pt x="5963603" y="445770"/>
                </a:cubicBezTo>
                <a:cubicBezTo>
                  <a:pt x="5995988" y="396240"/>
                  <a:pt x="6046470" y="368618"/>
                  <a:pt x="6113145" y="361950"/>
                </a:cubicBezTo>
                <a:cubicBezTo>
                  <a:pt x="6180773" y="355282"/>
                  <a:pt x="6229350" y="374332"/>
                  <a:pt x="6257925" y="417195"/>
                </a:cubicBezTo>
                <a:cubicBezTo>
                  <a:pt x="6286500" y="461010"/>
                  <a:pt x="6298882" y="532448"/>
                  <a:pt x="6294120" y="633413"/>
                </a:cubicBezTo>
                <a:lnTo>
                  <a:pt x="6294120" y="633413"/>
                </a:lnTo>
                <a:close/>
                <a:moveTo>
                  <a:pt x="7343775" y="1216343"/>
                </a:moveTo>
                <a:lnTo>
                  <a:pt x="7343775" y="1313498"/>
                </a:lnTo>
                <a:lnTo>
                  <a:pt x="7543800" y="1313498"/>
                </a:lnTo>
                <a:lnTo>
                  <a:pt x="7357110" y="1704023"/>
                </a:lnTo>
                <a:lnTo>
                  <a:pt x="7480935" y="1704023"/>
                </a:lnTo>
                <a:lnTo>
                  <a:pt x="7709535" y="1216343"/>
                </a:lnTo>
                <a:lnTo>
                  <a:pt x="7343775" y="1216343"/>
                </a:lnTo>
                <a:close/>
                <a:moveTo>
                  <a:pt x="6371273" y="1525905"/>
                </a:moveTo>
                <a:lnTo>
                  <a:pt x="6370320" y="1525905"/>
                </a:lnTo>
                <a:cubicBezTo>
                  <a:pt x="6386513" y="1504950"/>
                  <a:pt x="6399848" y="1486853"/>
                  <a:pt x="6411278" y="1469708"/>
                </a:cubicBezTo>
                <a:cubicBezTo>
                  <a:pt x="6422707" y="1452563"/>
                  <a:pt x="6432232" y="1434465"/>
                  <a:pt x="6439853" y="1414463"/>
                </a:cubicBezTo>
                <a:cubicBezTo>
                  <a:pt x="6447473" y="1394460"/>
                  <a:pt x="6451282" y="1383030"/>
                  <a:pt x="6451282" y="1353503"/>
                </a:cubicBezTo>
                <a:cubicBezTo>
                  <a:pt x="6451282" y="1323975"/>
                  <a:pt x="6445568" y="1299210"/>
                  <a:pt x="6432232" y="1277303"/>
                </a:cubicBezTo>
                <a:cubicBezTo>
                  <a:pt x="6418898" y="1255395"/>
                  <a:pt x="6400800" y="1238250"/>
                  <a:pt x="6376988" y="1226820"/>
                </a:cubicBezTo>
                <a:cubicBezTo>
                  <a:pt x="6354128" y="1214438"/>
                  <a:pt x="6331268" y="1208723"/>
                  <a:pt x="6295073" y="1208723"/>
                </a:cubicBezTo>
                <a:cubicBezTo>
                  <a:pt x="6258878" y="1208723"/>
                  <a:pt x="6228398" y="1217295"/>
                  <a:pt x="6201728" y="1232535"/>
                </a:cubicBezTo>
                <a:cubicBezTo>
                  <a:pt x="6175057" y="1247775"/>
                  <a:pt x="6156007" y="1268730"/>
                  <a:pt x="6141720" y="1295400"/>
                </a:cubicBezTo>
                <a:cubicBezTo>
                  <a:pt x="6128385" y="1321118"/>
                  <a:pt x="6119813" y="1350645"/>
                  <a:pt x="6119813" y="1383030"/>
                </a:cubicBezTo>
                <a:lnTo>
                  <a:pt x="6227445" y="1383030"/>
                </a:lnTo>
                <a:cubicBezTo>
                  <a:pt x="6229350" y="1331595"/>
                  <a:pt x="6249353" y="1305878"/>
                  <a:pt x="6288405" y="1305878"/>
                </a:cubicBezTo>
                <a:cubicBezTo>
                  <a:pt x="6327457" y="1305878"/>
                  <a:pt x="6317932" y="1310640"/>
                  <a:pt x="6328410" y="1319213"/>
                </a:cubicBezTo>
                <a:cubicBezTo>
                  <a:pt x="6338888" y="1327785"/>
                  <a:pt x="6343650" y="1340168"/>
                  <a:pt x="6343650" y="1356360"/>
                </a:cubicBezTo>
                <a:cubicBezTo>
                  <a:pt x="6343650" y="1372553"/>
                  <a:pt x="6338888" y="1388745"/>
                  <a:pt x="6329363" y="1405890"/>
                </a:cubicBezTo>
                <a:cubicBezTo>
                  <a:pt x="6319838" y="1423035"/>
                  <a:pt x="6308407" y="1440180"/>
                  <a:pt x="6294120" y="1457325"/>
                </a:cubicBezTo>
                <a:lnTo>
                  <a:pt x="6100763" y="1704023"/>
                </a:lnTo>
                <a:lnTo>
                  <a:pt x="6461760" y="1704023"/>
                </a:lnTo>
                <a:lnTo>
                  <a:pt x="6461760" y="1606867"/>
                </a:lnTo>
                <a:lnTo>
                  <a:pt x="6306503" y="1606867"/>
                </a:lnTo>
                <a:lnTo>
                  <a:pt x="6371273" y="1525905"/>
                </a:lnTo>
                <a:close/>
                <a:moveTo>
                  <a:pt x="5173028" y="1219200"/>
                </a:moveTo>
                <a:lnTo>
                  <a:pt x="5476875" y="1189673"/>
                </a:lnTo>
                <a:lnTo>
                  <a:pt x="5518785" y="226695"/>
                </a:lnTo>
                <a:lnTo>
                  <a:pt x="5214938" y="256223"/>
                </a:lnTo>
                <a:lnTo>
                  <a:pt x="5173028" y="1219200"/>
                </a:lnTo>
                <a:close/>
                <a:moveTo>
                  <a:pt x="5512118" y="154305"/>
                </a:moveTo>
                <a:lnTo>
                  <a:pt x="5520690" y="0"/>
                </a:lnTo>
                <a:lnTo>
                  <a:pt x="5208270" y="183832"/>
                </a:lnTo>
                <a:lnTo>
                  <a:pt x="5512118" y="154305"/>
                </a:lnTo>
                <a:close/>
                <a:moveTo>
                  <a:pt x="5016818" y="321945"/>
                </a:moveTo>
                <a:lnTo>
                  <a:pt x="5016818" y="321945"/>
                </a:lnTo>
                <a:lnTo>
                  <a:pt x="5016818" y="319088"/>
                </a:lnTo>
                <a:cubicBezTo>
                  <a:pt x="4954905" y="277178"/>
                  <a:pt x="4852988" y="263843"/>
                  <a:pt x="4711065" y="277178"/>
                </a:cubicBezTo>
                <a:cubicBezTo>
                  <a:pt x="4570095" y="290513"/>
                  <a:pt x="4466273" y="325755"/>
                  <a:pt x="4399598" y="382905"/>
                </a:cubicBezTo>
                <a:cubicBezTo>
                  <a:pt x="4332923" y="440055"/>
                  <a:pt x="4297680" y="523875"/>
                  <a:pt x="4292918" y="635318"/>
                </a:cubicBezTo>
                <a:cubicBezTo>
                  <a:pt x="4290060" y="676275"/>
                  <a:pt x="4295775" y="712470"/>
                  <a:pt x="4310063" y="742950"/>
                </a:cubicBezTo>
                <a:cubicBezTo>
                  <a:pt x="4324350" y="773430"/>
                  <a:pt x="4343400" y="796290"/>
                  <a:pt x="4367213" y="813435"/>
                </a:cubicBezTo>
                <a:cubicBezTo>
                  <a:pt x="4391978" y="830580"/>
                  <a:pt x="4419600" y="844868"/>
                  <a:pt x="4451032" y="857250"/>
                </a:cubicBezTo>
                <a:cubicBezTo>
                  <a:pt x="4482465" y="869632"/>
                  <a:pt x="4514850" y="878205"/>
                  <a:pt x="4547235" y="882968"/>
                </a:cubicBezTo>
                <a:cubicBezTo>
                  <a:pt x="4580573" y="887730"/>
                  <a:pt x="4612005" y="894398"/>
                  <a:pt x="4644390" y="901065"/>
                </a:cubicBezTo>
                <a:cubicBezTo>
                  <a:pt x="4675823" y="907732"/>
                  <a:pt x="4704398" y="915353"/>
                  <a:pt x="4729163" y="922020"/>
                </a:cubicBezTo>
                <a:cubicBezTo>
                  <a:pt x="4753928" y="928688"/>
                  <a:pt x="4773930" y="939165"/>
                  <a:pt x="4788218" y="954405"/>
                </a:cubicBezTo>
                <a:cubicBezTo>
                  <a:pt x="4802505" y="968693"/>
                  <a:pt x="4809173" y="987743"/>
                  <a:pt x="4808220" y="1009650"/>
                </a:cubicBezTo>
                <a:cubicBezTo>
                  <a:pt x="4808220" y="1040130"/>
                  <a:pt x="4795838" y="1062990"/>
                  <a:pt x="4773930" y="1078230"/>
                </a:cubicBezTo>
                <a:cubicBezTo>
                  <a:pt x="4752023" y="1093470"/>
                  <a:pt x="4718685" y="1102995"/>
                  <a:pt x="4674870" y="1107758"/>
                </a:cubicBezTo>
                <a:cubicBezTo>
                  <a:pt x="4624388" y="1112520"/>
                  <a:pt x="4588193" y="1107758"/>
                  <a:pt x="4565332" y="1091565"/>
                </a:cubicBezTo>
                <a:cubicBezTo>
                  <a:pt x="4543425" y="1076325"/>
                  <a:pt x="4532948" y="1048703"/>
                  <a:pt x="4534853" y="1008698"/>
                </a:cubicBezTo>
                <a:lnTo>
                  <a:pt x="4260532" y="1035368"/>
                </a:lnTo>
                <a:cubicBezTo>
                  <a:pt x="4255770" y="1141095"/>
                  <a:pt x="4286250" y="1214438"/>
                  <a:pt x="4350068" y="1256348"/>
                </a:cubicBezTo>
                <a:cubicBezTo>
                  <a:pt x="4413885" y="1298258"/>
                  <a:pt x="4519613" y="1312545"/>
                  <a:pt x="4665345" y="1298258"/>
                </a:cubicBezTo>
                <a:cubicBezTo>
                  <a:pt x="4812030" y="1283970"/>
                  <a:pt x="4919663" y="1248728"/>
                  <a:pt x="4988243" y="1191578"/>
                </a:cubicBezTo>
                <a:cubicBezTo>
                  <a:pt x="5056823" y="1134428"/>
                  <a:pt x="5093018" y="1050608"/>
                  <a:pt x="5098732" y="938213"/>
                </a:cubicBezTo>
                <a:cubicBezTo>
                  <a:pt x="5101590" y="887730"/>
                  <a:pt x="5093018" y="844868"/>
                  <a:pt x="5074920" y="808673"/>
                </a:cubicBezTo>
                <a:cubicBezTo>
                  <a:pt x="5056823" y="772478"/>
                  <a:pt x="5032057" y="744855"/>
                  <a:pt x="5001578" y="725805"/>
                </a:cubicBezTo>
                <a:cubicBezTo>
                  <a:pt x="4971098" y="706755"/>
                  <a:pt x="4936807" y="691515"/>
                  <a:pt x="4899660" y="680085"/>
                </a:cubicBezTo>
                <a:cubicBezTo>
                  <a:pt x="4862513" y="668655"/>
                  <a:pt x="4825365" y="660082"/>
                  <a:pt x="4787265" y="653415"/>
                </a:cubicBezTo>
                <a:cubicBezTo>
                  <a:pt x="4750118" y="647700"/>
                  <a:pt x="4715828" y="641985"/>
                  <a:pt x="4685348" y="636270"/>
                </a:cubicBezTo>
                <a:cubicBezTo>
                  <a:pt x="4654868" y="630555"/>
                  <a:pt x="4630103" y="621982"/>
                  <a:pt x="4610100" y="610553"/>
                </a:cubicBezTo>
                <a:cubicBezTo>
                  <a:pt x="4591050" y="599123"/>
                  <a:pt x="4581525" y="583882"/>
                  <a:pt x="4582478" y="565785"/>
                </a:cubicBezTo>
                <a:cubicBezTo>
                  <a:pt x="4584382" y="536257"/>
                  <a:pt x="4594860" y="514350"/>
                  <a:pt x="4613910" y="498157"/>
                </a:cubicBezTo>
                <a:cubicBezTo>
                  <a:pt x="4632960" y="482918"/>
                  <a:pt x="4662488" y="473393"/>
                  <a:pt x="4702493" y="469582"/>
                </a:cubicBezTo>
                <a:cubicBezTo>
                  <a:pt x="4748213" y="464820"/>
                  <a:pt x="4781550" y="469582"/>
                  <a:pt x="4801553" y="486728"/>
                </a:cubicBezTo>
                <a:cubicBezTo>
                  <a:pt x="4821555" y="502920"/>
                  <a:pt x="4830128" y="530543"/>
                  <a:pt x="4828223" y="569595"/>
                </a:cubicBezTo>
                <a:lnTo>
                  <a:pt x="5101590" y="543878"/>
                </a:lnTo>
                <a:cubicBezTo>
                  <a:pt x="5107305" y="437198"/>
                  <a:pt x="5078730" y="363855"/>
                  <a:pt x="5016818" y="321945"/>
                </a:cubicBezTo>
                <a:close/>
              </a:path>
            </a:pathLst>
          </a:custGeom>
          <a:solidFill>
            <a:srgbClr val="FFFFFF"/>
          </a:solidFill>
          <a:ln w="9525" cap="flat">
            <a:noFill/>
            <a:prstDash val="solid"/>
            <a:miter/>
          </a:ln>
        </p:spPr>
        <p:txBody>
          <a:bodyPr rtlCol="0" anchor="ctr"/>
          <a:lstStyle/>
          <a:p>
            <a:endParaRPr lang="en-US"/>
          </a:p>
        </p:txBody>
      </p:sp>
      <p:sp>
        <p:nvSpPr>
          <p:cNvPr id="11" name="Espace réservé pour une image  12">
            <a:extLst>
              <a:ext uri="{FF2B5EF4-FFF2-40B4-BE49-F238E27FC236}">
                <a16:creationId xmlns:a16="http://schemas.microsoft.com/office/drawing/2014/main" id="{F4CFE7DA-611B-4218-24EA-D8216A2AE0CC}"/>
              </a:ext>
            </a:extLst>
          </p:cNvPr>
          <p:cNvSpPr>
            <a:spLocks noGrp="1" noChangeAspect="1"/>
          </p:cNvSpPr>
          <p:nvPr>
            <p:ph type="pic" sz="quarter" idx="15" hasCustomPrompt="1"/>
          </p:nvPr>
        </p:nvSpPr>
        <p:spPr>
          <a:xfrm>
            <a:off x="4439816" y="656692"/>
            <a:ext cx="763035" cy="529508"/>
          </a:xfrm>
          <a:blipFill>
            <a:blip r:embed="rId2">
              <a:extLst>
                <a:ext uri="{96DAC541-7B7A-43D3-8B79-37D633B846F1}">
                  <asvg:svgBlip xmlns:asvg="http://schemas.microsoft.com/office/drawing/2016/SVG/main" r:embed="rId3"/>
                </a:ext>
              </a:extLst>
            </a:blip>
            <a:stretch>
              <a:fillRect/>
            </a:stretch>
          </a:blipFill>
        </p:spPr>
        <p:txBody>
          <a:bodyPr/>
          <a:lstStyle>
            <a:lvl1pPr>
              <a:defRPr/>
            </a:lvl1pPr>
          </a:lstStyle>
          <a:p>
            <a:r>
              <a:rPr lang="en-US"/>
              <a:t>  </a:t>
            </a:r>
          </a:p>
        </p:txBody>
      </p:sp>
      <p:cxnSp>
        <p:nvCxnSpPr>
          <p:cNvPr id="14" name="Connecteur droit 13">
            <a:extLst>
              <a:ext uri="{FF2B5EF4-FFF2-40B4-BE49-F238E27FC236}">
                <a16:creationId xmlns:a16="http://schemas.microsoft.com/office/drawing/2014/main" id="{36281625-1701-5EDA-F7D0-69E6AC89D573}"/>
              </a:ext>
            </a:extLst>
          </p:cNvPr>
          <p:cNvCxnSpPr/>
          <p:nvPr userDrawn="1"/>
        </p:nvCxnSpPr>
        <p:spPr>
          <a:xfrm>
            <a:off x="5445832" y="656692"/>
            <a:ext cx="0" cy="5286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 coins arrondis 15">
            <a:extLst>
              <a:ext uri="{FF2B5EF4-FFF2-40B4-BE49-F238E27FC236}">
                <a16:creationId xmlns:a16="http://schemas.microsoft.com/office/drawing/2014/main" id="{9BFA99E5-BDEC-D3D8-5785-F77EEBEC1A65}"/>
              </a:ext>
            </a:extLst>
          </p:cNvPr>
          <p:cNvSpPr/>
          <p:nvPr userDrawn="1"/>
        </p:nvSpPr>
        <p:spPr>
          <a:xfrm>
            <a:off x="1775523" y="2456892"/>
            <a:ext cx="8640953" cy="3600400"/>
          </a:xfrm>
          <a:prstGeom prst="roundRect">
            <a:avLst>
              <a:gd name="adj" fmla="val 3333"/>
            </a:avLst>
          </a:prstGeom>
          <a:solidFill>
            <a:schemeClr val="bg1"/>
          </a:solidFill>
          <a:ln w="6350">
            <a:noFill/>
          </a:ln>
          <a:effectLst>
            <a:outerShdw blurRad="88900" sx="101000" sy="101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space réservé du texte 18">
            <a:extLst>
              <a:ext uri="{FF2B5EF4-FFF2-40B4-BE49-F238E27FC236}">
                <a16:creationId xmlns:a16="http://schemas.microsoft.com/office/drawing/2014/main" id="{0F55E363-1374-4BE0-F112-819D4B0ABA1C}"/>
              </a:ext>
            </a:extLst>
          </p:cNvPr>
          <p:cNvSpPr>
            <a:spLocks noGrp="1"/>
          </p:cNvSpPr>
          <p:nvPr>
            <p:ph type="body" sz="quarter" idx="16" hasCustomPrompt="1"/>
          </p:nvPr>
        </p:nvSpPr>
        <p:spPr>
          <a:xfrm>
            <a:off x="2209799" y="2733706"/>
            <a:ext cx="3633789" cy="960263"/>
          </a:xfrm>
        </p:spPr>
        <p:txBody>
          <a:bodyPr wrap="square">
            <a:spAutoFit/>
          </a:bodyPr>
          <a:lstStyle>
            <a:lvl1pPr marL="0" indent="0">
              <a:spcBef>
                <a:spcPts val="1800"/>
              </a:spcBef>
              <a:buNone/>
              <a:defRPr sz="1200">
                <a:solidFill>
                  <a:schemeClr val="tx2"/>
                </a:solidFill>
              </a:defRPr>
            </a:lvl1pPr>
          </a:lstStyle>
          <a:p>
            <a:pPr lvl="0"/>
            <a:r>
              <a:rPr lang="fr-FR"/>
              <a:t>Direction : XXXXX </a:t>
            </a:r>
          </a:p>
          <a:p>
            <a:pPr lvl="0"/>
            <a:r>
              <a:rPr lang="fr-FR"/>
              <a:t>Secteur / service : XXXXX</a:t>
            </a:r>
          </a:p>
          <a:p>
            <a:pPr lvl="0"/>
            <a:r>
              <a:rPr lang="fr-FR"/>
              <a:t>Dossier présenté par : XXXXX</a:t>
            </a:r>
          </a:p>
        </p:txBody>
      </p:sp>
      <p:cxnSp>
        <p:nvCxnSpPr>
          <p:cNvPr id="20" name="Connecteur droit 19">
            <a:extLst>
              <a:ext uri="{FF2B5EF4-FFF2-40B4-BE49-F238E27FC236}">
                <a16:creationId xmlns:a16="http://schemas.microsoft.com/office/drawing/2014/main" id="{85B31942-91C0-E770-6008-5AC8E2EAE933}"/>
              </a:ext>
            </a:extLst>
          </p:cNvPr>
          <p:cNvCxnSpPr>
            <a:cxnSpLocks/>
          </p:cNvCxnSpPr>
          <p:nvPr userDrawn="1"/>
        </p:nvCxnSpPr>
        <p:spPr>
          <a:xfrm>
            <a:off x="6096000" y="2696256"/>
            <a:ext cx="0" cy="1250904"/>
          </a:xfrm>
          <a:prstGeom prst="line">
            <a:avLst/>
          </a:prstGeom>
          <a:ln>
            <a:gradFill>
              <a:gsLst>
                <a:gs pos="0">
                  <a:schemeClr val="accent1">
                    <a:lumMod val="5000"/>
                    <a:lumOff val="95000"/>
                  </a:schemeClr>
                </a:gs>
                <a:gs pos="100000">
                  <a:schemeClr val="bg1">
                    <a:lumMod val="85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Espace réservé du texte 18">
            <a:extLst>
              <a:ext uri="{FF2B5EF4-FFF2-40B4-BE49-F238E27FC236}">
                <a16:creationId xmlns:a16="http://schemas.microsoft.com/office/drawing/2014/main" id="{60B79964-61BE-ACE1-92C4-67504DB6F0CD}"/>
              </a:ext>
            </a:extLst>
          </p:cNvPr>
          <p:cNvSpPr>
            <a:spLocks noGrp="1"/>
          </p:cNvSpPr>
          <p:nvPr>
            <p:ph type="body" sz="quarter" idx="17" hasCustomPrompt="1"/>
          </p:nvPr>
        </p:nvSpPr>
        <p:spPr>
          <a:xfrm>
            <a:off x="6530276" y="2733706"/>
            <a:ext cx="3547171" cy="960263"/>
          </a:xfrm>
        </p:spPr>
        <p:txBody>
          <a:bodyPr wrap="square">
            <a:spAutoFit/>
          </a:bodyPr>
          <a:lstStyle>
            <a:lvl1pPr marL="0" indent="0">
              <a:spcBef>
                <a:spcPts val="1800"/>
              </a:spcBef>
              <a:buNone/>
              <a:defRPr sz="1200">
                <a:solidFill>
                  <a:schemeClr val="tx2"/>
                </a:solidFill>
              </a:defRPr>
            </a:lvl1pPr>
          </a:lstStyle>
          <a:p>
            <a:pPr lvl="0"/>
            <a:r>
              <a:rPr lang="fr-FR"/>
              <a:t>Comité XXXXXXXXXX du XX.XX.XXXX </a:t>
            </a:r>
          </a:p>
          <a:p>
            <a:pPr lvl="0"/>
            <a:r>
              <a:rPr lang="fr-FR"/>
              <a:t>Sujet : XXXXX</a:t>
            </a:r>
          </a:p>
          <a:p>
            <a:pPr lvl="0"/>
            <a:r>
              <a:rPr lang="fr-FR"/>
              <a:t>Programme / projet imag’in 2024 : XXXXX</a:t>
            </a:r>
          </a:p>
        </p:txBody>
      </p:sp>
      <p:cxnSp>
        <p:nvCxnSpPr>
          <p:cNvPr id="26" name="Connecteur droit 25">
            <a:extLst>
              <a:ext uri="{FF2B5EF4-FFF2-40B4-BE49-F238E27FC236}">
                <a16:creationId xmlns:a16="http://schemas.microsoft.com/office/drawing/2014/main" id="{F81BC6D0-B762-CF4F-BA94-79B05BCE5677}"/>
              </a:ext>
            </a:extLst>
          </p:cNvPr>
          <p:cNvCxnSpPr>
            <a:cxnSpLocks/>
          </p:cNvCxnSpPr>
          <p:nvPr userDrawn="1"/>
        </p:nvCxnSpPr>
        <p:spPr>
          <a:xfrm flipH="1">
            <a:off x="1768794" y="3946483"/>
            <a:ext cx="8654413" cy="0"/>
          </a:xfrm>
          <a:prstGeom prst="line">
            <a:avLst/>
          </a:prstGeom>
          <a:ln>
            <a:gradFill flip="none" rotWithShape="1">
              <a:gsLst>
                <a:gs pos="0">
                  <a:schemeClr val="bg1">
                    <a:alpha val="0"/>
                  </a:schemeClr>
                </a:gs>
                <a:gs pos="50000">
                  <a:schemeClr val="bg1">
                    <a:lumMod val="8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1" name="Espace réservé du texte 18">
            <a:extLst>
              <a:ext uri="{FF2B5EF4-FFF2-40B4-BE49-F238E27FC236}">
                <a16:creationId xmlns:a16="http://schemas.microsoft.com/office/drawing/2014/main" id="{7FC64858-6D97-CC55-88DA-0211C8154CD8}"/>
              </a:ext>
            </a:extLst>
          </p:cNvPr>
          <p:cNvSpPr>
            <a:spLocks noGrp="1"/>
          </p:cNvSpPr>
          <p:nvPr>
            <p:ph type="body" sz="quarter" idx="18" hasCustomPrompt="1"/>
          </p:nvPr>
        </p:nvSpPr>
        <p:spPr>
          <a:xfrm>
            <a:off x="2438399" y="4207209"/>
            <a:ext cx="3633789" cy="193899"/>
          </a:xfrm>
        </p:spPr>
        <p:txBody>
          <a:bodyPr wrap="square">
            <a:spAutoFit/>
          </a:bodyPr>
          <a:lstStyle>
            <a:lvl1pPr marL="0" indent="0" algn="l">
              <a:spcBef>
                <a:spcPts val="1800"/>
              </a:spcBef>
              <a:buNone/>
              <a:defRPr sz="1400">
                <a:solidFill>
                  <a:schemeClr val="tx2"/>
                </a:solidFill>
              </a:defRPr>
            </a:lvl1pPr>
          </a:lstStyle>
          <a:p>
            <a:pPr lvl="0"/>
            <a:r>
              <a:rPr lang="fr-FR"/>
              <a:t>Objectif de la présentation : </a:t>
            </a:r>
          </a:p>
        </p:txBody>
      </p:sp>
      <p:sp>
        <p:nvSpPr>
          <p:cNvPr id="35" name="Espace réservé du texte 34">
            <a:extLst>
              <a:ext uri="{FF2B5EF4-FFF2-40B4-BE49-F238E27FC236}">
                <a16:creationId xmlns:a16="http://schemas.microsoft.com/office/drawing/2014/main" id="{73F0E338-3B6E-C403-B0BD-4CA0E4820753}"/>
              </a:ext>
            </a:extLst>
          </p:cNvPr>
          <p:cNvSpPr>
            <a:spLocks noGrp="1"/>
          </p:cNvSpPr>
          <p:nvPr>
            <p:ph type="body" sz="quarter" idx="20" hasCustomPrompt="1"/>
          </p:nvPr>
        </p:nvSpPr>
        <p:spPr>
          <a:xfrm>
            <a:off x="5195888" y="1709536"/>
            <a:ext cx="1800225" cy="314108"/>
          </a:xfrm>
          <a:prstGeom prst="roundRect">
            <a:avLst/>
          </a:prstGeom>
          <a:solidFill>
            <a:schemeClr val="accent1"/>
          </a:solidFill>
          <a:ln w="12700">
            <a:solidFill>
              <a:schemeClr val="accent1">
                <a:lumMod val="60000"/>
                <a:lumOff val="40000"/>
              </a:schemeClr>
            </a:solidFill>
          </a:ln>
        </p:spPr>
        <p:txBody>
          <a:bodyPr tIns="72000" bIns="72000" anchor="ctr">
            <a:spAutoFit/>
          </a:bodyPr>
          <a:lstStyle>
            <a:lvl1pPr marL="0" indent="0" algn="ctr">
              <a:buNone/>
              <a:defRPr sz="1000" b="0" spc="300">
                <a:solidFill>
                  <a:schemeClr val="bg1"/>
                </a:solidFill>
              </a:defRPr>
            </a:lvl1pPr>
          </a:lstStyle>
          <a:p>
            <a:pPr lvl="0"/>
            <a:r>
              <a:rPr lang="fr-FR"/>
              <a:t>POUR DÉCISION</a:t>
            </a:r>
            <a:endParaRPr lang="en-US"/>
          </a:p>
        </p:txBody>
      </p:sp>
      <p:sp>
        <p:nvSpPr>
          <p:cNvPr id="5" name="Espace réservé du texte 4">
            <a:extLst>
              <a:ext uri="{FF2B5EF4-FFF2-40B4-BE49-F238E27FC236}">
                <a16:creationId xmlns:a16="http://schemas.microsoft.com/office/drawing/2014/main" id="{1AFC50CF-51EB-8A57-027D-7AB8F7064C54}"/>
              </a:ext>
            </a:extLst>
          </p:cNvPr>
          <p:cNvSpPr>
            <a:spLocks noGrp="1"/>
          </p:cNvSpPr>
          <p:nvPr>
            <p:ph type="body" sz="quarter" idx="22" hasCustomPrompt="1"/>
          </p:nvPr>
        </p:nvSpPr>
        <p:spPr>
          <a:xfrm>
            <a:off x="2209800" y="4571785"/>
            <a:ext cx="7867650" cy="1253677"/>
          </a:xfrm>
        </p:spPr>
        <p:txBody>
          <a:bodyPr>
            <a:spAutoFit/>
          </a:bodyPr>
          <a:lstStyle>
            <a:lvl1pPr marL="0" indent="0">
              <a:buNone/>
              <a:defRPr sz="1200" b="0">
                <a:solidFill>
                  <a:schemeClr val="tx2"/>
                </a:solidFill>
              </a:defRPr>
            </a:lvl1pPr>
            <a:lvl2pPr marL="182562"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ici pour ajouter votre texte. </a:t>
            </a:r>
            <a:r>
              <a:rPr lang="fr-FR" dirty="0"/>
              <a:t>Lorem ipsum dolor sit amet, consectetuer adipiscing elit. Maecenas porttitor congue massa. Fusce posuere, magna sed pulvinar ultricies, purus lectus malesuada libero, sit amet commodo magna eros quis </a:t>
            </a:r>
            <a:r>
              <a:rPr lang="fr-FR"/>
              <a:t>urna.Nunc </a:t>
            </a:r>
            <a:r>
              <a:rPr lang="fr-FR" dirty="0"/>
              <a:t>viverra imperdiet enim. Fusce est. Vivamus a tellus.</a:t>
            </a:r>
          </a:p>
          <a:p>
            <a:pPr lvl="0"/>
            <a:r>
              <a:rPr lang="fr-FR"/>
              <a:t>Pellentesque </a:t>
            </a:r>
            <a:r>
              <a:rPr lang="fr-FR" dirty="0"/>
              <a:t>habitant morbi tristique senectus et netus et malesuada fames ac turpis egestas</a:t>
            </a:r>
            <a:r>
              <a:rPr lang="fr-FR"/>
              <a:t>. </a:t>
            </a:r>
            <a:br>
              <a:rPr lang="fr-FR"/>
            </a:br>
            <a:r>
              <a:rPr lang="fr-FR"/>
              <a:t>Proin </a:t>
            </a:r>
            <a:r>
              <a:rPr lang="fr-FR" dirty="0"/>
              <a:t>pharetra nonummy pede. Mauris et orci.</a:t>
            </a:r>
            <a:endParaRPr lang="fr-FR"/>
          </a:p>
          <a:p>
            <a:pPr lvl="0"/>
            <a:endParaRPr lang="fr-FR"/>
          </a:p>
        </p:txBody>
      </p:sp>
      <p:grpSp>
        <p:nvGrpSpPr>
          <p:cNvPr id="2" name="Graphique 107">
            <a:extLst>
              <a:ext uri="{FF2B5EF4-FFF2-40B4-BE49-F238E27FC236}">
                <a16:creationId xmlns:a16="http://schemas.microsoft.com/office/drawing/2014/main" id="{CB4D5782-ADA0-A508-167C-2C76A55BFB2B}"/>
              </a:ext>
            </a:extLst>
          </p:cNvPr>
          <p:cNvGrpSpPr/>
          <p:nvPr userDrawn="1"/>
        </p:nvGrpSpPr>
        <p:grpSpPr>
          <a:xfrm>
            <a:off x="5713233" y="656692"/>
            <a:ext cx="2032001" cy="451631"/>
            <a:chOff x="1526098" y="1657847"/>
            <a:chExt cx="1191189" cy="264757"/>
          </a:xfrm>
        </p:grpSpPr>
        <p:grpSp>
          <p:nvGrpSpPr>
            <p:cNvPr id="3" name="Graphique 107">
              <a:extLst>
                <a:ext uri="{FF2B5EF4-FFF2-40B4-BE49-F238E27FC236}">
                  <a16:creationId xmlns:a16="http://schemas.microsoft.com/office/drawing/2014/main" id="{A01B423B-D1A6-D869-3C78-3D5415FCEBE6}"/>
                </a:ext>
              </a:extLst>
            </p:cNvPr>
            <p:cNvGrpSpPr/>
            <p:nvPr/>
          </p:nvGrpSpPr>
          <p:grpSpPr>
            <a:xfrm>
              <a:off x="1526098" y="1657847"/>
              <a:ext cx="1188982" cy="264757"/>
              <a:chOff x="1526098" y="1657847"/>
              <a:chExt cx="1188982" cy="264757"/>
            </a:xfrm>
          </p:grpSpPr>
          <p:sp>
            <p:nvSpPr>
              <p:cNvPr id="13" name="Forme libre : forme 12">
                <a:extLst>
                  <a:ext uri="{FF2B5EF4-FFF2-40B4-BE49-F238E27FC236}">
                    <a16:creationId xmlns:a16="http://schemas.microsoft.com/office/drawing/2014/main" id="{CD935EC4-A71E-B4C0-AC4B-506A589E957E}"/>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EFA019C3-F77D-5D00-B08A-BE52C714A79D}"/>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50B1AC4F-8B71-0378-73AF-58BC347E065B}"/>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A30F18C2-9812-19A3-4DBD-07B0025CE72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21" name="Forme libre : forme 20">
                <a:extLst>
                  <a:ext uri="{FF2B5EF4-FFF2-40B4-BE49-F238E27FC236}">
                    <a16:creationId xmlns:a16="http://schemas.microsoft.com/office/drawing/2014/main" id="{ACF7382E-A14D-58E1-DE98-A4B2AC0847F4}"/>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4" name="Graphique 107">
              <a:extLst>
                <a:ext uri="{FF2B5EF4-FFF2-40B4-BE49-F238E27FC236}">
                  <a16:creationId xmlns:a16="http://schemas.microsoft.com/office/drawing/2014/main" id="{CD103BF5-FCEF-25DF-7B94-F2BBBCBDB77C}"/>
                </a:ext>
              </a:extLst>
            </p:cNvPr>
            <p:cNvGrpSpPr/>
            <p:nvPr/>
          </p:nvGrpSpPr>
          <p:grpSpPr>
            <a:xfrm>
              <a:off x="2468572" y="1844458"/>
              <a:ext cx="248716" cy="77705"/>
              <a:chOff x="2468572" y="1844458"/>
              <a:chExt cx="248716" cy="77705"/>
            </a:xfrm>
            <a:solidFill>
              <a:srgbClr val="E7461C"/>
            </a:solidFill>
          </p:grpSpPr>
          <p:sp>
            <p:nvSpPr>
              <p:cNvPr id="6" name="Forme libre : forme 5">
                <a:extLst>
                  <a:ext uri="{FF2B5EF4-FFF2-40B4-BE49-F238E27FC236}">
                    <a16:creationId xmlns:a16="http://schemas.microsoft.com/office/drawing/2014/main" id="{4C6C77E7-77DE-9C73-4D25-701523889127}"/>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7" name="Forme libre : forme 6">
                <a:extLst>
                  <a:ext uri="{FF2B5EF4-FFF2-40B4-BE49-F238E27FC236}">
                    <a16:creationId xmlns:a16="http://schemas.microsoft.com/office/drawing/2014/main" id="{E19907F4-B959-9E5A-941F-651DF7BA14CB}"/>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9" name="Forme libre : forme 8">
                <a:extLst>
                  <a:ext uri="{FF2B5EF4-FFF2-40B4-BE49-F238E27FC236}">
                    <a16:creationId xmlns:a16="http://schemas.microsoft.com/office/drawing/2014/main" id="{AC344F79-65A6-8A06-9CA6-801BD3EC2CC1}"/>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6640D85B-BC8A-683D-D634-13CEF6FC9AC0}"/>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665618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6" presetClass="emph" presetSubtype="0" fill="hold" grpId="1" nodeType="withEffect">
                                  <p:stCondLst>
                                    <p:cond delay="0"/>
                                  </p:stCondLst>
                                  <p:childTnLst>
                                    <p:animScale>
                                      <p:cBhvr>
                                        <p:cTn id="9" dur="750" fill="hold"/>
                                        <p:tgtEl>
                                          <p:spTgt spid="10"/>
                                        </p:tgtEl>
                                      </p:cBhvr>
                                      <p:by x="80000" y="80000"/>
                                    </p:animScale>
                                  </p:childTnLst>
                                </p:cTn>
                              </p:par>
                              <p:par>
                                <p:cTn id="10" presetID="6" presetClass="emph" presetSubtype="0" decel="100000" fill="hold" grpId="2" nodeType="withEffect">
                                  <p:stCondLst>
                                    <p:cond delay="0"/>
                                  </p:stCondLst>
                                  <p:childTnLst>
                                    <p:animScale>
                                      <p:cBhvr>
                                        <p:cTn id="11" dur="1000" fill="hold"/>
                                        <p:tgtEl>
                                          <p:spTgt spid="10"/>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ommaire [Liste]">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capture d’écran, Caractère coloré, léger, art&#10;&#10;Description générée automatiquement">
            <a:extLst>
              <a:ext uri="{FF2B5EF4-FFF2-40B4-BE49-F238E27FC236}">
                <a16:creationId xmlns:a16="http://schemas.microsoft.com/office/drawing/2014/main" id="{8B673069-AA9C-F89E-63C1-0088F9AFD734}"/>
              </a:ext>
            </a:extLst>
          </p:cNvPr>
          <p:cNvPicPr>
            <a:picLocks noChangeAspect="1"/>
          </p:cNvPicPr>
          <p:nvPr userDrawn="1"/>
        </p:nvPicPr>
        <p:blipFill rotWithShape="1">
          <a:blip r:embed="rId2" cstate="screen">
            <a:alphaModFix/>
            <a:extLst>
              <a:ext uri="{28A0092B-C50C-407E-A947-70E740481C1C}">
                <a14:useLocalDpi xmlns:a14="http://schemas.microsoft.com/office/drawing/2010/main" val="0"/>
              </a:ext>
            </a:extLst>
          </a:blip>
          <a:srcRect/>
          <a:stretch/>
        </p:blipFill>
        <p:spPr>
          <a:xfrm>
            <a:off x="623392" y="1123950"/>
            <a:ext cx="5029202" cy="4610100"/>
          </a:xfrm>
          <a:prstGeom prst="rect">
            <a:avLst/>
          </a:prstGeom>
        </p:spPr>
      </p:pic>
      <p:sp>
        <p:nvSpPr>
          <p:cNvPr id="4" name="Espace réservé du texte 18">
            <a:extLst>
              <a:ext uri="{FF2B5EF4-FFF2-40B4-BE49-F238E27FC236}">
                <a16:creationId xmlns:a16="http://schemas.microsoft.com/office/drawing/2014/main" id="{DAC63750-B8BF-B4E0-D2EA-481E390AB31E}"/>
              </a:ext>
            </a:extLst>
          </p:cNvPr>
          <p:cNvSpPr>
            <a:spLocks noGrp="1"/>
          </p:cNvSpPr>
          <p:nvPr>
            <p:ph type="body" sz="quarter" idx="18" hasCustomPrompt="1"/>
          </p:nvPr>
        </p:nvSpPr>
        <p:spPr>
          <a:xfrm rot="16200000">
            <a:off x="-3148218" y="2736503"/>
            <a:ext cx="7232749" cy="1384995"/>
          </a:xfrm>
        </p:spPr>
        <p:txBody>
          <a:bodyPr wrap="none">
            <a:spAutoFit/>
          </a:bodyPr>
          <a:lstStyle>
            <a:lvl1pPr marL="0" indent="0" algn="ctr">
              <a:spcBef>
                <a:spcPts val="1800"/>
              </a:spcBef>
              <a:buNone/>
              <a:defRPr sz="9800" cap="all" baseline="0">
                <a:ln>
                  <a:gradFill flip="none" rotWithShape="1">
                    <a:gsLst>
                      <a:gs pos="0">
                        <a:schemeClr val="accent1"/>
                      </a:gs>
                      <a:gs pos="77000">
                        <a:schemeClr val="accent1">
                          <a:alpha val="0"/>
                        </a:schemeClr>
                      </a:gs>
                    </a:gsLst>
                    <a:lin ang="5400000" scaled="1"/>
                    <a:tileRect/>
                  </a:gradFill>
                </a:ln>
                <a:noFill/>
                <a:latin typeface="+mj-lt"/>
              </a:defRPr>
            </a:lvl1pPr>
          </a:lstStyle>
          <a:p>
            <a:pPr lvl="0"/>
            <a:r>
              <a:rPr lang="fr-FR"/>
              <a:t>SOMMAIRE</a:t>
            </a:r>
          </a:p>
        </p:txBody>
      </p:sp>
      <p:sp>
        <p:nvSpPr>
          <p:cNvPr id="6" name="Espace réservé du texte 25">
            <a:extLst>
              <a:ext uri="{FF2B5EF4-FFF2-40B4-BE49-F238E27FC236}">
                <a16:creationId xmlns:a16="http://schemas.microsoft.com/office/drawing/2014/main" id="{145B6398-1877-9541-7DE3-AC7973F9805F}"/>
              </a:ext>
            </a:extLst>
          </p:cNvPr>
          <p:cNvSpPr>
            <a:spLocks noGrp="1"/>
          </p:cNvSpPr>
          <p:nvPr>
            <p:ph type="body" sz="quarter" idx="19" hasCustomPrompt="1"/>
          </p:nvPr>
        </p:nvSpPr>
        <p:spPr>
          <a:xfrm>
            <a:off x="6105305" y="830580"/>
            <a:ext cx="5751336" cy="5631428"/>
          </a:xfrm>
        </p:spPr>
        <p:txBody>
          <a:bodyPr anchor="ctr"/>
          <a:lstStyle>
            <a:lvl1pPr>
              <a:spcBef>
                <a:spcPts val="2400"/>
              </a:spcBef>
              <a:defRPr>
                <a:gradFill>
                  <a:gsLst>
                    <a:gs pos="3000">
                      <a:schemeClr val="tx2"/>
                    </a:gs>
                    <a:gs pos="100000">
                      <a:schemeClr val="accent1"/>
                    </a:gs>
                  </a:gsLst>
                  <a:lin ang="18900000" scaled="1"/>
                </a:gradFill>
              </a:defRPr>
            </a:lvl1pPr>
            <a:lvl2pPr>
              <a:spcBef>
                <a:spcPts val="300"/>
              </a:spcBef>
              <a:defRPr>
                <a:solidFill>
                  <a:schemeClr val="tx2"/>
                </a:solidFill>
              </a:defRPr>
            </a:lvl2pPr>
          </a:lstStyle>
          <a:p>
            <a:pPr lvl="0"/>
            <a:r>
              <a:rPr lang="fr-FR"/>
              <a:t>Titre du chapitre 01</a:t>
            </a:r>
            <a:br>
              <a:rPr lang="fr-FR"/>
            </a:br>
            <a:r>
              <a:rPr lang="fr-FR"/>
              <a:t>sur plusieurs lignes si nécessaire</a:t>
            </a:r>
          </a:p>
          <a:p>
            <a:pPr lvl="1"/>
            <a:r>
              <a:rPr lang="fr-FR"/>
              <a:t>Texte complémentaire au titre du chapitre </a:t>
            </a:r>
            <a:br>
              <a:rPr lang="fr-FR"/>
            </a:br>
            <a:r>
              <a:rPr lang="fr-FR"/>
              <a:t>sur plusieurs lignes si nécessaire</a:t>
            </a:r>
          </a:p>
          <a:p>
            <a:pPr lvl="0"/>
            <a:r>
              <a:rPr lang="fr-FR"/>
              <a:t>Titre du chapitre 02</a:t>
            </a:r>
            <a:br>
              <a:rPr lang="fr-FR"/>
            </a:br>
            <a:r>
              <a:rPr lang="fr-FR"/>
              <a:t>sur plusieurs lignes si nécessaire</a:t>
            </a:r>
          </a:p>
          <a:p>
            <a:pPr lvl="1"/>
            <a:r>
              <a:rPr lang="fr-FR"/>
              <a:t>Texte complémentaire au titre du chapitre </a:t>
            </a:r>
            <a:br>
              <a:rPr lang="fr-FR"/>
            </a:br>
            <a:r>
              <a:rPr lang="fr-FR"/>
              <a:t>sur plusieurs lignes si nécessaire</a:t>
            </a:r>
          </a:p>
          <a:p>
            <a:pPr lvl="0"/>
            <a:r>
              <a:rPr lang="fr-FR"/>
              <a:t>Titre du chapitre 03</a:t>
            </a:r>
            <a:br>
              <a:rPr lang="fr-FR"/>
            </a:br>
            <a:r>
              <a:rPr lang="fr-FR"/>
              <a:t>sur plusieurs lignes si nécessaire</a:t>
            </a:r>
          </a:p>
          <a:p>
            <a:pPr lvl="1"/>
            <a:r>
              <a:rPr lang="fr-FR"/>
              <a:t>Texte complémentaire au titre du chapitre </a:t>
            </a:r>
            <a:br>
              <a:rPr lang="fr-FR"/>
            </a:br>
            <a:r>
              <a:rPr lang="fr-FR"/>
              <a:t>sur plusieurs lignes si nécessaire</a:t>
            </a:r>
          </a:p>
          <a:p>
            <a:pPr lvl="0"/>
            <a:r>
              <a:rPr lang="fr-FR"/>
              <a:t>Titre du chapitre 04</a:t>
            </a:r>
            <a:br>
              <a:rPr lang="fr-FR"/>
            </a:br>
            <a:r>
              <a:rPr lang="fr-FR"/>
              <a:t>sur plusieurs lignes si nécessaire</a:t>
            </a:r>
          </a:p>
          <a:p>
            <a:pPr lvl="1"/>
            <a:r>
              <a:rPr lang="fr-FR"/>
              <a:t>Texte complémentaire au titre du chapitre </a:t>
            </a:r>
            <a:br>
              <a:rPr lang="fr-FR"/>
            </a:br>
            <a:r>
              <a:rPr lang="fr-FR"/>
              <a:t>sur plusieurs lignes si nécessaire</a:t>
            </a:r>
          </a:p>
        </p:txBody>
      </p:sp>
      <p:grpSp>
        <p:nvGrpSpPr>
          <p:cNvPr id="5" name="Graphique 107">
            <a:extLst>
              <a:ext uri="{FF2B5EF4-FFF2-40B4-BE49-F238E27FC236}">
                <a16:creationId xmlns:a16="http://schemas.microsoft.com/office/drawing/2014/main" id="{B29186C7-6B7B-1B5D-5558-D5AC8B987DA2}"/>
              </a:ext>
            </a:extLst>
          </p:cNvPr>
          <p:cNvGrpSpPr/>
          <p:nvPr userDrawn="1"/>
        </p:nvGrpSpPr>
        <p:grpSpPr>
          <a:xfrm>
            <a:off x="1568260" y="3101952"/>
            <a:ext cx="2942936" cy="654096"/>
            <a:chOff x="1526098" y="1657847"/>
            <a:chExt cx="1191189" cy="264757"/>
          </a:xfrm>
        </p:grpSpPr>
        <p:grpSp>
          <p:nvGrpSpPr>
            <p:cNvPr id="7" name="Graphique 107">
              <a:extLst>
                <a:ext uri="{FF2B5EF4-FFF2-40B4-BE49-F238E27FC236}">
                  <a16:creationId xmlns:a16="http://schemas.microsoft.com/office/drawing/2014/main" id="{5A3B2B98-9930-4394-6509-D364F8F3A956}"/>
                </a:ext>
              </a:extLst>
            </p:cNvPr>
            <p:cNvGrpSpPr/>
            <p:nvPr/>
          </p:nvGrpSpPr>
          <p:grpSpPr>
            <a:xfrm>
              <a:off x="1526098" y="1657847"/>
              <a:ext cx="1188982" cy="264757"/>
              <a:chOff x="1526098" y="1657847"/>
              <a:chExt cx="1188982" cy="264757"/>
            </a:xfrm>
          </p:grpSpPr>
          <p:sp>
            <p:nvSpPr>
              <p:cNvPr id="13" name="Forme libre : forme 12">
                <a:extLst>
                  <a:ext uri="{FF2B5EF4-FFF2-40B4-BE49-F238E27FC236}">
                    <a16:creationId xmlns:a16="http://schemas.microsoft.com/office/drawing/2014/main" id="{76E0E3D0-8E86-3731-34CB-5F20898B6FF1}"/>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4" name="Forme libre : forme 13">
                <a:extLst>
                  <a:ext uri="{FF2B5EF4-FFF2-40B4-BE49-F238E27FC236}">
                    <a16:creationId xmlns:a16="http://schemas.microsoft.com/office/drawing/2014/main" id="{5982FBD1-87C4-2047-59FF-E44A1A47E0DB}"/>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837986C3-9964-AA74-8837-B683E96A49DA}"/>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7AFEC114-8B60-774E-2C60-B00CA85B56C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7355528A-D365-0ACC-53BD-ED3CA49D1F84}"/>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D13284E5-C06D-7329-09C6-5AA1F93EAF5A}"/>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D335AD8B-32C0-95F2-7074-15F64839BD77}"/>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chemeClr val="tx2"/>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830E61A-1854-0A7A-550D-45064F9682DF}"/>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chemeClr val="tx2"/>
              </a:solidFill>
              <a:ln w="1467" cap="flat">
                <a:noFill/>
                <a:prstDash val="solid"/>
                <a:miter/>
              </a:ln>
            </p:spPr>
            <p:txBody>
              <a:bodyPr rtlCol="0" anchor="ctr"/>
              <a:lstStyle/>
              <a:p>
                <a:endParaRPr lang="en-US"/>
              </a:p>
            </p:txBody>
          </p:sp>
          <p:sp>
            <p:nvSpPr>
              <p:cNvPr id="11" name="Forme libre : forme 10">
                <a:extLst>
                  <a:ext uri="{FF2B5EF4-FFF2-40B4-BE49-F238E27FC236}">
                    <a16:creationId xmlns:a16="http://schemas.microsoft.com/office/drawing/2014/main" id="{C1D2BADC-7C9E-30D4-DA17-F94B4976DD62}"/>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chemeClr val="tx2"/>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CF146C0C-B6D6-8708-0CD8-50A38E66FA2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chemeClr val="tx2"/>
              </a:solidFill>
              <a:ln w="146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465674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ommaire [Graphiqu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6" name="Espace réservé du texte 6">
            <a:extLst>
              <a:ext uri="{FF2B5EF4-FFF2-40B4-BE49-F238E27FC236}">
                <a16:creationId xmlns:a16="http://schemas.microsoft.com/office/drawing/2014/main" id="{D5A98246-5BB5-C4BD-8153-0DAE46390F35}"/>
              </a:ext>
            </a:extLst>
          </p:cNvPr>
          <p:cNvSpPr>
            <a:spLocks noGrp="1"/>
          </p:cNvSpPr>
          <p:nvPr>
            <p:ph type="body" sz="quarter" idx="13" hasCustomPrompt="1"/>
          </p:nvPr>
        </p:nvSpPr>
        <p:spPr>
          <a:xfrm>
            <a:off x="2188906" y="1196101"/>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22" name="Espace réservé du texte 6">
            <a:extLst>
              <a:ext uri="{FF2B5EF4-FFF2-40B4-BE49-F238E27FC236}">
                <a16:creationId xmlns:a16="http://schemas.microsoft.com/office/drawing/2014/main" id="{E375D0E8-5951-BF26-9743-1E602FD5BB1B}"/>
              </a:ext>
            </a:extLst>
          </p:cNvPr>
          <p:cNvSpPr>
            <a:spLocks noGrp="1"/>
          </p:cNvSpPr>
          <p:nvPr>
            <p:ph type="body" sz="quarter" idx="24" hasCustomPrompt="1"/>
          </p:nvPr>
        </p:nvSpPr>
        <p:spPr>
          <a:xfrm>
            <a:off x="2188906" y="4423097"/>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24" name="Espace réservé du texte 6">
            <a:extLst>
              <a:ext uri="{FF2B5EF4-FFF2-40B4-BE49-F238E27FC236}">
                <a16:creationId xmlns:a16="http://schemas.microsoft.com/office/drawing/2014/main" id="{8530E4BA-DC8D-A3C7-E3ED-5037A7A9463F}"/>
              </a:ext>
            </a:extLst>
          </p:cNvPr>
          <p:cNvSpPr>
            <a:spLocks noGrp="1"/>
          </p:cNvSpPr>
          <p:nvPr>
            <p:ph type="body" sz="quarter" idx="26" hasCustomPrompt="1"/>
          </p:nvPr>
        </p:nvSpPr>
        <p:spPr>
          <a:xfrm>
            <a:off x="5865556" y="1196101"/>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28" name="Espace réservé du texte 6">
            <a:extLst>
              <a:ext uri="{FF2B5EF4-FFF2-40B4-BE49-F238E27FC236}">
                <a16:creationId xmlns:a16="http://schemas.microsoft.com/office/drawing/2014/main" id="{B17CEB53-CD40-2538-3719-BB6AD2C105E2}"/>
              </a:ext>
            </a:extLst>
          </p:cNvPr>
          <p:cNvSpPr>
            <a:spLocks noGrp="1"/>
          </p:cNvSpPr>
          <p:nvPr>
            <p:ph type="body" sz="quarter" idx="30" hasCustomPrompt="1"/>
          </p:nvPr>
        </p:nvSpPr>
        <p:spPr>
          <a:xfrm>
            <a:off x="5865556" y="4423097"/>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30" name="Espace réservé du texte 6">
            <a:extLst>
              <a:ext uri="{FF2B5EF4-FFF2-40B4-BE49-F238E27FC236}">
                <a16:creationId xmlns:a16="http://schemas.microsoft.com/office/drawing/2014/main" id="{5D7D6066-26E7-7FE0-6F67-D91C269364BB}"/>
              </a:ext>
            </a:extLst>
          </p:cNvPr>
          <p:cNvSpPr>
            <a:spLocks noGrp="1"/>
          </p:cNvSpPr>
          <p:nvPr>
            <p:ph type="body" sz="quarter" idx="32" hasCustomPrompt="1"/>
          </p:nvPr>
        </p:nvSpPr>
        <p:spPr>
          <a:xfrm>
            <a:off x="9523156" y="1196101"/>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sp>
        <p:nvSpPr>
          <p:cNvPr id="34" name="Espace réservé du texte 6">
            <a:extLst>
              <a:ext uri="{FF2B5EF4-FFF2-40B4-BE49-F238E27FC236}">
                <a16:creationId xmlns:a16="http://schemas.microsoft.com/office/drawing/2014/main" id="{B080146E-9011-9417-3F6B-9A2A212F7071}"/>
              </a:ext>
            </a:extLst>
          </p:cNvPr>
          <p:cNvSpPr>
            <a:spLocks noGrp="1"/>
          </p:cNvSpPr>
          <p:nvPr>
            <p:ph type="body" sz="quarter" idx="36" hasCustomPrompt="1"/>
          </p:nvPr>
        </p:nvSpPr>
        <p:spPr>
          <a:xfrm>
            <a:off x="9523156" y="4423097"/>
            <a:ext cx="2059641" cy="1476815"/>
          </a:xfrm>
        </p:spPr>
        <p:txBody>
          <a:bodyPr wrap="square" anchor="b">
            <a:spAutoFit/>
          </a:bodyPr>
          <a:lstStyle>
            <a:lvl1pPr>
              <a:defRPr>
                <a:solidFill>
                  <a:schemeClr val="tx2"/>
                </a:solidFill>
              </a:defRPr>
            </a:lvl1pPr>
            <a:lvl2pPr>
              <a:defRPr sz="1200">
                <a:solidFill>
                  <a:schemeClr val="tx2">
                    <a:lumMod val="60000"/>
                    <a:lumOff val="40000"/>
                  </a:schemeClr>
                </a:solidFill>
              </a:defRPr>
            </a:lvl2pPr>
          </a:lstStyle>
          <a:p>
            <a:pPr lvl="0"/>
            <a:r>
              <a:rPr lang="fr-FR"/>
              <a:t>Titre du chapitre </a:t>
            </a:r>
            <a:br>
              <a:rPr lang="fr-FR"/>
            </a:br>
            <a:r>
              <a:rPr lang="fr-FR"/>
              <a:t>01 sur plusieurs lignes si besoin </a:t>
            </a:r>
          </a:p>
          <a:p>
            <a:pPr lvl="1"/>
            <a:r>
              <a:rPr lang="fr-FR"/>
              <a:t>Cliquez ici pour ajouter </a:t>
            </a:r>
            <a:br>
              <a:rPr lang="fr-FR"/>
            </a:br>
            <a:r>
              <a:rPr lang="fr-FR"/>
              <a:t>le texte de niveau 02, complémentaire </a:t>
            </a:r>
            <a:br>
              <a:rPr lang="fr-FR"/>
            </a:br>
            <a:r>
              <a:rPr lang="fr-FR"/>
              <a:t>au titre du chapitre</a:t>
            </a:r>
          </a:p>
        </p:txBody>
      </p:sp>
      <p:grpSp>
        <p:nvGrpSpPr>
          <p:cNvPr id="35" name="Graphique 107">
            <a:extLst>
              <a:ext uri="{FF2B5EF4-FFF2-40B4-BE49-F238E27FC236}">
                <a16:creationId xmlns:a16="http://schemas.microsoft.com/office/drawing/2014/main" id="{4435C706-3465-153D-C292-75B99544CF4B}"/>
              </a:ext>
            </a:extLst>
          </p:cNvPr>
          <p:cNvGrpSpPr/>
          <p:nvPr userDrawn="1"/>
        </p:nvGrpSpPr>
        <p:grpSpPr>
          <a:xfrm>
            <a:off x="5657850" y="6431475"/>
            <a:ext cx="876300" cy="194766"/>
            <a:chOff x="1526098" y="1657847"/>
            <a:chExt cx="1191189" cy="264757"/>
          </a:xfrm>
          <a:solidFill>
            <a:schemeClr val="accent2"/>
          </a:solidFill>
        </p:grpSpPr>
        <p:grpSp>
          <p:nvGrpSpPr>
            <p:cNvPr id="36" name="Graphique 107">
              <a:extLst>
                <a:ext uri="{FF2B5EF4-FFF2-40B4-BE49-F238E27FC236}">
                  <a16:creationId xmlns:a16="http://schemas.microsoft.com/office/drawing/2014/main" id="{D7F186EB-9EC6-D951-E2BC-A9F4E40E945B}"/>
                </a:ext>
              </a:extLst>
            </p:cNvPr>
            <p:cNvGrpSpPr/>
            <p:nvPr/>
          </p:nvGrpSpPr>
          <p:grpSpPr>
            <a:xfrm>
              <a:off x="1526098" y="1657847"/>
              <a:ext cx="1188982" cy="264757"/>
              <a:chOff x="1526098" y="1657847"/>
              <a:chExt cx="1188982" cy="264757"/>
            </a:xfrm>
            <a:grpFill/>
          </p:grpSpPr>
          <p:sp>
            <p:nvSpPr>
              <p:cNvPr id="42" name="Forme libre : forme 41">
                <a:extLst>
                  <a:ext uri="{FF2B5EF4-FFF2-40B4-BE49-F238E27FC236}">
                    <a16:creationId xmlns:a16="http://schemas.microsoft.com/office/drawing/2014/main" id="{8A8BA1F7-864C-C621-04E0-5391AB663252}"/>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grpFill/>
              <a:ln w="1467" cap="flat">
                <a:noFill/>
                <a:prstDash val="solid"/>
                <a:miter/>
              </a:ln>
            </p:spPr>
            <p:txBody>
              <a:bodyPr rtlCol="0" anchor="ctr"/>
              <a:lstStyle/>
              <a:p>
                <a:endParaRPr lang="en-US"/>
              </a:p>
            </p:txBody>
          </p:sp>
          <p:sp>
            <p:nvSpPr>
              <p:cNvPr id="43" name="Forme libre : forme 42">
                <a:extLst>
                  <a:ext uri="{FF2B5EF4-FFF2-40B4-BE49-F238E27FC236}">
                    <a16:creationId xmlns:a16="http://schemas.microsoft.com/office/drawing/2014/main" id="{3C56D97A-59A1-6A3A-3DA6-FDCC477E1E85}"/>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grpFill/>
              <a:ln w="1467" cap="flat">
                <a:noFill/>
                <a:prstDash val="solid"/>
                <a:miter/>
              </a:ln>
            </p:spPr>
            <p:txBody>
              <a:bodyPr rtlCol="0" anchor="ctr"/>
              <a:lstStyle/>
              <a:p>
                <a:endParaRPr lang="en-US"/>
              </a:p>
            </p:txBody>
          </p:sp>
          <p:sp>
            <p:nvSpPr>
              <p:cNvPr id="44" name="Forme libre : forme 43">
                <a:extLst>
                  <a:ext uri="{FF2B5EF4-FFF2-40B4-BE49-F238E27FC236}">
                    <a16:creationId xmlns:a16="http://schemas.microsoft.com/office/drawing/2014/main" id="{3AC30BE3-7FF3-30D8-E6C7-B27C4489379E}"/>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chemeClr val="accent1"/>
              </a:solidFill>
              <a:ln w="1467" cap="flat">
                <a:noFill/>
                <a:prstDash val="solid"/>
                <a:miter/>
              </a:ln>
            </p:spPr>
            <p:txBody>
              <a:bodyPr rtlCol="0" anchor="ctr"/>
              <a:lstStyle/>
              <a:p>
                <a:endParaRPr lang="en-US"/>
              </a:p>
            </p:txBody>
          </p:sp>
          <p:sp>
            <p:nvSpPr>
              <p:cNvPr id="45" name="Forme libre : forme 44">
                <a:extLst>
                  <a:ext uri="{FF2B5EF4-FFF2-40B4-BE49-F238E27FC236}">
                    <a16:creationId xmlns:a16="http://schemas.microsoft.com/office/drawing/2014/main" id="{5ABAF396-81DB-7E3D-D68B-B8E4E1AD182A}"/>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chemeClr val="accent1"/>
              </a:solidFill>
              <a:ln w="1467" cap="flat">
                <a:noFill/>
                <a:prstDash val="solid"/>
                <a:miter/>
              </a:ln>
            </p:spPr>
            <p:txBody>
              <a:bodyPr rtlCol="0" anchor="ctr"/>
              <a:lstStyle/>
              <a:p>
                <a:endParaRPr lang="en-US"/>
              </a:p>
            </p:txBody>
          </p:sp>
          <p:sp>
            <p:nvSpPr>
              <p:cNvPr id="46" name="Forme libre : forme 45">
                <a:extLst>
                  <a:ext uri="{FF2B5EF4-FFF2-40B4-BE49-F238E27FC236}">
                    <a16:creationId xmlns:a16="http://schemas.microsoft.com/office/drawing/2014/main" id="{EF148A18-D2AB-5D52-A54D-A45F17727061}"/>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chemeClr val="accent1"/>
              </a:solidFill>
              <a:ln w="1467" cap="flat">
                <a:noFill/>
                <a:prstDash val="solid"/>
                <a:miter/>
              </a:ln>
            </p:spPr>
            <p:txBody>
              <a:bodyPr rtlCol="0" anchor="ctr"/>
              <a:lstStyle/>
              <a:p>
                <a:endParaRPr lang="en-US"/>
              </a:p>
            </p:txBody>
          </p:sp>
        </p:grpSp>
        <p:grpSp>
          <p:nvGrpSpPr>
            <p:cNvPr id="37" name="Graphique 107">
              <a:extLst>
                <a:ext uri="{FF2B5EF4-FFF2-40B4-BE49-F238E27FC236}">
                  <a16:creationId xmlns:a16="http://schemas.microsoft.com/office/drawing/2014/main" id="{2A912161-096D-CA2C-20A2-148FD65F0AC2}"/>
                </a:ext>
              </a:extLst>
            </p:cNvPr>
            <p:cNvGrpSpPr/>
            <p:nvPr/>
          </p:nvGrpSpPr>
          <p:grpSpPr>
            <a:xfrm>
              <a:off x="2468572" y="1844458"/>
              <a:ext cx="248716" cy="77705"/>
              <a:chOff x="2468572" y="1844458"/>
              <a:chExt cx="248716" cy="77705"/>
            </a:xfrm>
            <a:grpFill/>
          </p:grpSpPr>
          <p:sp>
            <p:nvSpPr>
              <p:cNvPr id="38" name="Forme libre : forme 37">
                <a:extLst>
                  <a:ext uri="{FF2B5EF4-FFF2-40B4-BE49-F238E27FC236}">
                    <a16:creationId xmlns:a16="http://schemas.microsoft.com/office/drawing/2014/main" id="{5661CAE0-2864-FBD6-6BB3-8C4891F1F8A7}"/>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10ED3B36-1314-501A-58FF-E0CFBD05B858}"/>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grpFill/>
              <a:ln w="1467"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880693DF-FD14-9D58-CD0F-006964EFE433}"/>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41" name="Forme libre : forme 40">
                <a:extLst>
                  <a:ext uri="{FF2B5EF4-FFF2-40B4-BE49-F238E27FC236}">
                    <a16:creationId xmlns:a16="http://schemas.microsoft.com/office/drawing/2014/main" id="{4AD42A51-B8CA-F8C9-795B-B86CCF7DC793}"/>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grpFill/>
              <a:ln w="1467" cap="flat">
                <a:noFill/>
                <a:prstDash val="solid"/>
                <a:miter/>
              </a:ln>
            </p:spPr>
            <p:txBody>
              <a:bodyPr rtlCol="0" anchor="ctr"/>
              <a:lstStyle/>
              <a:p>
                <a:endParaRPr lang="en-US"/>
              </a:p>
            </p:txBody>
          </p:sp>
        </p:grpSp>
      </p:grpSp>
      <p:sp>
        <p:nvSpPr>
          <p:cNvPr id="48" name="Espace réservé du texte 47">
            <a:extLst>
              <a:ext uri="{FF2B5EF4-FFF2-40B4-BE49-F238E27FC236}">
                <a16:creationId xmlns:a16="http://schemas.microsoft.com/office/drawing/2014/main" id="{FE6B947B-2B7A-745D-C1C8-C74C05FDB7B0}"/>
              </a:ext>
            </a:extLst>
          </p:cNvPr>
          <p:cNvSpPr>
            <a:spLocks noGrp="1"/>
          </p:cNvSpPr>
          <p:nvPr>
            <p:ph type="body" sz="quarter" idx="37" hasCustomPrompt="1"/>
          </p:nvPr>
        </p:nvSpPr>
        <p:spPr>
          <a:xfrm>
            <a:off x="1660980" y="1196101"/>
            <a:ext cx="516168" cy="609398"/>
          </a:xfrm>
        </p:spPr>
        <p:txBody>
          <a:bodyPr wrap="none" anchor="b" anchorCtr="0">
            <a:spAutoFit/>
          </a:bodyPr>
          <a:lstStyle>
            <a:lvl1pPr marL="0" indent="0" algn="r">
              <a:buNone/>
              <a:defRPr sz="4400">
                <a:solidFill>
                  <a:schemeClr val="accent1"/>
                </a:solidFill>
              </a:defRPr>
            </a:lvl1pPr>
          </a:lstStyle>
          <a:p>
            <a:pPr lvl="0"/>
            <a:r>
              <a:rPr lang="fr-FR"/>
              <a:t>01</a:t>
            </a:r>
            <a:endParaRPr lang="en-US"/>
          </a:p>
        </p:txBody>
      </p:sp>
      <p:sp>
        <p:nvSpPr>
          <p:cNvPr id="49" name="Espace réservé du texte 47">
            <a:extLst>
              <a:ext uri="{FF2B5EF4-FFF2-40B4-BE49-F238E27FC236}">
                <a16:creationId xmlns:a16="http://schemas.microsoft.com/office/drawing/2014/main" id="{C8B5C4C2-EAF2-A8BC-B1C8-2D572EF3FC11}"/>
              </a:ext>
            </a:extLst>
          </p:cNvPr>
          <p:cNvSpPr>
            <a:spLocks noGrp="1"/>
          </p:cNvSpPr>
          <p:nvPr>
            <p:ph type="body" sz="quarter" idx="38" hasCustomPrompt="1"/>
          </p:nvPr>
        </p:nvSpPr>
        <p:spPr>
          <a:xfrm>
            <a:off x="5202441" y="1196101"/>
            <a:ext cx="639599" cy="609398"/>
          </a:xfrm>
        </p:spPr>
        <p:txBody>
          <a:bodyPr wrap="none" anchor="b" anchorCtr="0">
            <a:spAutoFit/>
          </a:bodyPr>
          <a:lstStyle>
            <a:lvl1pPr marL="0" indent="0" algn="r">
              <a:buNone/>
              <a:defRPr sz="4400">
                <a:solidFill>
                  <a:schemeClr val="accent1"/>
                </a:solidFill>
              </a:defRPr>
            </a:lvl1pPr>
          </a:lstStyle>
          <a:p>
            <a:pPr lvl="0"/>
            <a:r>
              <a:rPr lang="fr-FR"/>
              <a:t>02</a:t>
            </a:r>
            <a:endParaRPr lang="en-US"/>
          </a:p>
        </p:txBody>
      </p:sp>
      <p:sp>
        <p:nvSpPr>
          <p:cNvPr id="50" name="Espace réservé du texte 47">
            <a:extLst>
              <a:ext uri="{FF2B5EF4-FFF2-40B4-BE49-F238E27FC236}">
                <a16:creationId xmlns:a16="http://schemas.microsoft.com/office/drawing/2014/main" id="{165D0BFE-3D5B-A027-E666-A9285DD26784}"/>
              </a:ext>
            </a:extLst>
          </p:cNvPr>
          <p:cNvSpPr>
            <a:spLocks noGrp="1"/>
          </p:cNvSpPr>
          <p:nvPr>
            <p:ph type="body" sz="quarter" idx="39" hasCustomPrompt="1"/>
          </p:nvPr>
        </p:nvSpPr>
        <p:spPr>
          <a:xfrm>
            <a:off x="8882901" y="1196101"/>
            <a:ext cx="652423" cy="609398"/>
          </a:xfrm>
        </p:spPr>
        <p:txBody>
          <a:bodyPr wrap="none" anchor="b" anchorCtr="0">
            <a:spAutoFit/>
          </a:bodyPr>
          <a:lstStyle>
            <a:lvl1pPr marL="0" indent="0" algn="r">
              <a:buNone/>
              <a:defRPr sz="4400">
                <a:solidFill>
                  <a:schemeClr val="accent1"/>
                </a:solidFill>
              </a:defRPr>
            </a:lvl1pPr>
          </a:lstStyle>
          <a:p>
            <a:pPr lvl="0"/>
            <a:r>
              <a:rPr lang="fr-FR"/>
              <a:t>03</a:t>
            </a:r>
            <a:endParaRPr lang="en-US"/>
          </a:p>
        </p:txBody>
      </p:sp>
      <p:sp>
        <p:nvSpPr>
          <p:cNvPr id="51" name="Espace réservé du texte 47">
            <a:extLst>
              <a:ext uri="{FF2B5EF4-FFF2-40B4-BE49-F238E27FC236}">
                <a16:creationId xmlns:a16="http://schemas.microsoft.com/office/drawing/2014/main" id="{4DD9E2C5-D802-6D41-DD73-ABBFD52E4899}"/>
              </a:ext>
            </a:extLst>
          </p:cNvPr>
          <p:cNvSpPr>
            <a:spLocks noGrp="1"/>
          </p:cNvSpPr>
          <p:nvPr>
            <p:ph type="body" sz="quarter" idx="40" hasCustomPrompt="1"/>
          </p:nvPr>
        </p:nvSpPr>
        <p:spPr>
          <a:xfrm>
            <a:off x="1497344" y="4416527"/>
            <a:ext cx="689291" cy="609398"/>
          </a:xfrm>
        </p:spPr>
        <p:txBody>
          <a:bodyPr wrap="none" anchor="b" anchorCtr="0">
            <a:spAutoFit/>
          </a:bodyPr>
          <a:lstStyle>
            <a:lvl1pPr marL="0" indent="0" algn="r">
              <a:buNone/>
              <a:defRPr sz="4400">
                <a:solidFill>
                  <a:schemeClr val="accent1"/>
                </a:solidFill>
              </a:defRPr>
            </a:lvl1pPr>
          </a:lstStyle>
          <a:p>
            <a:pPr lvl="0"/>
            <a:r>
              <a:rPr lang="fr-FR"/>
              <a:t>04</a:t>
            </a:r>
            <a:endParaRPr lang="en-US"/>
          </a:p>
        </p:txBody>
      </p:sp>
      <p:sp>
        <p:nvSpPr>
          <p:cNvPr id="52" name="Espace réservé du texte 47">
            <a:extLst>
              <a:ext uri="{FF2B5EF4-FFF2-40B4-BE49-F238E27FC236}">
                <a16:creationId xmlns:a16="http://schemas.microsoft.com/office/drawing/2014/main" id="{1D7DDCB3-8A84-FE57-BFF1-617AFCEDA7E4}"/>
              </a:ext>
            </a:extLst>
          </p:cNvPr>
          <p:cNvSpPr>
            <a:spLocks noGrp="1"/>
          </p:cNvSpPr>
          <p:nvPr>
            <p:ph type="body" sz="quarter" idx="41" hasCustomPrompt="1"/>
          </p:nvPr>
        </p:nvSpPr>
        <p:spPr>
          <a:xfrm>
            <a:off x="5202441" y="4416527"/>
            <a:ext cx="655629" cy="609398"/>
          </a:xfrm>
        </p:spPr>
        <p:txBody>
          <a:bodyPr wrap="none" anchor="b" anchorCtr="0">
            <a:spAutoFit/>
          </a:bodyPr>
          <a:lstStyle>
            <a:lvl1pPr marL="0" indent="0" algn="r">
              <a:buNone/>
              <a:defRPr sz="4400">
                <a:solidFill>
                  <a:schemeClr val="accent1"/>
                </a:solidFill>
              </a:defRPr>
            </a:lvl1pPr>
          </a:lstStyle>
          <a:p>
            <a:pPr lvl="0"/>
            <a:r>
              <a:rPr lang="fr-FR"/>
              <a:t>05</a:t>
            </a:r>
            <a:endParaRPr lang="en-US"/>
          </a:p>
        </p:txBody>
      </p:sp>
      <p:sp>
        <p:nvSpPr>
          <p:cNvPr id="53" name="Espace réservé du texte 47">
            <a:extLst>
              <a:ext uri="{FF2B5EF4-FFF2-40B4-BE49-F238E27FC236}">
                <a16:creationId xmlns:a16="http://schemas.microsoft.com/office/drawing/2014/main" id="{16C9FAC1-9FF7-4EF7-A769-46EB0825F116}"/>
              </a:ext>
            </a:extLst>
          </p:cNvPr>
          <p:cNvSpPr>
            <a:spLocks noGrp="1"/>
          </p:cNvSpPr>
          <p:nvPr>
            <p:ph type="body" sz="quarter" idx="42" hasCustomPrompt="1"/>
          </p:nvPr>
        </p:nvSpPr>
        <p:spPr>
          <a:xfrm>
            <a:off x="8847728" y="4416527"/>
            <a:ext cx="668453" cy="609398"/>
          </a:xfrm>
        </p:spPr>
        <p:txBody>
          <a:bodyPr wrap="none" anchor="b" anchorCtr="0">
            <a:spAutoFit/>
          </a:bodyPr>
          <a:lstStyle>
            <a:lvl1pPr marL="0" indent="0" algn="r">
              <a:buNone/>
              <a:defRPr sz="4400">
                <a:solidFill>
                  <a:schemeClr val="accent1"/>
                </a:solidFill>
              </a:defRPr>
            </a:lvl1pPr>
          </a:lstStyle>
          <a:p>
            <a:pPr lvl="0"/>
            <a:r>
              <a:rPr lang="fr-FR"/>
              <a:t>06</a:t>
            </a:r>
            <a:endParaRPr lang="en-US"/>
          </a:p>
        </p:txBody>
      </p:sp>
      <p:sp>
        <p:nvSpPr>
          <p:cNvPr id="2" name="Espace réservé du texte 18">
            <a:extLst>
              <a:ext uri="{FF2B5EF4-FFF2-40B4-BE49-F238E27FC236}">
                <a16:creationId xmlns:a16="http://schemas.microsoft.com/office/drawing/2014/main" id="{1543CA6B-F2F8-0E99-313D-7F4D7F0B4309}"/>
              </a:ext>
            </a:extLst>
          </p:cNvPr>
          <p:cNvSpPr>
            <a:spLocks noGrp="1"/>
          </p:cNvSpPr>
          <p:nvPr>
            <p:ph type="body" sz="quarter" idx="18" hasCustomPrompt="1"/>
          </p:nvPr>
        </p:nvSpPr>
        <p:spPr>
          <a:xfrm rot="16200000">
            <a:off x="-3148218" y="2736503"/>
            <a:ext cx="7232749" cy="1384995"/>
          </a:xfrm>
        </p:spPr>
        <p:txBody>
          <a:bodyPr wrap="none">
            <a:spAutoFit/>
          </a:bodyPr>
          <a:lstStyle>
            <a:lvl1pPr marL="0" indent="0" algn="ctr">
              <a:spcBef>
                <a:spcPts val="1800"/>
              </a:spcBef>
              <a:buNone/>
              <a:defRPr sz="9800" cap="all" baseline="0">
                <a:ln>
                  <a:gradFill flip="none" rotWithShape="1">
                    <a:gsLst>
                      <a:gs pos="0">
                        <a:schemeClr val="accent1"/>
                      </a:gs>
                      <a:gs pos="77000">
                        <a:schemeClr val="accent1">
                          <a:alpha val="0"/>
                        </a:schemeClr>
                      </a:gs>
                    </a:gsLst>
                    <a:lin ang="5400000" scaled="1"/>
                    <a:tileRect/>
                  </a:gradFill>
                </a:ln>
                <a:noFill/>
                <a:latin typeface="+mj-lt"/>
              </a:defRPr>
            </a:lvl1pPr>
          </a:lstStyle>
          <a:p>
            <a:pPr lvl="0"/>
            <a:r>
              <a:rPr lang="fr-FR"/>
              <a:t>SOMMAIRE</a:t>
            </a:r>
          </a:p>
        </p:txBody>
      </p:sp>
    </p:spTree>
    <p:extLst>
      <p:ext uri="{BB962C8B-B14F-4D97-AF65-F5344CB8AC3E}">
        <p14:creationId xmlns:p14="http://schemas.microsoft.com/office/powerpoint/2010/main" val="101637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hapi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capture d’écran, Caractère coloré, léger, art&#10;&#10;Description générée automatiquement">
            <a:extLst>
              <a:ext uri="{FF2B5EF4-FFF2-40B4-BE49-F238E27FC236}">
                <a16:creationId xmlns:a16="http://schemas.microsoft.com/office/drawing/2014/main" id="{AF86D8D9-852E-16A5-1274-7B13C097AAE5}"/>
              </a:ext>
            </a:extLst>
          </p:cNvPr>
          <p:cNvPicPr>
            <a:picLocks noChangeAspect="1"/>
          </p:cNvPicPr>
          <p:nvPr userDrawn="1"/>
        </p:nvPicPr>
        <p:blipFill rotWithShape="1">
          <a:blip r:embed="rId2" cstate="screen">
            <a:alphaModFix/>
            <a:extLst>
              <a:ext uri="{28A0092B-C50C-407E-A947-70E740481C1C}">
                <a14:useLocalDpi xmlns:a14="http://schemas.microsoft.com/office/drawing/2010/main" val="0"/>
              </a:ext>
            </a:extLst>
          </a:blip>
          <a:srcRect/>
          <a:stretch/>
        </p:blipFill>
        <p:spPr>
          <a:xfrm>
            <a:off x="334224" y="1123950"/>
            <a:ext cx="5029202" cy="4610100"/>
          </a:xfrm>
          <a:prstGeom prst="rect">
            <a:avLst/>
          </a:prstGeom>
        </p:spPr>
      </p:pic>
      <p:sp>
        <p:nvSpPr>
          <p:cNvPr id="8" name="Espace réservé du texte 7">
            <a:extLst>
              <a:ext uri="{FF2B5EF4-FFF2-40B4-BE49-F238E27FC236}">
                <a16:creationId xmlns:a16="http://schemas.microsoft.com/office/drawing/2014/main" id="{CD522C90-0381-0F91-D7C5-A3E329678568}"/>
              </a:ext>
            </a:extLst>
          </p:cNvPr>
          <p:cNvSpPr>
            <a:spLocks noGrp="1"/>
          </p:cNvSpPr>
          <p:nvPr>
            <p:ph type="body" sz="quarter" idx="10" hasCustomPrompt="1"/>
          </p:nvPr>
        </p:nvSpPr>
        <p:spPr>
          <a:xfrm>
            <a:off x="1455788" y="2078832"/>
            <a:ext cx="2786074" cy="2700337"/>
          </a:xfrm>
        </p:spPr>
        <p:txBody>
          <a:bodyPr rIns="144000" anchor="ctr">
            <a:noAutofit/>
          </a:bodyPr>
          <a:lstStyle>
            <a:lvl1pPr marL="0" indent="0" algn="ctr">
              <a:buNone/>
              <a:defRPr sz="16600">
                <a:gradFill>
                  <a:gsLst>
                    <a:gs pos="3000">
                      <a:schemeClr val="tx2"/>
                    </a:gs>
                    <a:gs pos="100000">
                      <a:schemeClr val="accent1"/>
                    </a:gs>
                  </a:gsLst>
                  <a:lin ang="18900000" scaled="1"/>
                </a:gradFill>
              </a:defRPr>
            </a:lvl1pPr>
            <a:lvl2pPr marL="285750" indent="-285750" algn="ctr">
              <a:buFont typeface="Arial" panose="020B0604020202020204" pitchFamily="34" charset="0"/>
              <a:buChar char=" "/>
              <a:defRPr sz="3200">
                <a:solidFill>
                  <a:schemeClr val="bg1"/>
                </a:solidFill>
              </a:defRPr>
            </a:lvl2pPr>
          </a:lstStyle>
          <a:p>
            <a:pPr lvl="0"/>
            <a:r>
              <a:rPr lang="fr-FR"/>
              <a:t>01</a:t>
            </a:r>
          </a:p>
        </p:txBody>
      </p:sp>
      <p:sp>
        <p:nvSpPr>
          <p:cNvPr id="9" name="Espace réservé du texte 25">
            <a:extLst>
              <a:ext uri="{FF2B5EF4-FFF2-40B4-BE49-F238E27FC236}">
                <a16:creationId xmlns:a16="http://schemas.microsoft.com/office/drawing/2014/main" id="{6139E8A3-3E91-325E-5902-5301B5DF1FB9}"/>
              </a:ext>
            </a:extLst>
          </p:cNvPr>
          <p:cNvSpPr>
            <a:spLocks noGrp="1"/>
          </p:cNvSpPr>
          <p:nvPr>
            <p:ph type="body" sz="quarter" idx="19" hasCustomPrompt="1"/>
          </p:nvPr>
        </p:nvSpPr>
        <p:spPr>
          <a:xfrm>
            <a:off x="6105305" y="2898396"/>
            <a:ext cx="5751336" cy="1495794"/>
          </a:xfrm>
        </p:spPr>
        <p:txBody>
          <a:bodyPr lIns="144000" anchor="ctr">
            <a:spAutoFit/>
          </a:bodyPr>
          <a:lstStyle>
            <a:lvl1pPr>
              <a:spcBef>
                <a:spcPts val="0"/>
              </a:spcBef>
              <a:defRPr sz="3600">
                <a:gradFill>
                  <a:gsLst>
                    <a:gs pos="3000">
                      <a:schemeClr val="accent2"/>
                    </a:gs>
                    <a:gs pos="100000">
                      <a:schemeClr val="accent1"/>
                    </a:gs>
                  </a:gsLst>
                  <a:lin ang="18900000" scaled="1"/>
                </a:gradFill>
              </a:defRPr>
            </a:lvl1pPr>
            <a:lvl2pPr>
              <a:spcBef>
                <a:spcPts val="1200"/>
              </a:spcBef>
              <a:defRPr sz="2000">
                <a:solidFill>
                  <a:schemeClr val="bg1">
                    <a:alpha val="50000"/>
                  </a:schemeClr>
                </a:solidFill>
              </a:defRPr>
            </a:lvl2pPr>
          </a:lstStyle>
          <a:p>
            <a:pPr lvl="0"/>
            <a:r>
              <a:rPr lang="fr-FR"/>
              <a:t>Titre du chapitre 01</a:t>
            </a:r>
            <a:br>
              <a:rPr lang="fr-FR"/>
            </a:br>
            <a:r>
              <a:rPr lang="fr-FR"/>
              <a:t>sur plusieurs lignes </a:t>
            </a:r>
            <a:br>
              <a:rPr lang="fr-FR"/>
            </a:br>
            <a:r>
              <a:rPr lang="fr-FR"/>
              <a:t>si nécessaire</a:t>
            </a:r>
          </a:p>
        </p:txBody>
      </p:sp>
    </p:spTree>
    <p:extLst>
      <p:ext uri="{BB962C8B-B14F-4D97-AF65-F5344CB8AC3E}">
        <p14:creationId xmlns:p14="http://schemas.microsoft.com/office/powerpoint/2010/main" val="4022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 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1103289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23878063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re + txt [2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4" y="1700213"/>
            <a:ext cx="5302308"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a:t>
            </a:r>
          </a:p>
          <a:p>
            <a:pPr lvl="1"/>
            <a:r>
              <a:rPr lang="fr-FR"/>
              <a:t>Cliquez ici pour ajouter votre texte de niveau 02. Lorem ipsum dolor sit amet, consectetuer adipiscing elit. Maecenas porttitor congue massa. Fusce posuere, magna sed pulvinar ultricies, purus lectus malesuada</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8" name="Espace réservé du texte 8">
            <a:extLst>
              <a:ext uri="{FF2B5EF4-FFF2-40B4-BE49-F238E27FC236}">
                <a16:creationId xmlns:a16="http://schemas.microsoft.com/office/drawing/2014/main" id="{805AA651-35B5-A028-61BB-B09802E78EB5}"/>
              </a:ext>
            </a:extLst>
          </p:cNvPr>
          <p:cNvSpPr>
            <a:spLocks noGrp="1"/>
          </p:cNvSpPr>
          <p:nvPr>
            <p:ph type="body" sz="quarter" idx="17" hasCustomPrompt="1"/>
          </p:nvPr>
        </p:nvSpPr>
        <p:spPr>
          <a:xfrm>
            <a:off x="6254874" y="1700213"/>
            <a:ext cx="5302308"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a:t>
            </a:r>
          </a:p>
          <a:p>
            <a:pPr lvl="1"/>
            <a:r>
              <a:rPr lang="fr-FR"/>
              <a:t>Cliquez ici pour ajouter votre texte de niveau 02. Lorem ipsum dolor sit amet, consectetuer adipiscing elit. Maecenas porttitor congue massa. Fusce posuere, magna sed pulvinar ultricies, purus lectus malesuada</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Tree>
    <p:extLst>
      <p:ext uri="{BB962C8B-B14F-4D97-AF65-F5344CB8AC3E}">
        <p14:creationId xmlns:p14="http://schemas.microsoft.com/office/powerpoint/2010/main" val="9619428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 txt [3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solidFill>
                  <a:schemeClr val="tx1"/>
                </a:solidFill>
              </a:defRPr>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4" y="1700213"/>
            <a:ext cx="3380105" cy="4608512"/>
          </a:xfrm>
        </p:spPr>
        <p:txBody>
          <a:bodyPr/>
          <a:lstStyle>
            <a:lvl2pPr>
              <a:defRPr/>
            </a:lvl2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14" name="Espace réservé du texte 8">
            <a:extLst>
              <a:ext uri="{FF2B5EF4-FFF2-40B4-BE49-F238E27FC236}">
                <a16:creationId xmlns:a16="http://schemas.microsoft.com/office/drawing/2014/main" id="{B80D2995-1FAB-54AE-A6C0-AEA751624D37}"/>
              </a:ext>
            </a:extLst>
          </p:cNvPr>
          <p:cNvSpPr>
            <a:spLocks noGrp="1"/>
          </p:cNvSpPr>
          <p:nvPr>
            <p:ph type="body" sz="quarter" idx="17" hasCustomPrompt="1"/>
          </p:nvPr>
        </p:nvSpPr>
        <p:spPr>
          <a:xfrm>
            <a:off x="4314525" y="1700213"/>
            <a:ext cx="3380105" cy="4608512"/>
          </a:xfrm>
        </p:spPr>
        <p:txBody>
          <a:bodyPr/>
          <a:lstStyle>
            <a:lvl2pPr>
              <a:defRPr/>
            </a:lvl2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5" name="Espace réservé du texte 8">
            <a:extLst>
              <a:ext uri="{FF2B5EF4-FFF2-40B4-BE49-F238E27FC236}">
                <a16:creationId xmlns:a16="http://schemas.microsoft.com/office/drawing/2014/main" id="{1A4F5879-1531-095B-FF7D-EC153DE2A4D5}"/>
              </a:ext>
            </a:extLst>
          </p:cNvPr>
          <p:cNvSpPr>
            <a:spLocks noGrp="1"/>
          </p:cNvSpPr>
          <p:nvPr>
            <p:ph type="body" sz="quarter" idx="18" hasCustomPrompt="1"/>
          </p:nvPr>
        </p:nvSpPr>
        <p:spPr>
          <a:xfrm>
            <a:off x="8164757" y="1700213"/>
            <a:ext cx="3380105" cy="4608512"/>
          </a:xfrm>
        </p:spPr>
        <p:txBody>
          <a:bodyPr/>
          <a:lstStyle>
            <a:lvl2pPr>
              <a:defRPr/>
            </a:lvl2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Lorem ipsum dolor sit amet, consectetuer adipiscing elit. Maecenas porttitor congue massa. Fusce posuere, magna sed pulvinar ultricies, purus lectus malesuada libero</a:t>
            </a:r>
          </a:p>
        </p:txBody>
      </p:sp>
    </p:spTree>
    <p:extLst>
      <p:ext uri="{BB962C8B-B14F-4D97-AF65-F5344CB8AC3E}">
        <p14:creationId xmlns:p14="http://schemas.microsoft.com/office/powerpoint/2010/main" val="11569739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 txt [4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5"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17" name="Espace réservé du texte 8">
            <a:extLst>
              <a:ext uri="{FF2B5EF4-FFF2-40B4-BE49-F238E27FC236}">
                <a16:creationId xmlns:a16="http://schemas.microsoft.com/office/drawing/2014/main" id="{8A061F27-CB7A-E366-FFFD-52059B3DD58C}"/>
              </a:ext>
            </a:extLst>
          </p:cNvPr>
          <p:cNvSpPr>
            <a:spLocks noGrp="1"/>
          </p:cNvSpPr>
          <p:nvPr>
            <p:ph type="body" sz="quarter" idx="17" hasCustomPrompt="1"/>
          </p:nvPr>
        </p:nvSpPr>
        <p:spPr>
          <a:xfrm>
            <a:off x="3350216"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8" name="Espace réservé du texte 8">
            <a:extLst>
              <a:ext uri="{FF2B5EF4-FFF2-40B4-BE49-F238E27FC236}">
                <a16:creationId xmlns:a16="http://schemas.microsoft.com/office/drawing/2014/main" id="{522EFFB4-2221-BB1E-1912-E7F15232CEC6}"/>
              </a:ext>
            </a:extLst>
          </p:cNvPr>
          <p:cNvSpPr>
            <a:spLocks noGrp="1"/>
          </p:cNvSpPr>
          <p:nvPr>
            <p:ph type="body" sz="quarter" idx="18" hasCustomPrompt="1"/>
          </p:nvPr>
        </p:nvSpPr>
        <p:spPr>
          <a:xfrm>
            <a:off x="6224934"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9" name="Espace réservé du texte 8">
            <a:extLst>
              <a:ext uri="{FF2B5EF4-FFF2-40B4-BE49-F238E27FC236}">
                <a16:creationId xmlns:a16="http://schemas.microsoft.com/office/drawing/2014/main" id="{8B9DE20A-1538-6AFE-A01D-45685A2A8DC6}"/>
              </a:ext>
            </a:extLst>
          </p:cNvPr>
          <p:cNvSpPr>
            <a:spLocks noGrp="1"/>
          </p:cNvSpPr>
          <p:nvPr>
            <p:ph type="body" sz="quarter" idx="19" hasCustomPrompt="1"/>
          </p:nvPr>
        </p:nvSpPr>
        <p:spPr>
          <a:xfrm>
            <a:off x="9114186" y="1700213"/>
            <a:ext cx="2419006" cy="4608512"/>
          </a:xfrm>
        </p:spPr>
        <p:txBody>
          <a:bodyPr>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Lorem ipsum dolor sit amet, elit. </a:t>
            </a:r>
          </a:p>
          <a:p>
            <a:pPr lvl="1"/>
            <a:r>
              <a:rPr lang="fr-FR"/>
              <a:t>Cliquez ici pour ajouter votre texte de niveau 02. Lorem ipsum dolor sit amet, consectetuer.</a:t>
            </a:r>
          </a:p>
          <a:p>
            <a:pPr lvl="2"/>
            <a:r>
              <a:rPr lang="fr-FR"/>
              <a:t>Cliquez ici pour ajouter votre texte de niveau 03. Lorem ipsum dolor sit amet, consectetuer adipiscing elit.</a:t>
            </a:r>
          </a:p>
          <a:p>
            <a:pPr lvl="3"/>
            <a:r>
              <a:rPr lang="fr-FR"/>
              <a:t>Cliquez ici pour ajouter votre texte de niveau 04. Lorem ipsum dolor sit amet, consectetuer adipiscing elit. </a:t>
            </a:r>
          </a:p>
          <a:p>
            <a:pPr lvl="4"/>
            <a:r>
              <a:rPr lang="fr-FR"/>
              <a:t>Cliquez ici pour ajouter votre texte de niveau 05. Lorem ipsum dolor sit amet, consectetuer adipiscing elit. Maecenas porttitor congue massa. Fusce posuere, magna sed pulvinar ultricies, purus lectus malesuada libero</a:t>
            </a:r>
          </a:p>
        </p:txBody>
      </p:sp>
    </p:spTree>
    <p:extLst>
      <p:ext uri="{BB962C8B-B14F-4D97-AF65-F5344CB8AC3E}">
        <p14:creationId xmlns:p14="http://schemas.microsoft.com/office/powerpoint/2010/main" val="4076453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 Txt + MeA Chiffres">
    <p:spTree>
      <p:nvGrpSpPr>
        <p:cNvPr id="1" name=""/>
        <p:cNvGrpSpPr/>
        <p:nvPr/>
      </p:nvGrpSpPr>
      <p:grpSpPr>
        <a:xfrm>
          <a:off x="0" y="0"/>
          <a:ext cx="0" cy="0"/>
          <a:chOff x="0" y="0"/>
          <a:chExt cx="0" cy="0"/>
        </a:xfrm>
      </p:grpSpPr>
      <p:sp>
        <p:nvSpPr>
          <p:cNvPr id="3" name="Espace réservé du texte 8">
            <a:extLst>
              <a:ext uri="{FF2B5EF4-FFF2-40B4-BE49-F238E27FC236}">
                <a16:creationId xmlns:a16="http://schemas.microsoft.com/office/drawing/2014/main" id="{C5EE9323-7AF2-B1AA-7CA0-D6C06A27BCD7}"/>
              </a:ext>
            </a:extLst>
          </p:cNvPr>
          <p:cNvSpPr>
            <a:spLocks noGrp="1"/>
          </p:cNvSpPr>
          <p:nvPr>
            <p:ph type="body" sz="quarter" idx="17" hasCustomPrompt="1"/>
          </p:nvPr>
        </p:nvSpPr>
        <p:spPr>
          <a:xfrm>
            <a:off x="8976321" y="0"/>
            <a:ext cx="2932310" cy="6858000"/>
          </a:xfrm>
          <a:gradFill>
            <a:gsLst>
              <a:gs pos="3000">
                <a:srgbClr val="4B3249"/>
              </a:gs>
              <a:gs pos="99000">
                <a:schemeClr val="accent1"/>
              </a:gs>
            </a:gsLst>
            <a:lin ang="18900000" scaled="1"/>
          </a:gradFill>
        </p:spPr>
        <p:txBody>
          <a:bodyPr lIns="396000" anchor="ctr">
            <a:noAutofit/>
          </a:bodyPr>
          <a:lstStyle>
            <a:lvl1pPr>
              <a:spcBef>
                <a:spcPts val="3000"/>
              </a:spcBef>
              <a:defRPr>
                <a:solidFill>
                  <a:schemeClr val="bg1"/>
                </a:solidFill>
              </a:defRPr>
            </a:lvl1pPr>
            <a:lvl2pPr marL="179388" indent="-179388">
              <a:spcBef>
                <a:spcPts val="0"/>
              </a:spcBef>
              <a:buFont typeface="Arial" panose="020B0604020202020204" pitchFamily="34" charset="0"/>
              <a:buChar char=" "/>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1"/>
            <a:endParaRPr lang="fr-F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7596845" cy="498598"/>
          </a:xfrm>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7596845"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779253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lvl1pPr>
              <a:defRPr>
                <a:solidFill>
                  <a:schemeClr val="tx1">
                    <a:alpha val="70000"/>
                  </a:schemeClr>
                </a:solidFill>
              </a:defRPr>
            </a:lvl1pPr>
          </a:lstStyle>
          <a:p>
            <a:r>
              <a:rPr lang="fr-FR"/>
              <a:t>Titre du document //  Niveau de confidentialité // Interne/Externe</a:t>
            </a:r>
          </a:p>
        </p:txBody>
      </p:sp>
    </p:spTree>
    <p:extLst>
      <p:ext uri="{BB962C8B-B14F-4D97-AF65-F5344CB8AC3E}">
        <p14:creationId xmlns:p14="http://schemas.microsoft.com/office/powerpoint/2010/main" val="1980229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 Txt + MeA Graphique [Orange]">
    <p:spTree>
      <p:nvGrpSpPr>
        <p:cNvPr id="1" name=""/>
        <p:cNvGrpSpPr/>
        <p:nvPr/>
      </p:nvGrpSpPr>
      <p:grpSpPr>
        <a:xfrm>
          <a:off x="0" y="0"/>
          <a:ext cx="0" cy="0"/>
          <a:chOff x="0" y="0"/>
          <a:chExt cx="0" cy="0"/>
        </a:xfrm>
      </p:grpSpPr>
      <p:sp>
        <p:nvSpPr>
          <p:cNvPr id="3" name="Espace réservé du texte 8">
            <a:extLst>
              <a:ext uri="{FF2B5EF4-FFF2-40B4-BE49-F238E27FC236}">
                <a16:creationId xmlns:a16="http://schemas.microsoft.com/office/drawing/2014/main" id="{C5EE9323-7AF2-B1AA-7CA0-D6C06A27BCD7}"/>
              </a:ext>
            </a:extLst>
          </p:cNvPr>
          <p:cNvSpPr>
            <a:spLocks noGrp="1"/>
          </p:cNvSpPr>
          <p:nvPr>
            <p:ph type="body" sz="quarter" idx="17" hasCustomPrompt="1"/>
          </p:nvPr>
        </p:nvSpPr>
        <p:spPr>
          <a:xfrm>
            <a:off x="7392144" y="0"/>
            <a:ext cx="4516487" cy="6858000"/>
          </a:xfrm>
          <a:solidFill>
            <a:schemeClr val="accent1"/>
          </a:solidFill>
        </p:spPr>
        <p:txBody>
          <a:bodyPr lIns="396000" anchor="ctr">
            <a:noAutofit/>
          </a:bodyPr>
          <a:lstStyle>
            <a:lvl1pPr>
              <a:spcBef>
                <a:spcPts val="3000"/>
              </a:spcBef>
              <a:defRPr>
                <a:solidFill>
                  <a:schemeClr val="bg1"/>
                </a:solidFill>
              </a:defRPr>
            </a:lvl1pPr>
            <a:lvl2pPr marL="179388" indent="-179388">
              <a:spcBef>
                <a:spcPts val="0"/>
              </a:spcBef>
              <a:buFont typeface="Arial" panose="020B0604020202020204" pitchFamily="34" charset="0"/>
              <a:buChar char=" "/>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fr-FR"/>
              <a:t> </a:t>
            </a: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6156685" cy="498598"/>
          </a:xfrm>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6156685"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635237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
        <p:nvSpPr>
          <p:cNvPr id="6" name="Espace réservé du graphique 5">
            <a:extLst>
              <a:ext uri="{FF2B5EF4-FFF2-40B4-BE49-F238E27FC236}">
                <a16:creationId xmlns:a16="http://schemas.microsoft.com/office/drawing/2014/main" id="{1CB11986-4EE1-B99F-106E-C5E7F70A9885}"/>
              </a:ext>
            </a:extLst>
          </p:cNvPr>
          <p:cNvSpPr>
            <a:spLocks noGrp="1"/>
          </p:cNvSpPr>
          <p:nvPr>
            <p:ph type="chart" sz="quarter" idx="18" hasCustomPrompt="1"/>
          </p:nvPr>
        </p:nvSpPr>
        <p:spPr>
          <a:xfrm>
            <a:off x="7807274" y="1700213"/>
            <a:ext cx="3686226" cy="4608512"/>
          </a:xfrm>
        </p:spPr>
        <p:txBody>
          <a:bodyPr/>
          <a:lstStyle>
            <a:lvl1pPr>
              <a:defRPr/>
            </a:lvl1pPr>
          </a:lstStyle>
          <a:p>
            <a:r>
              <a:rPr lang="en-US"/>
              <a:t> </a:t>
            </a:r>
          </a:p>
        </p:txBody>
      </p:sp>
    </p:spTree>
    <p:extLst>
      <p:ext uri="{BB962C8B-B14F-4D97-AF65-F5344CB8AC3E}">
        <p14:creationId xmlns:p14="http://schemas.microsoft.com/office/powerpoint/2010/main" val="38270085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 Txt + MeA Graphique [Bleu]">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47A7CD90-838E-9254-FE49-695204C2B730}"/>
              </a:ext>
            </a:extLst>
          </p:cNvPr>
          <p:cNvSpPr/>
          <p:nvPr userDrawn="1"/>
        </p:nvSpPr>
        <p:spPr>
          <a:xfrm>
            <a:off x="11908150" y="-1"/>
            <a:ext cx="283850" cy="6431459"/>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3" name="Espace réservé du texte 8">
            <a:extLst>
              <a:ext uri="{FF2B5EF4-FFF2-40B4-BE49-F238E27FC236}">
                <a16:creationId xmlns:a16="http://schemas.microsoft.com/office/drawing/2014/main" id="{C5EE9323-7AF2-B1AA-7CA0-D6C06A27BCD7}"/>
              </a:ext>
            </a:extLst>
          </p:cNvPr>
          <p:cNvSpPr>
            <a:spLocks noGrp="1"/>
          </p:cNvSpPr>
          <p:nvPr>
            <p:ph type="body" sz="quarter" idx="17" hasCustomPrompt="1"/>
          </p:nvPr>
        </p:nvSpPr>
        <p:spPr>
          <a:xfrm>
            <a:off x="7392144" y="0"/>
            <a:ext cx="4516487" cy="6858000"/>
          </a:xfrm>
          <a:solidFill>
            <a:schemeClr val="tx2"/>
          </a:solidFill>
        </p:spPr>
        <p:txBody>
          <a:bodyPr lIns="396000" anchor="ctr">
            <a:noAutofit/>
          </a:bodyPr>
          <a:lstStyle>
            <a:lvl1pPr>
              <a:spcBef>
                <a:spcPts val="3000"/>
              </a:spcBef>
              <a:defRPr>
                <a:solidFill>
                  <a:schemeClr val="bg1"/>
                </a:solidFill>
              </a:defRPr>
            </a:lvl1pPr>
            <a:lvl2pPr marL="179388" indent="-179388">
              <a:spcBef>
                <a:spcPts val="0"/>
              </a:spcBef>
              <a:buFont typeface="Arial" panose="020B0604020202020204" pitchFamily="34" charset="0"/>
              <a:buChar char=" "/>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fr-FR"/>
              <a:t> </a:t>
            </a: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6156685" cy="498598"/>
          </a:xfrm>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6156685"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463703" y="1700213"/>
            <a:ext cx="6352377" cy="4608512"/>
          </a:xfrm>
        </p:spPr>
        <p:txBody>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lvl1pPr>
              <a:defRPr>
                <a:solidFill>
                  <a:schemeClr val="bg1">
                    <a:alpha val="70000"/>
                  </a:schemeClr>
                </a:solidFill>
              </a:defRPr>
            </a:lvl1pPr>
          </a:lstStyle>
          <a:p>
            <a:r>
              <a:rPr lang="fr-FR"/>
              <a:t>Titre du document //  Niveau de confidentialité // Interne/Externe</a:t>
            </a:r>
          </a:p>
        </p:txBody>
      </p:sp>
      <p:sp>
        <p:nvSpPr>
          <p:cNvPr id="6" name="Espace réservé du graphique 5">
            <a:extLst>
              <a:ext uri="{FF2B5EF4-FFF2-40B4-BE49-F238E27FC236}">
                <a16:creationId xmlns:a16="http://schemas.microsoft.com/office/drawing/2014/main" id="{1CB11986-4EE1-B99F-106E-C5E7F70A9885}"/>
              </a:ext>
            </a:extLst>
          </p:cNvPr>
          <p:cNvSpPr>
            <a:spLocks noGrp="1"/>
          </p:cNvSpPr>
          <p:nvPr>
            <p:ph type="chart" sz="quarter" idx="18" hasCustomPrompt="1"/>
          </p:nvPr>
        </p:nvSpPr>
        <p:spPr>
          <a:xfrm>
            <a:off x="7807274" y="1700213"/>
            <a:ext cx="3686226" cy="4608512"/>
          </a:xfrm>
        </p:spPr>
        <p:txBody>
          <a:bodyPr/>
          <a:lstStyle>
            <a:lvl1pPr>
              <a:defRPr/>
            </a:lvl1pPr>
          </a:lstStyle>
          <a:p>
            <a:r>
              <a:rPr lang="en-US"/>
              <a:t> </a:t>
            </a:r>
          </a:p>
        </p:txBody>
      </p:sp>
      <p:grpSp>
        <p:nvGrpSpPr>
          <p:cNvPr id="4" name="Groupe 3">
            <a:extLst>
              <a:ext uri="{FF2B5EF4-FFF2-40B4-BE49-F238E27FC236}">
                <a16:creationId xmlns:a16="http://schemas.microsoft.com/office/drawing/2014/main" id="{62F5CBFB-03F8-EAF7-D6FF-AB1F60DE8FFA}"/>
              </a:ext>
            </a:extLst>
          </p:cNvPr>
          <p:cNvGrpSpPr/>
          <p:nvPr userDrawn="1"/>
        </p:nvGrpSpPr>
        <p:grpSpPr>
          <a:xfrm>
            <a:off x="11948029" y="81456"/>
            <a:ext cx="213491" cy="148952"/>
            <a:chOff x="5076825" y="2719386"/>
            <a:chExt cx="2037016" cy="1421225"/>
          </a:xfrm>
          <a:solidFill>
            <a:schemeClr val="bg1"/>
          </a:solidFill>
        </p:grpSpPr>
        <p:grpSp>
          <p:nvGrpSpPr>
            <p:cNvPr id="8" name="Graphique 20">
              <a:extLst>
                <a:ext uri="{FF2B5EF4-FFF2-40B4-BE49-F238E27FC236}">
                  <a16:creationId xmlns:a16="http://schemas.microsoft.com/office/drawing/2014/main" id="{7811DEA4-89F6-0881-BC8F-7C9FFB5938FD}"/>
                </a:ext>
              </a:extLst>
            </p:cNvPr>
            <p:cNvGrpSpPr/>
            <p:nvPr/>
          </p:nvGrpSpPr>
          <p:grpSpPr>
            <a:xfrm>
              <a:off x="5421562" y="2719386"/>
              <a:ext cx="1431388" cy="1001649"/>
              <a:chOff x="5421562" y="2719386"/>
              <a:chExt cx="1431388" cy="1001649"/>
            </a:xfrm>
            <a:grpFill/>
          </p:grpSpPr>
          <p:sp>
            <p:nvSpPr>
              <p:cNvPr id="42" name="Forme libre : forme 41">
                <a:extLst>
                  <a:ext uri="{FF2B5EF4-FFF2-40B4-BE49-F238E27FC236}">
                    <a16:creationId xmlns:a16="http://schemas.microsoft.com/office/drawing/2014/main" id="{7C5F8389-A040-D7F5-E3A6-58DEAB71C610}"/>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grpFill/>
              <a:ln w="9525" cap="flat">
                <a:noFill/>
                <a:prstDash val="solid"/>
                <a:miter/>
              </a:ln>
            </p:spPr>
            <p:txBody>
              <a:bodyPr rtlCol="0" anchor="ctr"/>
              <a:lstStyle/>
              <a:p>
                <a:endParaRPr lang="en-US"/>
              </a:p>
            </p:txBody>
          </p:sp>
          <p:grpSp>
            <p:nvGrpSpPr>
              <p:cNvPr id="43" name="Graphique 20">
                <a:extLst>
                  <a:ext uri="{FF2B5EF4-FFF2-40B4-BE49-F238E27FC236}">
                    <a16:creationId xmlns:a16="http://schemas.microsoft.com/office/drawing/2014/main" id="{D95EFBF6-307B-AD01-10B2-0A32329E8199}"/>
                  </a:ext>
                </a:extLst>
              </p:cNvPr>
              <p:cNvGrpSpPr/>
              <p:nvPr/>
            </p:nvGrpSpPr>
            <p:grpSpPr>
              <a:xfrm>
                <a:off x="5421562" y="2784173"/>
                <a:ext cx="1431198" cy="749507"/>
                <a:chOff x="5421562" y="2784173"/>
                <a:chExt cx="1431198" cy="749507"/>
              </a:xfrm>
              <a:grpFill/>
            </p:grpSpPr>
            <p:sp>
              <p:nvSpPr>
                <p:cNvPr id="45" name="Forme libre : forme 44">
                  <a:extLst>
                    <a:ext uri="{FF2B5EF4-FFF2-40B4-BE49-F238E27FC236}">
                      <a16:creationId xmlns:a16="http://schemas.microsoft.com/office/drawing/2014/main" id="{79215145-396F-104C-0BA8-A186765D12EA}"/>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grpFill/>
                <a:ln w="9525" cap="flat">
                  <a:noFill/>
                  <a:prstDash val="solid"/>
                  <a:miter/>
                </a:ln>
              </p:spPr>
              <p:txBody>
                <a:bodyPr rtlCol="0" anchor="ctr"/>
                <a:lstStyle/>
                <a:p>
                  <a:endParaRPr lang="en-US"/>
                </a:p>
              </p:txBody>
            </p:sp>
            <p:sp>
              <p:nvSpPr>
                <p:cNvPr id="46" name="Forme libre : forme 45">
                  <a:extLst>
                    <a:ext uri="{FF2B5EF4-FFF2-40B4-BE49-F238E27FC236}">
                      <a16:creationId xmlns:a16="http://schemas.microsoft.com/office/drawing/2014/main" id="{F8C36DA4-BBC7-9285-6876-D68DF92F7503}"/>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grpFill/>
                <a:ln w="9525" cap="flat">
                  <a:noFill/>
                  <a:prstDash val="solid"/>
                  <a:miter/>
                </a:ln>
              </p:spPr>
              <p:txBody>
                <a:bodyPr rtlCol="0" anchor="ctr"/>
                <a:lstStyle/>
                <a:p>
                  <a:endParaRPr lang="en-US"/>
                </a:p>
              </p:txBody>
            </p:sp>
            <p:sp>
              <p:nvSpPr>
                <p:cNvPr id="47" name="Forme libre : forme 46">
                  <a:extLst>
                    <a:ext uri="{FF2B5EF4-FFF2-40B4-BE49-F238E27FC236}">
                      <a16:creationId xmlns:a16="http://schemas.microsoft.com/office/drawing/2014/main" id="{F3B3FDE9-ACBC-959F-B401-5552E9929FE5}"/>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grpFill/>
                <a:ln w="9525" cap="flat">
                  <a:noFill/>
                  <a:prstDash val="solid"/>
                  <a:miter/>
                </a:ln>
              </p:spPr>
              <p:txBody>
                <a:bodyPr rtlCol="0" anchor="ctr"/>
                <a:lstStyle/>
                <a:p>
                  <a:endParaRPr lang="en-US"/>
                </a:p>
              </p:txBody>
            </p:sp>
          </p:grpSp>
          <p:sp>
            <p:nvSpPr>
              <p:cNvPr id="44" name="Forme libre : forme 43">
                <a:extLst>
                  <a:ext uri="{FF2B5EF4-FFF2-40B4-BE49-F238E27FC236}">
                    <a16:creationId xmlns:a16="http://schemas.microsoft.com/office/drawing/2014/main" id="{A8DE79FB-0004-9010-9B25-31C67870F8B7}"/>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grpFill/>
              <a:ln w="9525" cap="flat">
                <a:noFill/>
                <a:prstDash val="solid"/>
                <a:miter/>
              </a:ln>
            </p:spPr>
            <p:txBody>
              <a:bodyPr rtlCol="0" anchor="ctr"/>
              <a:lstStyle/>
              <a:p>
                <a:endParaRPr lang="en-US"/>
              </a:p>
            </p:txBody>
          </p:sp>
        </p:grpSp>
        <p:grpSp>
          <p:nvGrpSpPr>
            <p:cNvPr id="31" name="Graphique 20">
              <a:extLst>
                <a:ext uri="{FF2B5EF4-FFF2-40B4-BE49-F238E27FC236}">
                  <a16:creationId xmlns:a16="http://schemas.microsoft.com/office/drawing/2014/main" id="{487672C9-BBEA-A570-AA35-28B908EAAD5D}"/>
                </a:ext>
              </a:extLst>
            </p:cNvPr>
            <p:cNvGrpSpPr/>
            <p:nvPr/>
          </p:nvGrpSpPr>
          <p:grpSpPr>
            <a:xfrm>
              <a:off x="5076825" y="3953731"/>
              <a:ext cx="2037016" cy="186880"/>
              <a:chOff x="5076825" y="3953731"/>
              <a:chExt cx="2037016" cy="186880"/>
            </a:xfrm>
            <a:grpFill/>
          </p:grpSpPr>
          <p:sp>
            <p:nvSpPr>
              <p:cNvPr id="32" name="Forme libre : forme 31">
                <a:extLst>
                  <a:ext uri="{FF2B5EF4-FFF2-40B4-BE49-F238E27FC236}">
                    <a16:creationId xmlns:a16="http://schemas.microsoft.com/office/drawing/2014/main" id="{94309335-9FC0-48FD-6370-7C3F89EEE8B9}"/>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grp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57A5C265-429B-8C30-F7A7-D2B900BEFCDB}"/>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E07627BF-6BB9-C56D-DC07-525B54CC3B78}"/>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grpFill/>
              <a:ln w="9525" cap="flat">
                <a:no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F7A9E9F8-2FD4-6540-2846-EEAE952989F7}"/>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grpFill/>
              <a:ln w="9525"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47CF4512-F9A5-7EBE-A41D-230826B0E8EE}"/>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9B5EF850-7EB3-4F31-65CF-C8FF6340DAA1}"/>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grpFill/>
              <a:ln w="9525" cap="flat">
                <a:noFill/>
                <a:prstDash val="solid"/>
                <a:miter/>
              </a:ln>
            </p:spPr>
            <p:txBody>
              <a:bodyPr rtlCol="0" anchor="ctr"/>
              <a:lstStyle/>
              <a:p>
                <a:endParaRPr lang="en-US"/>
              </a:p>
            </p:txBody>
          </p:sp>
          <p:sp>
            <p:nvSpPr>
              <p:cNvPr id="38" name="Forme libre : forme 37">
                <a:extLst>
                  <a:ext uri="{FF2B5EF4-FFF2-40B4-BE49-F238E27FC236}">
                    <a16:creationId xmlns:a16="http://schemas.microsoft.com/office/drawing/2014/main" id="{1D2E66CF-96D3-9ED8-C52B-6C7956D71D46}"/>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grp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E4F68A98-DD6D-5697-BAC7-B739F8EB67CF}"/>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grp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139AC8B9-4FCB-6593-450F-AB712427B15B}"/>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grpFill/>
              <a:ln w="9525" cap="flat">
                <a:noFill/>
                <a:prstDash val="solid"/>
                <a:miter/>
              </a:ln>
            </p:spPr>
            <p:txBody>
              <a:bodyPr rtlCol="0" anchor="ctr"/>
              <a:lstStyle/>
              <a:p>
                <a:endParaRPr lang="en-US"/>
              </a:p>
            </p:txBody>
          </p:sp>
          <p:sp>
            <p:nvSpPr>
              <p:cNvPr id="41" name="Forme libre : forme 40">
                <a:extLst>
                  <a:ext uri="{FF2B5EF4-FFF2-40B4-BE49-F238E27FC236}">
                    <a16:creationId xmlns:a16="http://schemas.microsoft.com/office/drawing/2014/main" id="{677617A0-F80A-014C-FA2D-54CE42DBA17F}"/>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grp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2134041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 txt [2 colonnes] FOND COLO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77397" y="555625"/>
            <a:ext cx="10837205" cy="498598"/>
          </a:xfrm>
        </p:spPr>
        <p:txBody>
          <a:bodyPr/>
          <a:lstStyle>
            <a:lvl1pPr algn="ctr">
              <a:defRPr>
                <a:gradFill>
                  <a:gsLst>
                    <a:gs pos="3000">
                      <a:schemeClr val="tx2"/>
                    </a:gs>
                    <a:gs pos="85000">
                      <a:schemeClr val="accent1"/>
                    </a:gs>
                  </a:gsLst>
                  <a:lin ang="18900000" scaled="1"/>
                </a:gradFill>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206500"/>
            <a:ext cx="10855790" cy="249299"/>
          </a:xfrm>
        </p:spPr>
        <p:txBody>
          <a:bodyPr wrap="square">
            <a:spAutoFit/>
          </a:bodyPr>
          <a:lstStyle>
            <a:lvl1pPr marL="0" indent="0" algn="ctr">
              <a:spcBef>
                <a:spcPts val="0"/>
              </a:spcBef>
              <a:buNone/>
              <a:defRPr b="0" cap="all" spc="300" baseline="0">
                <a:solidFill>
                  <a:schemeClr val="tx1"/>
                </a:solidFill>
              </a:defRPr>
            </a:lvl1pPr>
          </a:lstStyle>
          <a:p>
            <a:pPr lvl="0"/>
            <a:r>
              <a:rPr lang="fr-FR"/>
              <a:t>Sous-titre de la slide</a:t>
            </a:r>
          </a:p>
        </p:txBody>
      </p:sp>
      <p:sp>
        <p:nvSpPr>
          <p:cNvPr id="9" name="Espace réservé du texte 8">
            <a:extLst>
              <a:ext uri="{FF2B5EF4-FFF2-40B4-BE49-F238E27FC236}">
                <a16:creationId xmlns:a16="http://schemas.microsoft.com/office/drawing/2014/main" id="{CCF970B3-1517-4965-CF3B-E0167B81AB7D}"/>
              </a:ext>
            </a:extLst>
          </p:cNvPr>
          <p:cNvSpPr>
            <a:spLocks noGrp="1"/>
          </p:cNvSpPr>
          <p:nvPr>
            <p:ph type="body" sz="quarter" idx="14" hasCustomPrompt="1"/>
          </p:nvPr>
        </p:nvSpPr>
        <p:spPr>
          <a:xfrm>
            <a:off x="1055440" y="2137707"/>
            <a:ext cx="4336896" cy="3611860"/>
          </a:xfrm>
          <a:prstGeom prst="roundRect">
            <a:avLst>
              <a:gd name="adj" fmla="val 3767"/>
            </a:avLst>
          </a:prstGeom>
          <a:solidFill>
            <a:schemeClr val="bg1"/>
          </a:solidFill>
          <a:effectLst>
            <a:outerShdw blurRad="63500" sx="102000" sy="102000" algn="ctr" rotWithShape="0">
              <a:prstClr val="black">
                <a:alpha val="14000"/>
              </a:prstClr>
            </a:outerShdw>
          </a:effectLst>
        </p:spPr>
        <p:txBody>
          <a:bodyPr lIns="108000" tIns="216000" rIns="360000">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a:t>
            </a:r>
          </a:p>
          <a:p>
            <a:pPr lvl="1"/>
            <a:r>
              <a:rPr lang="fr-FR"/>
              <a:t>Cliquez ici pour ajouter votre texte de niveau 02. Lorem ipsum dolor sit amet, consectetuer adipiscing elit.</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lvl1pPr>
              <a:defRPr>
                <a:solidFill>
                  <a:schemeClr val="tx1">
                    <a:alpha val="70000"/>
                  </a:schemeClr>
                </a:solidFill>
              </a:defRPr>
            </a:lvl1pPr>
          </a:lstStyle>
          <a:p>
            <a:r>
              <a:rPr lang="fr-FR"/>
              <a:t>Titre du document //  Niveau de confidentialité // Interne/Externe</a:t>
            </a:r>
          </a:p>
        </p:txBody>
      </p:sp>
      <p:sp>
        <p:nvSpPr>
          <p:cNvPr id="47" name="Espace réservé du texte 8">
            <a:extLst>
              <a:ext uri="{FF2B5EF4-FFF2-40B4-BE49-F238E27FC236}">
                <a16:creationId xmlns:a16="http://schemas.microsoft.com/office/drawing/2014/main" id="{CD3B0840-A8D0-F9C2-A395-7D9781FCF0B8}"/>
              </a:ext>
            </a:extLst>
          </p:cNvPr>
          <p:cNvSpPr>
            <a:spLocks noGrp="1"/>
          </p:cNvSpPr>
          <p:nvPr>
            <p:ph type="body" sz="quarter" idx="17" hasCustomPrompt="1"/>
          </p:nvPr>
        </p:nvSpPr>
        <p:spPr>
          <a:xfrm>
            <a:off x="6802506" y="2137707"/>
            <a:ext cx="4336896" cy="3611860"/>
          </a:xfrm>
          <a:prstGeom prst="roundRect">
            <a:avLst>
              <a:gd name="adj" fmla="val 3767"/>
            </a:avLst>
          </a:prstGeom>
          <a:solidFill>
            <a:schemeClr val="bg1"/>
          </a:solidFill>
          <a:effectLst>
            <a:outerShdw blurRad="63500" sx="102000" sy="102000" algn="ctr" rotWithShape="0">
              <a:prstClr val="black">
                <a:alpha val="14000"/>
              </a:prstClr>
            </a:outerShdw>
          </a:effectLst>
        </p:spPr>
        <p:txBody>
          <a:bodyPr lIns="108000" tIns="216000" rIns="360000">
            <a:normAutofit/>
          </a:bodyPr>
          <a:lstStyle>
            <a:lvl1pPr>
              <a:defRPr sz="1600"/>
            </a:lvl1pPr>
            <a:lvl2pPr>
              <a:defRPr sz="1400"/>
            </a:lvl2pPr>
            <a:lvl3pPr>
              <a:defRPr sz="1200"/>
            </a:lvl3pPr>
            <a:lvl4pPr>
              <a:defRPr sz="1100"/>
            </a:lvl4pPr>
            <a:lvl5pPr>
              <a:defRPr sz="900"/>
            </a:lvl5pPr>
          </a:lstStyle>
          <a:p>
            <a:pPr lvl="0"/>
            <a:r>
              <a:rPr lang="fr-FR"/>
              <a:t>Cliquez ici pour ajouter votre texte de niveau 01. </a:t>
            </a:r>
          </a:p>
          <a:p>
            <a:pPr lvl="1"/>
            <a:r>
              <a:rPr lang="fr-FR"/>
              <a:t>Cliquez ici pour ajouter votre texte de niveau 02. Lorem ipsum dolor sit amet, consectetuer adipiscing elit.</a:t>
            </a:r>
          </a:p>
          <a:p>
            <a:pPr lvl="2"/>
            <a:r>
              <a:rPr lang="fr-FR"/>
              <a:t>Cliquez ici pour ajouter votre texte de niveau 03. Lorem ipsum dolor sit amet, consectetuer adipiscing elit. Maecenas porttitor congue massa. Fusce posuere, magna sed pulvinar ultricies, purus lectus malesuada</a:t>
            </a:r>
          </a:p>
          <a:p>
            <a:pPr lvl="3"/>
            <a:r>
              <a:rPr lang="fr-FR"/>
              <a:t>Cliquez ici pour ajouter votre texte de niveau 04. Lorem ipsum dolor sit amet, consectetuer adipiscing elit. Maecenas porttitor congue massa. Fusce posuere, magna sed pulvinar ultricies, purus lectus</a:t>
            </a:r>
          </a:p>
          <a:p>
            <a:pPr lvl="4"/>
            <a:r>
              <a:rPr lang="fr-FR"/>
              <a:t>Cliquez ici pour ajouter votre texte de niveau 05. </a:t>
            </a:r>
          </a:p>
        </p:txBody>
      </p:sp>
      <p:sp>
        <p:nvSpPr>
          <p:cNvPr id="15" name="Forme libre : forme 14">
            <a:extLst>
              <a:ext uri="{FF2B5EF4-FFF2-40B4-BE49-F238E27FC236}">
                <a16:creationId xmlns:a16="http://schemas.microsoft.com/office/drawing/2014/main" id="{DD0CED32-665E-7D09-5A37-5999439AF4D1}"/>
              </a:ext>
            </a:extLst>
          </p:cNvPr>
          <p:cNvSpPr/>
          <p:nvPr userDrawn="1"/>
        </p:nvSpPr>
        <p:spPr>
          <a:xfrm>
            <a:off x="0" y="0"/>
            <a:ext cx="563056" cy="1772816"/>
          </a:xfrm>
          <a:custGeom>
            <a:avLst/>
            <a:gdLst>
              <a:gd name="connsiteX0" fmla="*/ 0 w 563056"/>
              <a:gd name="connsiteY0" fmla="*/ 0 h 1772816"/>
              <a:gd name="connsiteX1" fmla="*/ 563056 w 563056"/>
              <a:gd name="connsiteY1" fmla="*/ 0 h 1772816"/>
              <a:gd name="connsiteX2" fmla="*/ 563056 w 563056"/>
              <a:gd name="connsiteY2" fmla="*/ 1343994 h 1772816"/>
              <a:gd name="connsiteX3" fmla="*/ 475554 w 563056"/>
              <a:gd name="connsiteY3" fmla="*/ 1371156 h 1772816"/>
              <a:gd name="connsiteX4" fmla="*/ 169383 w 563056"/>
              <a:gd name="connsiteY4" fmla="*/ 1744449 h 1772816"/>
              <a:gd name="connsiteX5" fmla="*/ 166523 w 563056"/>
              <a:gd name="connsiteY5" fmla="*/ 1772816 h 1772816"/>
              <a:gd name="connsiteX6" fmla="*/ 0 w 563056"/>
              <a:gd name="connsiteY6" fmla="*/ 1772816 h 177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056" h="1772816">
                <a:moveTo>
                  <a:pt x="0" y="0"/>
                </a:moveTo>
                <a:lnTo>
                  <a:pt x="563056" y="0"/>
                </a:lnTo>
                <a:lnTo>
                  <a:pt x="563056" y="1343994"/>
                </a:lnTo>
                <a:lnTo>
                  <a:pt x="475554" y="1371156"/>
                </a:lnTo>
                <a:cubicBezTo>
                  <a:pt x="320458" y="1436756"/>
                  <a:pt x="203921" y="1575668"/>
                  <a:pt x="169383" y="1744449"/>
                </a:cubicBezTo>
                <a:lnTo>
                  <a:pt x="166523" y="1772816"/>
                </a:lnTo>
                <a:lnTo>
                  <a:pt x="0" y="1772816"/>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109" descr="Une image contenant capture d’écran, Caractère coloré, léger, art&#10;&#10;Description générée automatiquement">
            <a:extLst>
              <a:ext uri="{FF2B5EF4-FFF2-40B4-BE49-F238E27FC236}">
                <a16:creationId xmlns:a16="http://schemas.microsoft.com/office/drawing/2014/main" id="{F9C760DB-7E68-D87A-D501-AE5A88ABE0CD}"/>
              </a:ext>
            </a:extLst>
          </p:cNvPr>
          <p:cNvPicPr>
            <a:picLocks noChangeAspect="1"/>
          </p:cNvPicPr>
          <p:nvPr userDrawn="1"/>
        </p:nvPicPr>
        <p:blipFill>
          <a:blip r:embed="rId2" cstate="print">
            <a:alphaModFix/>
            <a:extLst>
              <a:ext uri="{28A0092B-C50C-407E-A947-70E740481C1C}">
                <a14:useLocalDpi xmlns:a14="http://schemas.microsoft.com/office/drawing/2010/main"/>
              </a:ext>
            </a:extLst>
          </a:blip>
          <a:srcRect/>
          <a:stretch/>
        </p:blipFill>
        <p:spPr>
          <a:xfrm>
            <a:off x="5167470" y="0"/>
            <a:ext cx="1857058" cy="788562"/>
          </a:xfrm>
          <a:prstGeom prst="rect">
            <a:avLst/>
          </a:prstGeom>
        </p:spPr>
      </p:pic>
    </p:spTree>
    <p:extLst>
      <p:ext uri="{BB962C8B-B14F-4D97-AF65-F5344CB8AC3E}">
        <p14:creationId xmlns:p14="http://schemas.microsoft.com/office/powerpoint/2010/main" val="4006767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hapitr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9EF80ABA-923C-326E-F267-F06A2002DBC3}"/>
              </a:ext>
            </a:extLst>
          </p:cNvPr>
          <p:cNvSpPr>
            <a:spLocks noGrp="1"/>
          </p:cNvSpPr>
          <p:nvPr>
            <p:ph type="pic" sz="quarter" idx="20" hasCustomPrompt="1"/>
          </p:nvPr>
        </p:nvSpPr>
        <p:spPr>
          <a:xfrm>
            <a:off x="911424" y="1076325"/>
            <a:ext cx="4683922" cy="4683920"/>
          </a:xfrm>
        </p:spPr>
        <p:txBody>
          <a:bodyPr/>
          <a:lstStyle>
            <a:lvl1pPr>
              <a:defRPr/>
            </a:lvl1pPr>
          </a:lstStyle>
          <a:p>
            <a:r>
              <a:rPr lang="en-US"/>
              <a:t> </a:t>
            </a:r>
          </a:p>
        </p:txBody>
      </p:sp>
      <p:sp>
        <p:nvSpPr>
          <p:cNvPr id="31" name="Espace réservé du numéro de diapositive 4">
            <a:extLst>
              <a:ext uri="{FF2B5EF4-FFF2-40B4-BE49-F238E27FC236}">
                <a16:creationId xmlns:a16="http://schemas.microsoft.com/office/drawing/2014/main" id="{D870C0F8-983D-D808-4D27-BEF562E73FCB}"/>
              </a:ext>
            </a:extLst>
          </p:cNvPr>
          <p:cNvSpPr>
            <a:spLocks noGrp="1"/>
          </p:cNvSpPr>
          <p:nvPr>
            <p:ph type="sldNum" sz="quarter" idx="12"/>
          </p:nvPr>
        </p:nvSpPr>
        <p:spPr>
          <a:xfrm>
            <a:off x="11938667" y="6567793"/>
            <a:ext cx="222817" cy="153888"/>
          </a:xfrm>
        </p:spPr>
        <p:txBody>
          <a:bodyPr/>
          <a:lstStyle/>
          <a:p>
            <a:fld id="{3A28F117-D1D1-4562-BBA1-C4174F9770ED}" type="slidenum">
              <a:rPr lang="fr-FR" smtClean="0"/>
              <a:pPr/>
              <a:t>‹N°›</a:t>
            </a:fld>
            <a:endParaRPr lang="fr-FR"/>
          </a:p>
        </p:txBody>
      </p:sp>
      <p:sp>
        <p:nvSpPr>
          <p:cNvPr id="32" name="Espace réservé du pied de page 10">
            <a:extLst>
              <a:ext uri="{FF2B5EF4-FFF2-40B4-BE49-F238E27FC236}">
                <a16:creationId xmlns:a16="http://schemas.microsoft.com/office/drawing/2014/main" id="{4F55F60A-F61A-7D06-FCAF-C7B54A3AFEF3}"/>
              </a:ext>
            </a:extLst>
          </p:cNvPr>
          <p:cNvSpPr>
            <a:spLocks noGrp="1"/>
          </p:cNvSpPr>
          <p:nvPr>
            <p:ph type="ftr" sz="quarter" idx="16"/>
          </p:nvPr>
        </p:nvSpPr>
        <p:spPr>
          <a:xfrm rot="16200000">
            <a:off x="9016909" y="3352126"/>
            <a:ext cx="6066335" cy="92333"/>
          </a:xfrm>
        </p:spPr>
        <p:txBody>
          <a:bodyPr/>
          <a:lstStyle>
            <a:lvl1pPr>
              <a:defRPr>
                <a:solidFill>
                  <a:schemeClr val="tx1">
                    <a:alpha val="70000"/>
                  </a:schemeClr>
                </a:solidFill>
              </a:defRPr>
            </a:lvl1pPr>
          </a:lstStyle>
          <a:p>
            <a:r>
              <a:rPr lang="fr-FR"/>
              <a:t>Titre du document //  Niveau de confidentialité // Interne/Externe</a:t>
            </a:r>
          </a:p>
        </p:txBody>
      </p:sp>
      <p:sp>
        <p:nvSpPr>
          <p:cNvPr id="34" name="Espace réservé du texte 33">
            <a:extLst>
              <a:ext uri="{FF2B5EF4-FFF2-40B4-BE49-F238E27FC236}">
                <a16:creationId xmlns:a16="http://schemas.microsoft.com/office/drawing/2014/main" id="{01BC79A6-E120-6BD3-5D95-0B2A2223BFB5}"/>
              </a:ext>
            </a:extLst>
          </p:cNvPr>
          <p:cNvSpPr>
            <a:spLocks noGrp="1"/>
          </p:cNvSpPr>
          <p:nvPr>
            <p:ph type="body" sz="quarter" idx="21" hasCustomPrompt="1"/>
          </p:nvPr>
        </p:nvSpPr>
        <p:spPr>
          <a:xfrm>
            <a:off x="6816080" y="1076325"/>
            <a:ext cx="4608513" cy="4705350"/>
          </a:xfrm>
        </p:spPr>
        <p:txBody>
          <a:bodyPr anchor="ctr"/>
          <a:lstStyle>
            <a:lvl1pPr>
              <a:spcBef>
                <a:spcPts val="1800"/>
              </a:spcBef>
              <a:defRPr sz="2400" cap="all" baseline="0">
                <a:gradFill>
                  <a:gsLst>
                    <a:gs pos="3000">
                      <a:schemeClr val="tx2"/>
                    </a:gs>
                    <a:gs pos="100000">
                      <a:schemeClr val="accent1"/>
                    </a:gs>
                  </a:gsLst>
                  <a:lin ang="18900000" scaled="1"/>
                </a:gradFill>
              </a:defRPr>
            </a:lvl1pPr>
            <a:lvl2pPr marL="179388" indent="-179388">
              <a:spcBef>
                <a:spcPts val="1800"/>
              </a:spcBef>
              <a:buFont typeface="Arial" panose="020B0604020202020204" pitchFamily="34" charset="0"/>
              <a:buChar char=" "/>
              <a:defRPr sz="2000">
                <a:solidFill>
                  <a:schemeClr val="tx1"/>
                </a:solidFill>
              </a:defRPr>
            </a:lvl2pPr>
            <a:lvl3pPr marL="358775" indent="0">
              <a:buNone/>
              <a:defRPr/>
            </a:lvl3pPr>
          </a:lstStyle>
          <a:p>
            <a:pPr lvl="0"/>
            <a:r>
              <a:rPr lang="fr-FR"/>
              <a:t>Votre texte ici</a:t>
            </a:r>
          </a:p>
          <a:p>
            <a:pPr lvl="1"/>
            <a:r>
              <a:rPr lang="fr-FR"/>
              <a:t>Cliquez ici pour ajouter votre texte </a:t>
            </a:r>
            <a:br>
              <a:rPr lang="fr-FR"/>
            </a:br>
            <a:r>
              <a:rPr lang="fr-FR"/>
              <a:t>de niveau 02. </a:t>
            </a:r>
            <a:r>
              <a:rPr lang="fr-FR" dirty="0"/>
              <a:t>Lorem ipsum dolor sit amet, consectetuer adipiscing elit. Maecenas porttitor congue </a:t>
            </a:r>
            <a:r>
              <a:rPr lang="fr-FR"/>
              <a:t>massa.</a:t>
            </a:r>
          </a:p>
          <a:p>
            <a:pPr marL="179388" marR="0" lvl="1" indent="-179388" algn="l" defTabSz="914400" rtl="0" eaLnBrk="1" fontAlgn="auto" latinLnBrk="0" hangingPunct="1">
              <a:lnSpc>
                <a:spcPct val="90000"/>
              </a:lnSpc>
              <a:spcBef>
                <a:spcPts val="1800"/>
              </a:spcBef>
              <a:spcAft>
                <a:spcPts val="0"/>
              </a:spcAft>
              <a:buClrTx/>
              <a:buSzTx/>
              <a:buFont typeface="Arial" panose="020B0604020202020204" pitchFamily="34" charset="0"/>
              <a:buChar char=" "/>
              <a:tabLst/>
              <a:defRPr/>
            </a:pPr>
            <a:r>
              <a:rPr lang="fr-FR"/>
              <a:t>Cliquez ici pour ajouter votre texte </a:t>
            </a:r>
            <a:br>
              <a:rPr lang="fr-FR"/>
            </a:br>
            <a:r>
              <a:rPr lang="fr-FR"/>
              <a:t>de niveau 02. Lorem ipsum dolor sit amet, consectetuer adipiscing elit. Maecenas porttitor congue massa.</a:t>
            </a:r>
          </a:p>
        </p:txBody>
      </p:sp>
    </p:spTree>
    <p:extLst>
      <p:ext uri="{BB962C8B-B14F-4D97-AF65-F5344CB8AC3E}">
        <p14:creationId xmlns:p14="http://schemas.microsoft.com/office/powerpoint/2010/main" val="14162953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G + 4 Textes">
    <p:bg>
      <p:bgPr>
        <a:gradFill>
          <a:gsLst>
            <a:gs pos="0">
              <a:schemeClr val="bg1">
                <a:lumMod val="85000"/>
                <a:alpha val="70000"/>
              </a:schemeClr>
            </a:gs>
            <a:gs pos="100000">
              <a:schemeClr val="bg1">
                <a:alpha val="0"/>
              </a:schemeClr>
            </a:gs>
          </a:gsLst>
          <a:lin ang="10800000" scaled="1"/>
        </a:gradFill>
        <a:effectLst/>
      </p:bgPr>
    </p:bg>
    <p:spTree>
      <p:nvGrpSpPr>
        <p:cNvPr id="1" name=""/>
        <p:cNvGrpSpPr/>
        <p:nvPr/>
      </p:nvGrpSpPr>
      <p:grpSpPr>
        <a:xfrm>
          <a:off x="0" y="0"/>
          <a:ext cx="0" cy="0"/>
          <a:chOff x="0" y="0"/>
          <a:chExt cx="0" cy="0"/>
        </a:xfrm>
      </p:grpSpPr>
      <p:pic>
        <p:nvPicPr>
          <p:cNvPr id="37" name="Image 36" descr="Une image contenant capture d’écran, Caractère coloré, léger, art&#10;&#10;Description générée automatiquement">
            <a:extLst>
              <a:ext uri="{FF2B5EF4-FFF2-40B4-BE49-F238E27FC236}">
                <a16:creationId xmlns:a16="http://schemas.microsoft.com/office/drawing/2014/main" id="{2EF631B9-F325-16AE-13C3-398DC7FB4223}"/>
              </a:ext>
            </a:extLst>
          </p:cNvPr>
          <p:cNvPicPr>
            <a:picLocks noChangeAspect="1"/>
          </p:cNvPicPr>
          <p:nvPr userDrawn="1"/>
        </p:nvPicPr>
        <p:blipFill rotWithShape="1">
          <a:blip r:embed="rId2" cstate="screen">
            <a:alphaModFix/>
            <a:extLst>
              <a:ext uri="{28A0092B-C50C-407E-A947-70E740481C1C}">
                <a14:useLocalDpi xmlns:a14="http://schemas.microsoft.com/office/drawing/2010/main" val="0"/>
              </a:ext>
            </a:extLst>
          </a:blip>
          <a:srcRect/>
          <a:stretch/>
        </p:blipFill>
        <p:spPr>
          <a:xfrm>
            <a:off x="1162881" y="1123950"/>
            <a:ext cx="5029202" cy="4610100"/>
          </a:xfrm>
          <a:prstGeom prst="rect">
            <a:avLst/>
          </a:prstGeom>
        </p:spPr>
      </p:pic>
      <p:sp>
        <p:nvSpPr>
          <p:cNvPr id="6" name="Rectangle 5">
            <a:extLst>
              <a:ext uri="{FF2B5EF4-FFF2-40B4-BE49-F238E27FC236}">
                <a16:creationId xmlns:a16="http://schemas.microsoft.com/office/drawing/2014/main" id="{F2B1E477-02B8-DAD3-E43D-915D89A2FF1A}"/>
              </a:ext>
            </a:extLst>
          </p:cNvPr>
          <p:cNvSpPr/>
          <p:nvPr userDrawn="1"/>
        </p:nvSpPr>
        <p:spPr>
          <a:xfrm flipH="1">
            <a:off x="7206167" y="0"/>
            <a:ext cx="4985833"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70EC155-4032-99BD-B8C3-D03409194AC8}"/>
              </a:ext>
            </a:extLst>
          </p:cNvPr>
          <p:cNvSpPr>
            <a:spLocks noGrp="1"/>
          </p:cNvSpPr>
          <p:nvPr>
            <p:ph type="title" hasCustomPrompt="1"/>
          </p:nvPr>
        </p:nvSpPr>
        <p:spPr>
          <a:xfrm>
            <a:off x="1903186" y="2681103"/>
            <a:ext cx="3363406" cy="1495794"/>
          </a:xfrm>
        </p:spPr>
        <p:txBody>
          <a:bodyPr anchor="ctr"/>
          <a:lstStyle>
            <a:lvl1pPr algn="ctr">
              <a:defRPr b="0">
                <a:solidFill>
                  <a:schemeClr val="tx1"/>
                </a:solidFill>
              </a:defRPr>
            </a:lvl1pPr>
          </a:lstStyle>
          <a:p>
            <a:r>
              <a:rPr lang="fr-FR"/>
              <a:t>Cliquez ici pour ajouter</a:t>
            </a:r>
            <a:br>
              <a:rPr lang="fr-FR"/>
            </a:br>
            <a:r>
              <a:rPr lang="fr-FR"/>
              <a:t>VOTRE TEXTE</a:t>
            </a:r>
            <a:endParaRPr lang="en-US"/>
          </a:p>
        </p:txBody>
      </p:sp>
      <p:grpSp>
        <p:nvGrpSpPr>
          <p:cNvPr id="8" name="Group 26">
            <a:extLst>
              <a:ext uri="{FF2B5EF4-FFF2-40B4-BE49-F238E27FC236}">
                <a16:creationId xmlns:a16="http://schemas.microsoft.com/office/drawing/2014/main" id="{C6E0BFB3-7724-D64E-40EE-EEDCF96CA318}"/>
              </a:ext>
            </a:extLst>
          </p:cNvPr>
          <p:cNvGrpSpPr/>
          <p:nvPr userDrawn="1"/>
        </p:nvGrpSpPr>
        <p:grpSpPr>
          <a:xfrm>
            <a:off x="11908150" y="-1"/>
            <a:ext cx="283850" cy="6858001"/>
            <a:chOff x="11908150" y="-1"/>
            <a:chExt cx="283850" cy="6858001"/>
          </a:xfrm>
        </p:grpSpPr>
        <p:sp>
          <p:nvSpPr>
            <p:cNvPr id="9" name="Rectangle 1">
              <a:extLst>
                <a:ext uri="{FF2B5EF4-FFF2-40B4-BE49-F238E27FC236}">
                  <a16:creationId xmlns:a16="http://schemas.microsoft.com/office/drawing/2014/main" id="{4E810D3C-E885-3618-02F9-8C522B8B0C54}"/>
                </a:ext>
              </a:extLst>
            </p:cNvPr>
            <p:cNvSpPr/>
            <p:nvPr/>
          </p:nvSpPr>
          <p:spPr>
            <a:xfrm>
              <a:off x="11908150" y="-1"/>
              <a:ext cx="283850" cy="6431459"/>
            </a:xfrm>
            <a:prstGeom prst="rect">
              <a:avLst/>
            </a:prstGeom>
            <a:solidFill>
              <a:schemeClr val="bg1">
                <a:lumMod val="8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
              <a:extLst>
                <a:ext uri="{FF2B5EF4-FFF2-40B4-BE49-F238E27FC236}">
                  <a16:creationId xmlns:a16="http://schemas.microsoft.com/office/drawing/2014/main" id="{89F89D94-AFD8-F6D1-377A-75DE8F8A58B2}"/>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algn="ctr"/>
              <a:endParaRPr lang="en-US" sz="1000" spc="600"/>
            </a:p>
          </p:txBody>
        </p:sp>
      </p:grpSp>
      <p:sp>
        <p:nvSpPr>
          <p:cNvPr id="4" name="Espace réservé du pied de page 3">
            <a:extLst>
              <a:ext uri="{FF2B5EF4-FFF2-40B4-BE49-F238E27FC236}">
                <a16:creationId xmlns:a16="http://schemas.microsoft.com/office/drawing/2014/main" id="{EB9DE4BF-04A3-FC6F-752B-90D70305F8A0}"/>
              </a:ext>
            </a:extLst>
          </p:cNvPr>
          <p:cNvSpPr>
            <a:spLocks noGrp="1"/>
          </p:cNvSpPr>
          <p:nvPr>
            <p:ph type="ftr" sz="quarter" idx="11"/>
          </p:nvPr>
        </p:nvSpPr>
        <p:spPr/>
        <p:txBody>
          <a:bodyPr/>
          <a:lstStyle/>
          <a:p>
            <a:r>
              <a:rPr lang="fr-FR"/>
              <a:t>Titre du document //  Niveau de confidentialité // Interne/Externe</a:t>
            </a:r>
          </a:p>
        </p:txBody>
      </p:sp>
      <p:sp>
        <p:nvSpPr>
          <p:cNvPr id="5" name="Espace réservé du numéro de diapositive 4">
            <a:extLst>
              <a:ext uri="{FF2B5EF4-FFF2-40B4-BE49-F238E27FC236}">
                <a16:creationId xmlns:a16="http://schemas.microsoft.com/office/drawing/2014/main" id="{94A60D4C-90AD-8B69-6099-201177B518E8}"/>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12" name="Espace réservé du texte 11">
            <a:extLst>
              <a:ext uri="{FF2B5EF4-FFF2-40B4-BE49-F238E27FC236}">
                <a16:creationId xmlns:a16="http://schemas.microsoft.com/office/drawing/2014/main" id="{A28ACDE5-F342-D60A-DBC9-83FA6135FFED}"/>
              </a:ext>
            </a:extLst>
          </p:cNvPr>
          <p:cNvSpPr>
            <a:spLocks noGrp="1"/>
          </p:cNvSpPr>
          <p:nvPr>
            <p:ph type="body" sz="quarter" idx="13" hasCustomPrompt="1"/>
          </p:nvPr>
        </p:nvSpPr>
        <p:spPr>
          <a:xfrm>
            <a:off x="6312011" y="548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3" name="Espace réservé du texte 11">
            <a:extLst>
              <a:ext uri="{FF2B5EF4-FFF2-40B4-BE49-F238E27FC236}">
                <a16:creationId xmlns:a16="http://schemas.microsoft.com/office/drawing/2014/main" id="{FEDA14E1-34EC-308A-9C15-892EAAE38694}"/>
              </a:ext>
            </a:extLst>
          </p:cNvPr>
          <p:cNvSpPr>
            <a:spLocks noGrp="1"/>
          </p:cNvSpPr>
          <p:nvPr>
            <p:ph type="body" sz="quarter" idx="14" hasCustomPrompt="1"/>
          </p:nvPr>
        </p:nvSpPr>
        <p:spPr>
          <a:xfrm>
            <a:off x="6312011" y="2072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4" name="Espace réservé du texte 11">
            <a:extLst>
              <a:ext uri="{FF2B5EF4-FFF2-40B4-BE49-F238E27FC236}">
                <a16:creationId xmlns:a16="http://schemas.microsoft.com/office/drawing/2014/main" id="{71D203B3-D588-051A-119D-C6739C88FA8B}"/>
              </a:ext>
            </a:extLst>
          </p:cNvPr>
          <p:cNvSpPr>
            <a:spLocks noGrp="1"/>
          </p:cNvSpPr>
          <p:nvPr>
            <p:ph type="body" sz="quarter" idx="15" hasCustomPrompt="1"/>
          </p:nvPr>
        </p:nvSpPr>
        <p:spPr>
          <a:xfrm>
            <a:off x="6312011" y="3596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5" name="Espace réservé du texte 11">
            <a:extLst>
              <a:ext uri="{FF2B5EF4-FFF2-40B4-BE49-F238E27FC236}">
                <a16:creationId xmlns:a16="http://schemas.microsoft.com/office/drawing/2014/main" id="{EE3CD087-104A-D31A-4CEF-006EDA101A88}"/>
              </a:ext>
            </a:extLst>
          </p:cNvPr>
          <p:cNvSpPr>
            <a:spLocks noGrp="1"/>
          </p:cNvSpPr>
          <p:nvPr>
            <p:ph type="body" sz="quarter" idx="16" hasCustomPrompt="1"/>
          </p:nvPr>
        </p:nvSpPr>
        <p:spPr>
          <a:xfrm>
            <a:off x="6312011" y="5120680"/>
            <a:ext cx="900113" cy="1181100"/>
          </a:xfrm>
          <a:gradFill>
            <a:gsLst>
              <a:gs pos="0">
                <a:schemeClr val="bg1">
                  <a:lumMod val="85000"/>
                  <a:alpha val="70000"/>
                </a:schemeClr>
              </a:gs>
              <a:gs pos="100000">
                <a:schemeClr val="bg1">
                  <a:alpha val="0"/>
                </a:schemeClr>
              </a:gs>
            </a:gsLst>
            <a:lin ang="10800000" scaled="1"/>
          </a:gradFill>
        </p:spPr>
        <p:txBody>
          <a:bodyPr/>
          <a:lstStyle>
            <a:lvl1pPr marL="0" indent="0">
              <a:buNone/>
              <a:defRPr/>
            </a:lvl1pPr>
          </a:lstStyle>
          <a:p>
            <a:pPr lvl="0"/>
            <a:r>
              <a:rPr lang="en-US"/>
              <a:t> </a:t>
            </a:r>
          </a:p>
        </p:txBody>
      </p:sp>
      <p:sp>
        <p:nvSpPr>
          <p:cNvPr id="17" name="Espace réservé du texte 16">
            <a:extLst>
              <a:ext uri="{FF2B5EF4-FFF2-40B4-BE49-F238E27FC236}">
                <a16:creationId xmlns:a16="http://schemas.microsoft.com/office/drawing/2014/main" id="{3FC3A66F-9A61-4455-D095-E5532D83FAAB}"/>
              </a:ext>
            </a:extLst>
          </p:cNvPr>
          <p:cNvSpPr>
            <a:spLocks noGrp="1"/>
          </p:cNvSpPr>
          <p:nvPr>
            <p:ph type="body" sz="quarter" idx="17" hasCustomPrompt="1"/>
          </p:nvPr>
        </p:nvSpPr>
        <p:spPr>
          <a:xfrm>
            <a:off x="7360155" y="549275"/>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sp>
        <p:nvSpPr>
          <p:cNvPr id="18" name="Espace réservé du texte 16">
            <a:extLst>
              <a:ext uri="{FF2B5EF4-FFF2-40B4-BE49-F238E27FC236}">
                <a16:creationId xmlns:a16="http://schemas.microsoft.com/office/drawing/2014/main" id="{2ECF8C54-8C54-EFED-F4DD-458F91FF3E8B}"/>
              </a:ext>
            </a:extLst>
          </p:cNvPr>
          <p:cNvSpPr>
            <a:spLocks noGrp="1"/>
          </p:cNvSpPr>
          <p:nvPr>
            <p:ph type="body" sz="quarter" idx="18" hasCustomPrompt="1"/>
          </p:nvPr>
        </p:nvSpPr>
        <p:spPr>
          <a:xfrm>
            <a:off x="7360155" y="2066330"/>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sp>
        <p:nvSpPr>
          <p:cNvPr id="19" name="Espace réservé du texte 16">
            <a:extLst>
              <a:ext uri="{FF2B5EF4-FFF2-40B4-BE49-F238E27FC236}">
                <a16:creationId xmlns:a16="http://schemas.microsoft.com/office/drawing/2014/main" id="{21FA22AE-E2CF-D059-B198-D5A11B110651}"/>
              </a:ext>
            </a:extLst>
          </p:cNvPr>
          <p:cNvSpPr>
            <a:spLocks noGrp="1"/>
          </p:cNvSpPr>
          <p:nvPr>
            <p:ph type="body" sz="quarter" idx="19" hasCustomPrompt="1"/>
          </p:nvPr>
        </p:nvSpPr>
        <p:spPr>
          <a:xfrm>
            <a:off x="7360155" y="3590330"/>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sp>
        <p:nvSpPr>
          <p:cNvPr id="20" name="Espace réservé du texte 16">
            <a:extLst>
              <a:ext uri="{FF2B5EF4-FFF2-40B4-BE49-F238E27FC236}">
                <a16:creationId xmlns:a16="http://schemas.microsoft.com/office/drawing/2014/main" id="{327F1451-FC03-0752-AA4D-AA18A8E86243}"/>
              </a:ext>
            </a:extLst>
          </p:cNvPr>
          <p:cNvSpPr>
            <a:spLocks noGrp="1"/>
          </p:cNvSpPr>
          <p:nvPr>
            <p:ph type="body" sz="quarter" idx="20" hasCustomPrompt="1"/>
          </p:nvPr>
        </p:nvSpPr>
        <p:spPr>
          <a:xfrm>
            <a:off x="7360155" y="5114330"/>
            <a:ext cx="4032250" cy="1187450"/>
          </a:xfrm>
        </p:spPr>
        <p:txBody>
          <a:bodyPr anchor="ctr"/>
          <a:lstStyle>
            <a:lvl1pPr>
              <a:defRPr>
                <a:gradFill flip="none" rotWithShape="1">
                  <a:gsLst>
                    <a:gs pos="3000">
                      <a:schemeClr val="tx2"/>
                    </a:gs>
                    <a:gs pos="85000">
                      <a:schemeClr val="accent1"/>
                    </a:gs>
                  </a:gsLst>
                  <a:lin ang="18900000" scaled="1"/>
                  <a:tileRect/>
                </a:gradFill>
                <a:latin typeface="+mj-lt"/>
              </a:defRPr>
            </a:lvl1pPr>
            <a:lvl2pPr marL="176213" indent="-176213">
              <a:buFont typeface="Arial" panose="020B0604020202020204" pitchFamily="34" charset="0"/>
              <a:buChar char=" "/>
              <a:defRPr sz="1400" b="1"/>
            </a:lvl2pPr>
            <a:lvl3pPr marL="176213" indent="-176213">
              <a:buFont typeface="Arial" panose="020B0604020202020204" pitchFamily="34" charset="0"/>
              <a:buChar char=" "/>
              <a:defRPr/>
            </a:lvl3pPr>
          </a:lstStyle>
          <a:p>
            <a:pPr lvl="0"/>
            <a:r>
              <a:rPr lang="fr-FR"/>
              <a:t>Cliquez pour ajouter votre texte</a:t>
            </a:r>
          </a:p>
          <a:p>
            <a:pPr lvl="1"/>
            <a:r>
              <a:rPr lang="fr-FR"/>
              <a:t>Deuxième niveau</a:t>
            </a:r>
          </a:p>
          <a:p>
            <a:pPr lvl="2"/>
            <a:r>
              <a:rPr lang="fr-FR"/>
              <a:t>Troisième niveau</a:t>
            </a:r>
          </a:p>
        </p:txBody>
      </p:sp>
      <p:grpSp>
        <p:nvGrpSpPr>
          <p:cNvPr id="3" name="Groupe 2">
            <a:extLst>
              <a:ext uri="{FF2B5EF4-FFF2-40B4-BE49-F238E27FC236}">
                <a16:creationId xmlns:a16="http://schemas.microsoft.com/office/drawing/2014/main" id="{D35548B0-D20F-A7B5-41A7-E8A23D01F6DC}"/>
              </a:ext>
            </a:extLst>
          </p:cNvPr>
          <p:cNvGrpSpPr/>
          <p:nvPr userDrawn="1"/>
        </p:nvGrpSpPr>
        <p:grpSpPr>
          <a:xfrm>
            <a:off x="11948029" y="81456"/>
            <a:ext cx="213491" cy="148952"/>
            <a:chOff x="5076825" y="2719386"/>
            <a:chExt cx="2037016" cy="1421225"/>
          </a:xfrm>
        </p:grpSpPr>
        <p:grpSp>
          <p:nvGrpSpPr>
            <p:cNvPr id="11" name="Graphique 20">
              <a:extLst>
                <a:ext uri="{FF2B5EF4-FFF2-40B4-BE49-F238E27FC236}">
                  <a16:creationId xmlns:a16="http://schemas.microsoft.com/office/drawing/2014/main" id="{1C16D14B-FAD8-B5C7-7C3F-AA6AF38C7834}"/>
                </a:ext>
              </a:extLst>
            </p:cNvPr>
            <p:cNvGrpSpPr/>
            <p:nvPr/>
          </p:nvGrpSpPr>
          <p:grpSpPr>
            <a:xfrm>
              <a:off x="5421562" y="2719386"/>
              <a:ext cx="1431388" cy="1001649"/>
              <a:chOff x="5421562" y="2719386"/>
              <a:chExt cx="1431388" cy="1001649"/>
            </a:xfrm>
          </p:grpSpPr>
          <p:sp>
            <p:nvSpPr>
              <p:cNvPr id="31" name="Forme libre : forme 30">
                <a:extLst>
                  <a:ext uri="{FF2B5EF4-FFF2-40B4-BE49-F238E27FC236}">
                    <a16:creationId xmlns:a16="http://schemas.microsoft.com/office/drawing/2014/main" id="{E31D278F-E0E8-DFCE-24E1-347792426ABF}"/>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solidFill>
                <a:srgbClr val="004F36"/>
              </a:solidFill>
              <a:ln w="9525" cap="flat">
                <a:noFill/>
                <a:prstDash val="solid"/>
                <a:miter/>
              </a:ln>
            </p:spPr>
            <p:txBody>
              <a:bodyPr rtlCol="0" anchor="ctr"/>
              <a:lstStyle/>
              <a:p>
                <a:endParaRPr lang="en-US"/>
              </a:p>
            </p:txBody>
          </p:sp>
          <p:grpSp>
            <p:nvGrpSpPr>
              <p:cNvPr id="32" name="Graphique 20">
                <a:extLst>
                  <a:ext uri="{FF2B5EF4-FFF2-40B4-BE49-F238E27FC236}">
                    <a16:creationId xmlns:a16="http://schemas.microsoft.com/office/drawing/2014/main" id="{4F228149-310B-40B8-1EDC-47DBF6E3DC87}"/>
                  </a:ext>
                </a:extLst>
              </p:cNvPr>
              <p:cNvGrpSpPr/>
              <p:nvPr/>
            </p:nvGrpSpPr>
            <p:grpSpPr>
              <a:xfrm>
                <a:off x="5421562" y="2784173"/>
                <a:ext cx="1431198" cy="749507"/>
                <a:chOff x="5421562" y="2784173"/>
                <a:chExt cx="1431198" cy="749507"/>
              </a:xfrm>
            </p:grpSpPr>
            <p:sp>
              <p:nvSpPr>
                <p:cNvPr id="34" name="Forme libre : forme 33">
                  <a:extLst>
                    <a:ext uri="{FF2B5EF4-FFF2-40B4-BE49-F238E27FC236}">
                      <a16:creationId xmlns:a16="http://schemas.microsoft.com/office/drawing/2014/main" id="{225CA0BD-4E7C-4F4D-A6D3-8F0EE5CE0682}"/>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solidFill>
                  <a:srgbClr val="004F36"/>
                </a:solidFill>
                <a:ln w="9525" cap="flat">
                  <a:no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3801AB09-4D93-525A-DACE-175833296B71}"/>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solidFill>
                  <a:srgbClr val="008078"/>
                </a:solidFill>
                <a:ln w="9525"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5BBE8BDE-E322-D2A0-696C-342D538D520B}"/>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solidFill>
                  <a:srgbClr val="004F36"/>
                </a:solidFill>
                <a:ln w="9525" cap="flat">
                  <a:noFill/>
                  <a:prstDash val="solid"/>
                  <a:miter/>
                </a:ln>
              </p:spPr>
              <p:txBody>
                <a:bodyPr rtlCol="0" anchor="ctr"/>
                <a:lstStyle/>
                <a:p>
                  <a:endParaRPr lang="en-US"/>
                </a:p>
              </p:txBody>
            </p:sp>
          </p:grpSp>
          <p:sp>
            <p:nvSpPr>
              <p:cNvPr id="33" name="Forme libre : forme 32">
                <a:extLst>
                  <a:ext uri="{FF2B5EF4-FFF2-40B4-BE49-F238E27FC236}">
                    <a16:creationId xmlns:a16="http://schemas.microsoft.com/office/drawing/2014/main" id="{993EE288-43E9-59FF-C367-61C6CDF94773}"/>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solidFill>
                <a:srgbClr val="FF0000"/>
              </a:solidFill>
              <a:ln w="9525" cap="flat">
                <a:noFill/>
                <a:prstDash val="solid"/>
                <a:miter/>
              </a:ln>
            </p:spPr>
            <p:txBody>
              <a:bodyPr rtlCol="0" anchor="ctr"/>
              <a:lstStyle/>
              <a:p>
                <a:endParaRPr lang="en-US"/>
              </a:p>
            </p:txBody>
          </p:sp>
        </p:grpSp>
        <p:grpSp>
          <p:nvGrpSpPr>
            <p:cNvPr id="16" name="Graphique 20">
              <a:extLst>
                <a:ext uri="{FF2B5EF4-FFF2-40B4-BE49-F238E27FC236}">
                  <a16:creationId xmlns:a16="http://schemas.microsoft.com/office/drawing/2014/main" id="{5D4D778D-A0C5-BE01-C4DC-CFC787EE1874}"/>
                </a:ext>
              </a:extLst>
            </p:cNvPr>
            <p:cNvGrpSpPr/>
            <p:nvPr/>
          </p:nvGrpSpPr>
          <p:grpSpPr>
            <a:xfrm>
              <a:off x="5076825" y="3953731"/>
              <a:ext cx="2037016" cy="186880"/>
              <a:chOff x="5076825" y="3953731"/>
              <a:chExt cx="2037016" cy="186880"/>
            </a:xfrm>
            <a:solidFill>
              <a:srgbClr val="004F36"/>
            </a:solidFill>
          </p:grpSpPr>
          <p:sp>
            <p:nvSpPr>
              <p:cNvPr id="21" name="Forme libre : forme 20">
                <a:extLst>
                  <a:ext uri="{FF2B5EF4-FFF2-40B4-BE49-F238E27FC236}">
                    <a16:creationId xmlns:a16="http://schemas.microsoft.com/office/drawing/2014/main" id="{131BDB7A-A6C6-5056-AE69-03F24B8AF690}"/>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solidFill>
                <a:srgbClr val="004F36"/>
              </a:solidFill>
              <a:ln w="9525" cap="flat">
                <a:noFill/>
                <a:prstDash val="solid"/>
                <a:miter/>
              </a:ln>
            </p:spPr>
            <p:txBody>
              <a:bodyPr rtlCol="0" anchor="ctr"/>
              <a:lstStyle/>
              <a:p>
                <a:endParaRPr lang="en-US"/>
              </a:p>
            </p:txBody>
          </p:sp>
          <p:sp>
            <p:nvSpPr>
              <p:cNvPr id="22" name="Forme libre : forme 21">
                <a:extLst>
                  <a:ext uri="{FF2B5EF4-FFF2-40B4-BE49-F238E27FC236}">
                    <a16:creationId xmlns:a16="http://schemas.microsoft.com/office/drawing/2014/main" id="{EE41C504-6C1E-DB1C-82DD-8A2FE32D9792}"/>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23" name="Forme libre : forme 22">
                <a:extLst>
                  <a:ext uri="{FF2B5EF4-FFF2-40B4-BE49-F238E27FC236}">
                    <a16:creationId xmlns:a16="http://schemas.microsoft.com/office/drawing/2014/main" id="{45628B17-EB13-99A0-A43E-1CB8B55E08B9}"/>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24" name="Forme libre : forme 23">
                <a:extLst>
                  <a:ext uri="{FF2B5EF4-FFF2-40B4-BE49-F238E27FC236}">
                    <a16:creationId xmlns:a16="http://schemas.microsoft.com/office/drawing/2014/main" id="{0CFAE591-03DA-F9F7-957D-5AC4D28EC57D}"/>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solidFill>
                <a:srgbClr val="004F36"/>
              </a:solidFill>
              <a:ln w="9525" cap="flat">
                <a:noFill/>
                <a:prstDash val="solid"/>
                <a:miter/>
              </a:ln>
            </p:spPr>
            <p:txBody>
              <a:bodyPr rtlCol="0" anchor="ctr"/>
              <a:lstStyle/>
              <a:p>
                <a:endParaRPr lang="en-US"/>
              </a:p>
            </p:txBody>
          </p:sp>
          <p:sp>
            <p:nvSpPr>
              <p:cNvPr id="25" name="Forme libre : forme 24">
                <a:extLst>
                  <a:ext uri="{FF2B5EF4-FFF2-40B4-BE49-F238E27FC236}">
                    <a16:creationId xmlns:a16="http://schemas.microsoft.com/office/drawing/2014/main" id="{A42CA65C-D219-3901-9789-B7BC43080706}"/>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2C20790F-7D43-ECA3-CEE7-CCD25DAADFBC}"/>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89177289-B926-9ABA-78F6-832034044D6A}"/>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solidFill>
                <a:srgbClr val="004F36"/>
              </a:solid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7A2126CF-071F-30C2-EA8B-F047013E7413}"/>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solidFill>
                <a:srgbClr val="004F36"/>
              </a:solidFill>
              <a:ln w="9525" cap="flat">
                <a:noFill/>
                <a:prstDash val="solid"/>
                <a:miter/>
              </a:ln>
            </p:spPr>
            <p:txBody>
              <a:bodyPr rtlCol="0" anchor="ctr"/>
              <a:lstStyle/>
              <a:p>
                <a:endParaRPr lang="en-US"/>
              </a:p>
            </p:txBody>
          </p:sp>
          <p:sp>
            <p:nvSpPr>
              <p:cNvPr id="29" name="Forme libre : forme 28">
                <a:extLst>
                  <a:ext uri="{FF2B5EF4-FFF2-40B4-BE49-F238E27FC236}">
                    <a16:creationId xmlns:a16="http://schemas.microsoft.com/office/drawing/2014/main" id="{B817403B-8C89-4131-3ED3-76D5778EB672}"/>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solidFill>
                <a:srgbClr val="004F36"/>
              </a:solidFill>
              <a:ln w="9525" cap="flat">
                <a:noFill/>
                <a:prstDash val="solid"/>
                <a:miter/>
              </a:ln>
            </p:spPr>
            <p:txBody>
              <a:bodyPr rtlCol="0" anchor="ctr"/>
              <a:lstStyle/>
              <a:p>
                <a:endParaRPr lang="en-US"/>
              </a:p>
            </p:txBody>
          </p:sp>
          <p:sp>
            <p:nvSpPr>
              <p:cNvPr id="30" name="Forme libre : forme 29">
                <a:extLst>
                  <a:ext uri="{FF2B5EF4-FFF2-40B4-BE49-F238E27FC236}">
                    <a16:creationId xmlns:a16="http://schemas.microsoft.com/office/drawing/2014/main" id="{04732BEC-6851-1839-2685-180D11A37333}"/>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solidFill>
                <a:srgbClr val="004F36"/>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50625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42" presetClass="path" presetSubtype="0" decel="100000" fill="hold" grpId="1" nodeType="withEffect">
                                  <p:stCondLst>
                                    <p:cond delay="0"/>
                                  </p:stCondLst>
                                  <p:childTnLst>
                                    <p:animMotion origin="layout" path="M -2.70833E-6 0 L 0.0405 0.00116 " pathEditMode="relative" rAng="0" ptsTypes="AA">
                                      <p:cBhvr>
                                        <p:cTn id="9" dur="2000" spd="-100000" fill="hold"/>
                                        <p:tgtEl>
                                          <p:spTgt spid="6"/>
                                        </p:tgtEl>
                                        <p:attrNameLst>
                                          <p:attrName>ppt_x</p:attrName>
                                          <p:attrName>ppt_y</p:attrName>
                                        </p:attrNameLst>
                                      </p:cBhvr>
                                      <p:rCtr x="2018" y="46"/>
                                    </p:animMotion>
                                  </p:childTnLst>
                                </p:cTn>
                              </p:par>
                              <p:par>
                                <p:cTn id="10" presetID="10" presetClass="entr" presetSubtype="0" fill="hold" nodeType="withEffect">
                                  <p:stCondLst>
                                    <p:cond delay="16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par>
                                <p:cTn id="13" presetID="42" presetClass="path" presetSubtype="0" decel="100000" fill="hold" nodeType="withEffect">
                                  <p:stCondLst>
                                    <p:cond delay="1600"/>
                                  </p:stCondLst>
                                  <p:childTnLst>
                                    <p:animMotion origin="layout" path="M -1.25E-6 0 L 0.02318 0 " pathEditMode="relative" rAng="0" ptsTypes="AA">
                                      <p:cBhvr>
                                        <p:cTn id="14" dur="2000" spd="-100000" fill="hold"/>
                                        <p:tgtEl>
                                          <p:spTgt spid="8"/>
                                        </p:tgtEl>
                                        <p:attrNameLst>
                                          <p:attrName>ppt_x</p:attrName>
                                          <p:attrName>ppt_y</p:attrName>
                                        </p:attrNameLst>
                                      </p:cBhvr>
                                      <p:rCtr x="11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re + Lib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1385420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re + Libre + Bandeau bas [Gr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24764A8-3C94-2FBC-ACC8-EF6864F761AE}"/>
              </a:ext>
            </a:extLst>
          </p:cNvPr>
          <p:cNvSpPr>
            <a:spLocks/>
          </p:cNvSpPr>
          <p:nvPr userDrawn="1"/>
        </p:nvSpPr>
        <p:spPr>
          <a:xfrm>
            <a:off x="0" y="6431460"/>
            <a:ext cx="12192000" cy="4265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0" y="4991374"/>
            <a:ext cx="11908150" cy="1439862"/>
          </a:xfrm>
          <a:solidFill>
            <a:schemeClr val="bg1">
              <a:lumMod val="95000"/>
            </a:schemeClr>
          </a:solidFill>
        </p:spPr>
        <p:txBody>
          <a:bodyPr wrap="square">
            <a:noAutofit/>
          </a:bodyPr>
          <a:lstStyle>
            <a:lvl1pPr>
              <a:defRPr/>
            </a:lvl1pPr>
          </a:lstStyle>
          <a:p>
            <a:pPr lvl="0"/>
            <a:r>
              <a:rPr lang="en-US"/>
              <a:t> </a:t>
            </a:r>
          </a:p>
        </p:txBody>
      </p:sp>
    </p:spTree>
    <p:extLst>
      <p:ext uri="{BB962C8B-B14F-4D97-AF65-F5344CB8AC3E}">
        <p14:creationId xmlns:p14="http://schemas.microsoft.com/office/powerpoint/2010/main" val="34587155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re + Libre + Bandeau bas [Oran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24764A8-3C94-2FBC-ACC8-EF6864F761AE}"/>
              </a:ext>
            </a:extLst>
          </p:cNvPr>
          <p:cNvSpPr>
            <a:spLocks/>
          </p:cNvSpPr>
          <p:nvPr userDrawn="1"/>
        </p:nvSpPr>
        <p:spPr>
          <a:xfrm>
            <a:off x="0" y="6431460"/>
            <a:ext cx="12192000" cy="4265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11198225" cy="249299"/>
          </a:xfrm>
        </p:spPr>
        <p:txBody>
          <a:bodyPr>
            <a:spAutoFit/>
          </a:bodyPr>
          <a:lstStyle>
            <a:lvl1pPr marL="0" indent="0">
              <a:spcBef>
                <a:spcPts val="0"/>
              </a:spcBef>
              <a:buNone/>
              <a:defRPr b="0" cap="all" spc="300" baseline="0"/>
            </a:lvl1pPr>
          </a:lstStyle>
          <a:p>
            <a:pPr lvl="0"/>
            <a:r>
              <a:rPr lang="fr-FR"/>
              <a:t>Sous-titre de la slide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a:solidFill>
            <a:schemeClr val="bg1"/>
          </a:solidFill>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a:grpFill/>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grp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grp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grp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grp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grp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grp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grp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grp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grp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0" y="4991374"/>
            <a:ext cx="12192000" cy="1439862"/>
          </a:xfrm>
          <a:solidFill>
            <a:schemeClr val="accent1"/>
          </a:solidFill>
        </p:spPr>
        <p:txBody>
          <a:bodyPr wrap="square">
            <a:noAutofit/>
          </a:bodyPr>
          <a:lstStyle>
            <a:lvl1pPr>
              <a:defRPr/>
            </a:lvl1pPr>
          </a:lstStyle>
          <a:p>
            <a:pPr lvl="0"/>
            <a:r>
              <a:rPr lang="en-US"/>
              <a:t> </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18171086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itre + Libre + Bandeau droite [Gris]">
    <p:spTree>
      <p:nvGrpSpPr>
        <p:cNvPr id="1" name=""/>
        <p:cNvGrpSpPr/>
        <p:nvPr/>
      </p:nvGrpSpPr>
      <p:grpSpPr>
        <a:xfrm>
          <a:off x="0" y="0"/>
          <a:ext cx="0" cy="0"/>
          <a:chOff x="0" y="0"/>
          <a:chExt cx="0" cy="0"/>
        </a:xfrm>
      </p:grpSpPr>
      <p:sp>
        <p:nvSpPr>
          <p:cNvPr id="20" name="Rectangle 1">
            <a:extLst>
              <a:ext uri="{FF2B5EF4-FFF2-40B4-BE49-F238E27FC236}">
                <a16:creationId xmlns:a16="http://schemas.microsoft.com/office/drawing/2014/main" id="{B5310AB4-2025-8F8A-A9E3-278A9AF6FD52}"/>
              </a:ext>
            </a:extLst>
          </p:cNvPr>
          <p:cNvSpPr/>
          <p:nvPr/>
        </p:nvSpPr>
        <p:spPr>
          <a:xfrm>
            <a:off x="11908150" y="-1"/>
            <a:ext cx="283850" cy="643145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9765157" cy="498598"/>
          </a:xfrm>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4" y="1016000"/>
            <a:ext cx="9765157" cy="249299"/>
          </a:xfrm>
        </p:spPr>
        <p:txBody>
          <a:bodyPr wrap="square">
            <a:spAutoFit/>
          </a:bodyPr>
          <a:lstStyle>
            <a:lvl1pPr marL="0" indent="0">
              <a:spcBef>
                <a:spcPts val="0"/>
              </a:spcBef>
              <a:buNone/>
              <a:defRPr b="0" cap="all" spc="300" baseline="0"/>
            </a:lvl1pPr>
          </a:lstStyle>
          <a:p>
            <a:pPr lvl="0"/>
            <a:r>
              <a:rPr lang="fr-FR"/>
              <a:t>Sous-titre de la slide</a:t>
            </a: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11133551" y="0"/>
            <a:ext cx="774598" cy="6858000"/>
          </a:xfrm>
          <a:solidFill>
            <a:schemeClr val="bg1">
              <a:lumMod val="95000"/>
            </a:schemeClr>
          </a:solidFill>
        </p:spPr>
        <p:txBody>
          <a:bodyPr wrap="square">
            <a:noAutofit/>
          </a:bodyPr>
          <a:lstStyle>
            <a:lvl1pPr>
              <a:defRPr/>
            </a:lvl1pPr>
          </a:lstStyle>
          <a:p>
            <a:pPr lvl="0"/>
            <a:r>
              <a:rPr lang="en-US"/>
              <a:t> </a:t>
            </a:r>
          </a:p>
        </p:txBody>
      </p:sp>
      <p:grpSp>
        <p:nvGrpSpPr>
          <p:cNvPr id="3" name="Groupe 2">
            <a:extLst>
              <a:ext uri="{FF2B5EF4-FFF2-40B4-BE49-F238E27FC236}">
                <a16:creationId xmlns:a16="http://schemas.microsoft.com/office/drawing/2014/main" id="{1348052B-67FC-D53E-1B48-2C783F169F33}"/>
              </a:ext>
            </a:extLst>
          </p:cNvPr>
          <p:cNvGrpSpPr/>
          <p:nvPr userDrawn="1"/>
        </p:nvGrpSpPr>
        <p:grpSpPr>
          <a:xfrm>
            <a:off x="11948029" y="80628"/>
            <a:ext cx="213491" cy="148952"/>
            <a:chOff x="5076825" y="2719386"/>
            <a:chExt cx="2037016" cy="1421225"/>
          </a:xfrm>
        </p:grpSpPr>
        <p:grpSp>
          <p:nvGrpSpPr>
            <p:cNvPr id="19" name="Graphique 20">
              <a:extLst>
                <a:ext uri="{FF2B5EF4-FFF2-40B4-BE49-F238E27FC236}">
                  <a16:creationId xmlns:a16="http://schemas.microsoft.com/office/drawing/2014/main" id="{9D66BFFE-3E6F-59E9-AF67-E0E3FE5F8B89}"/>
                </a:ext>
              </a:extLst>
            </p:cNvPr>
            <p:cNvGrpSpPr/>
            <p:nvPr/>
          </p:nvGrpSpPr>
          <p:grpSpPr>
            <a:xfrm>
              <a:off x="5421562" y="2719386"/>
              <a:ext cx="1431388" cy="1001649"/>
              <a:chOff x="5421562" y="2719386"/>
              <a:chExt cx="1431388" cy="1001649"/>
            </a:xfrm>
          </p:grpSpPr>
          <p:sp>
            <p:nvSpPr>
              <p:cNvPr id="35" name="Forme libre : forme 34">
                <a:extLst>
                  <a:ext uri="{FF2B5EF4-FFF2-40B4-BE49-F238E27FC236}">
                    <a16:creationId xmlns:a16="http://schemas.microsoft.com/office/drawing/2014/main" id="{3FD94B91-4060-9559-7739-ED283D7A33DD}"/>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solidFill>
                <a:srgbClr val="004F36"/>
              </a:solidFill>
              <a:ln w="9525" cap="flat">
                <a:noFill/>
                <a:prstDash val="solid"/>
                <a:miter/>
              </a:ln>
            </p:spPr>
            <p:txBody>
              <a:bodyPr rtlCol="0" anchor="ctr"/>
              <a:lstStyle/>
              <a:p>
                <a:endParaRPr lang="en-US"/>
              </a:p>
            </p:txBody>
          </p:sp>
          <p:grpSp>
            <p:nvGrpSpPr>
              <p:cNvPr id="36" name="Graphique 20">
                <a:extLst>
                  <a:ext uri="{FF2B5EF4-FFF2-40B4-BE49-F238E27FC236}">
                    <a16:creationId xmlns:a16="http://schemas.microsoft.com/office/drawing/2014/main" id="{26B88E39-228B-1996-FB4E-1A3658BAE3D1}"/>
                  </a:ext>
                </a:extLst>
              </p:cNvPr>
              <p:cNvGrpSpPr/>
              <p:nvPr/>
            </p:nvGrpSpPr>
            <p:grpSpPr>
              <a:xfrm>
                <a:off x="5421562" y="2784173"/>
                <a:ext cx="1431198" cy="749507"/>
                <a:chOff x="5421562" y="2784173"/>
                <a:chExt cx="1431198" cy="749507"/>
              </a:xfrm>
            </p:grpSpPr>
            <p:sp>
              <p:nvSpPr>
                <p:cNvPr id="38" name="Forme libre : forme 37">
                  <a:extLst>
                    <a:ext uri="{FF2B5EF4-FFF2-40B4-BE49-F238E27FC236}">
                      <a16:creationId xmlns:a16="http://schemas.microsoft.com/office/drawing/2014/main" id="{AA318117-5111-260F-D228-3F51F4E5561D}"/>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solidFill>
                  <a:srgbClr val="004F36"/>
                </a:solid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01C0A4A7-F2FA-35F7-626E-1B3224A7C6D0}"/>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solidFill>
                  <a:srgbClr val="008078"/>
                </a:solid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8303904E-B9AC-1F8E-B736-7093CA925B27}"/>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solidFill>
                  <a:srgbClr val="004F36"/>
                </a:solidFill>
                <a:ln w="9525" cap="flat">
                  <a:noFill/>
                  <a:prstDash val="solid"/>
                  <a:miter/>
                </a:ln>
              </p:spPr>
              <p:txBody>
                <a:bodyPr rtlCol="0" anchor="ctr"/>
                <a:lstStyle/>
                <a:p>
                  <a:endParaRPr lang="en-US"/>
                </a:p>
              </p:txBody>
            </p:sp>
          </p:grpSp>
          <p:sp>
            <p:nvSpPr>
              <p:cNvPr id="37" name="Forme libre : forme 36">
                <a:extLst>
                  <a:ext uri="{FF2B5EF4-FFF2-40B4-BE49-F238E27FC236}">
                    <a16:creationId xmlns:a16="http://schemas.microsoft.com/office/drawing/2014/main" id="{AE995CEC-0B7B-E5F8-1F59-A27115898DE4}"/>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solidFill>
                <a:srgbClr val="FF0000"/>
              </a:solidFill>
              <a:ln w="9525" cap="flat">
                <a:noFill/>
                <a:prstDash val="solid"/>
                <a:miter/>
              </a:ln>
            </p:spPr>
            <p:txBody>
              <a:bodyPr rtlCol="0" anchor="ctr"/>
              <a:lstStyle/>
              <a:p>
                <a:endParaRPr lang="en-US"/>
              </a:p>
            </p:txBody>
          </p:sp>
        </p:grpSp>
        <p:grpSp>
          <p:nvGrpSpPr>
            <p:cNvPr id="22" name="Graphique 20">
              <a:extLst>
                <a:ext uri="{FF2B5EF4-FFF2-40B4-BE49-F238E27FC236}">
                  <a16:creationId xmlns:a16="http://schemas.microsoft.com/office/drawing/2014/main" id="{3391BFDA-04BA-6A18-BD82-F8F0A3356364}"/>
                </a:ext>
              </a:extLst>
            </p:cNvPr>
            <p:cNvGrpSpPr/>
            <p:nvPr/>
          </p:nvGrpSpPr>
          <p:grpSpPr>
            <a:xfrm>
              <a:off x="5076825" y="3953731"/>
              <a:ext cx="2037016" cy="186880"/>
              <a:chOff x="5076825" y="3953731"/>
              <a:chExt cx="2037016" cy="186880"/>
            </a:xfrm>
            <a:solidFill>
              <a:srgbClr val="004F36"/>
            </a:solidFill>
          </p:grpSpPr>
          <p:sp>
            <p:nvSpPr>
              <p:cNvPr id="25" name="Forme libre : forme 24">
                <a:extLst>
                  <a:ext uri="{FF2B5EF4-FFF2-40B4-BE49-F238E27FC236}">
                    <a16:creationId xmlns:a16="http://schemas.microsoft.com/office/drawing/2014/main" id="{C51A3D47-7027-0EF6-3D3D-E765E25CA31F}"/>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solidFill>
                <a:srgbClr val="004F36"/>
              </a:solidFill>
              <a:ln w="9525" cap="flat">
                <a:no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58BF909B-15D2-3DCC-A5DF-90ADE86EBB6F}"/>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92CB79FF-D98A-D71D-1A87-6529DDB19ADD}"/>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CAC8F1CD-0141-F6F0-AECC-237A459601F1}"/>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solidFill>
                <a:srgbClr val="004F36"/>
              </a:solidFill>
              <a:ln w="9525" cap="flat">
                <a:noFill/>
                <a:prstDash val="solid"/>
                <a:miter/>
              </a:ln>
            </p:spPr>
            <p:txBody>
              <a:bodyPr rtlCol="0" anchor="ctr"/>
              <a:lstStyle/>
              <a:p>
                <a:endParaRPr lang="en-US"/>
              </a:p>
            </p:txBody>
          </p:sp>
          <p:sp>
            <p:nvSpPr>
              <p:cNvPr id="29" name="Forme libre : forme 28">
                <a:extLst>
                  <a:ext uri="{FF2B5EF4-FFF2-40B4-BE49-F238E27FC236}">
                    <a16:creationId xmlns:a16="http://schemas.microsoft.com/office/drawing/2014/main" id="{EAAB98E9-92A8-B960-7B17-2EF7BF484CAE}"/>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30" name="Forme libre : forme 29">
                <a:extLst>
                  <a:ext uri="{FF2B5EF4-FFF2-40B4-BE49-F238E27FC236}">
                    <a16:creationId xmlns:a16="http://schemas.microsoft.com/office/drawing/2014/main" id="{E7897C6B-A960-D780-9DC3-C0305E7D1EE6}"/>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31" name="Forme libre : forme 30">
                <a:extLst>
                  <a:ext uri="{FF2B5EF4-FFF2-40B4-BE49-F238E27FC236}">
                    <a16:creationId xmlns:a16="http://schemas.microsoft.com/office/drawing/2014/main" id="{2A5F4CA3-669F-46DB-BDF4-7F5EA20DA5BF}"/>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solidFill>
                <a:srgbClr val="004F36"/>
              </a:solidFill>
              <a:ln w="9525" cap="flat">
                <a:no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6B9FFF31-EE5D-B73C-2994-41217B431882}"/>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solidFill>
                <a:srgbClr val="004F36"/>
              </a:solid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F72E5450-75DA-3579-32F4-5A3DFB1FDC68}"/>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solidFill>
                <a:srgbClr val="004F36"/>
              </a:solid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A2C4FB19-B410-B738-3368-9FB66C9CFA10}"/>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solidFill>
                <a:srgbClr val="004F36"/>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5273340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re + Libre + Bandeau droite [Orange]">
    <p:spTree>
      <p:nvGrpSpPr>
        <p:cNvPr id="1" name=""/>
        <p:cNvGrpSpPr/>
        <p:nvPr/>
      </p:nvGrpSpPr>
      <p:grpSpPr>
        <a:xfrm>
          <a:off x="0" y="0"/>
          <a:ext cx="0" cy="0"/>
          <a:chOff x="0" y="0"/>
          <a:chExt cx="0" cy="0"/>
        </a:xfrm>
      </p:grpSpPr>
      <p:sp>
        <p:nvSpPr>
          <p:cNvPr id="20" name="Rectangle 1">
            <a:extLst>
              <a:ext uri="{FF2B5EF4-FFF2-40B4-BE49-F238E27FC236}">
                <a16:creationId xmlns:a16="http://schemas.microsoft.com/office/drawing/2014/main" id="{B5310AB4-2025-8F8A-A9E3-278A9AF6FD52}"/>
              </a:ext>
            </a:extLst>
          </p:cNvPr>
          <p:cNvSpPr/>
          <p:nvPr/>
        </p:nvSpPr>
        <p:spPr>
          <a:xfrm>
            <a:off x="11908150" y="-1"/>
            <a:ext cx="283850" cy="6431459"/>
          </a:xfrm>
          <a:prstGeom prst="rect">
            <a:avLst/>
          </a:prstGeom>
          <a:solidFill>
            <a:srgbClr val="C53B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11" name="Espace réservé du pied de page 10">
            <a:extLst>
              <a:ext uri="{FF2B5EF4-FFF2-40B4-BE49-F238E27FC236}">
                <a16:creationId xmlns:a16="http://schemas.microsoft.com/office/drawing/2014/main" id="{FD28CE29-F5BA-B9EC-AEFB-749872C50113}"/>
              </a:ext>
            </a:extLst>
          </p:cNvPr>
          <p:cNvSpPr>
            <a:spLocks noGrp="1"/>
          </p:cNvSpPr>
          <p:nvPr>
            <p:ph type="ftr" sz="quarter" idx="16"/>
          </p:nvPr>
        </p:nvSpPr>
        <p:spPr/>
        <p:txBody>
          <a:bodyPr/>
          <a:lstStyle/>
          <a:p>
            <a:r>
              <a:rPr lang="fr-FR"/>
              <a:t>Titre du document //  Niveau de confidentialité // Interne/Externe</a:t>
            </a:r>
          </a:p>
        </p:txBody>
      </p:sp>
      <p:grpSp>
        <p:nvGrpSpPr>
          <p:cNvPr id="4" name="Graphique 107">
            <a:extLst>
              <a:ext uri="{FF2B5EF4-FFF2-40B4-BE49-F238E27FC236}">
                <a16:creationId xmlns:a16="http://schemas.microsoft.com/office/drawing/2014/main" id="{6388A311-5015-F012-4167-9EF16E6296CD}"/>
              </a:ext>
            </a:extLst>
          </p:cNvPr>
          <p:cNvGrpSpPr/>
          <p:nvPr userDrawn="1"/>
        </p:nvGrpSpPr>
        <p:grpSpPr>
          <a:xfrm>
            <a:off x="5657850" y="6431475"/>
            <a:ext cx="876300" cy="194766"/>
            <a:chOff x="1526098" y="1657847"/>
            <a:chExt cx="1191189" cy="264757"/>
          </a:xfrm>
        </p:grpSpPr>
        <p:grpSp>
          <p:nvGrpSpPr>
            <p:cNvPr id="6" name="Graphique 107">
              <a:extLst>
                <a:ext uri="{FF2B5EF4-FFF2-40B4-BE49-F238E27FC236}">
                  <a16:creationId xmlns:a16="http://schemas.microsoft.com/office/drawing/2014/main" id="{ABCD5680-ECDE-31FC-C390-A0CAAF5A1C2E}"/>
                </a:ext>
              </a:extLst>
            </p:cNvPr>
            <p:cNvGrpSpPr/>
            <p:nvPr/>
          </p:nvGrpSpPr>
          <p:grpSpPr>
            <a:xfrm>
              <a:off x="1526098" y="1657847"/>
              <a:ext cx="1188982" cy="264757"/>
              <a:chOff x="1526098" y="1657847"/>
              <a:chExt cx="1188982" cy="264757"/>
            </a:xfrm>
          </p:grpSpPr>
          <p:sp>
            <p:nvSpPr>
              <p:cNvPr id="14" name="Forme libre : forme 13">
                <a:extLst>
                  <a:ext uri="{FF2B5EF4-FFF2-40B4-BE49-F238E27FC236}">
                    <a16:creationId xmlns:a16="http://schemas.microsoft.com/office/drawing/2014/main" id="{93D0ECBD-4C39-44BF-9C06-BC28FC9B3D6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978DD459-B881-9FD3-B913-A3718B5BCB8C}"/>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BB47345E-A28C-6039-E6B3-6D37625F3651}"/>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3E46218F-0987-8368-EF33-B0780F01C942}"/>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18" name="Forme libre : forme 17">
                <a:extLst>
                  <a:ext uri="{FF2B5EF4-FFF2-40B4-BE49-F238E27FC236}">
                    <a16:creationId xmlns:a16="http://schemas.microsoft.com/office/drawing/2014/main" id="{F882EE03-1F1D-F1DF-2CA3-8FF029E5DCDA}"/>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8" name="Graphique 107">
              <a:extLst>
                <a:ext uri="{FF2B5EF4-FFF2-40B4-BE49-F238E27FC236}">
                  <a16:creationId xmlns:a16="http://schemas.microsoft.com/office/drawing/2014/main" id="{449FB0DC-AA2A-5D93-EEE9-BC065FDBC500}"/>
                </a:ext>
              </a:extLst>
            </p:cNvPr>
            <p:cNvGrpSpPr/>
            <p:nvPr/>
          </p:nvGrpSpPr>
          <p:grpSpPr>
            <a:xfrm>
              <a:off x="2468572" y="1844458"/>
              <a:ext cx="248716" cy="77705"/>
              <a:chOff x="2468572" y="1844458"/>
              <a:chExt cx="248716" cy="77705"/>
            </a:xfrm>
            <a:solidFill>
              <a:srgbClr val="E7461C"/>
            </a:solidFill>
          </p:grpSpPr>
          <p:sp>
            <p:nvSpPr>
              <p:cNvPr id="9" name="Forme libre : forme 8">
                <a:extLst>
                  <a:ext uri="{FF2B5EF4-FFF2-40B4-BE49-F238E27FC236}">
                    <a16:creationId xmlns:a16="http://schemas.microsoft.com/office/drawing/2014/main" id="{E888A6C7-0EF2-5C49-C192-D4E9B7C565E5}"/>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0" name="Forme libre : forme 9">
                <a:extLst>
                  <a:ext uri="{FF2B5EF4-FFF2-40B4-BE49-F238E27FC236}">
                    <a16:creationId xmlns:a16="http://schemas.microsoft.com/office/drawing/2014/main" id="{B146C507-A386-C23E-E432-A341F33A81B7}"/>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2" name="Forme libre : forme 11">
                <a:extLst>
                  <a:ext uri="{FF2B5EF4-FFF2-40B4-BE49-F238E27FC236}">
                    <a16:creationId xmlns:a16="http://schemas.microsoft.com/office/drawing/2014/main" id="{EE6CE789-0BF2-2DBE-8093-FCDE64A38297}"/>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3" name="Forme libre : forme 12">
                <a:extLst>
                  <a:ext uri="{FF2B5EF4-FFF2-40B4-BE49-F238E27FC236}">
                    <a16:creationId xmlns:a16="http://schemas.microsoft.com/office/drawing/2014/main" id="{0C85D015-6A38-07CC-DEFF-8D9933F0680A}"/>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sp>
        <p:nvSpPr>
          <p:cNvPr id="21" name="Rectangle 2">
            <a:extLst>
              <a:ext uri="{FF2B5EF4-FFF2-40B4-BE49-F238E27FC236}">
                <a16:creationId xmlns:a16="http://schemas.microsoft.com/office/drawing/2014/main" id="{DDA6064B-3C0F-B99D-E695-4C557E86393F}"/>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sp>
        <p:nvSpPr>
          <p:cNvPr id="5" name="Espace réservé du numéro de diapositive 4">
            <a:extLst>
              <a:ext uri="{FF2B5EF4-FFF2-40B4-BE49-F238E27FC236}">
                <a16:creationId xmlns:a16="http://schemas.microsoft.com/office/drawing/2014/main" id="{C9819C6E-B5CB-81E3-8713-C862E1259734}"/>
              </a:ext>
            </a:extLst>
          </p:cNvPr>
          <p:cNvSpPr>
            <a:spLocks noGrp="1"/>
          </p:cNvSpPr>
          <p:nvPr>
            <p:ph type="sldNum" sz="quarter" idx="12"/>
          </p:nvPr>
        </p:nvSpPr>
        <p:spPr/>
        <p:txBody>
          <a:bodyPr/>
          <a:lstStyle/>
          <a:p>
            <a:fld id="{3A28F117-D1D1-4562-BBA1-C4174F9770ED}" type="slidenum">
              <a:rPr lang="fr-FR" smtClean="0"/>
              <a:pPr/>
              <a:t>‹N°›</a:t>
            </a:fld>
            <a:endParaRPr lang="fr-FR"/>
          </a:p>
        </p:txBody>
      </p:sp>
      <p:sp>
        <p:nvSpPr>
          <p:cNvPr id="23" name="Espace réservé du texte 22">
            <a:extLst>
              <a:ext uri="{FF2B5EF4-FFF2-40B4-BE49-F238E27FC236}">
                <a16:creationId xmlns:a16="http://schemas.microsoft.com/office/drawing/2014/main" id="{B1FC46D3-999B-FB14-0F95-582919C3F197}"/>
              </a:ext>
            </a:extLst>
          </p:cNvPr>
          <p:cNvSpPr>
            <a:spLocks noGrp="1"/>
          </p:cNvSpPr>
          <p:nvPr>
            <p:ph type="body" sz="quarter" idx="17" hasCustomPrompt="1"/>
          </p:nvPr>
        </p:nvSpPr>
        <p:spPr>
          <a:xfrm>
            <a:off x="11133551" y="0"/>
            <a:ext cx="774598" cy="6858000"/>
          </a:xfrm>
          <a:solidFill>
            <a:schemeClr val="accent1"/>
          </a:solidFill>
        </p:spPr>
        <p:txBody>
          <a:bodyPr wrap="square">
            <a:noAutofit/>
          </a:bodyPr>
          <a:lstStyle>
            <a:lvl1pPr>
              <a:defRPr/>
            </a:lvl1pPr>
          </a:lstStyle>
          <a:p>
            <a:pPr lvl="0"/>
            <a:r>
              <a:rPr lang="en-US"/>
              <a:t> </a:t>
            </a:r>
          </a:p>
        </p:txBody>
      </p:sp>
      <p:sp>
        <p:nvSpPr>
          <p:cNvPr id="2" name="Titre 1">
            <a:extLst>
              <a:ext uri="{FF2B5EF4-FFF2-40B4-BE49-F238E27FC236}">
                <a16:creationId xmlns:a16="http://schemas.microsoft.com/office/drawing/2014/main" id="{325B49CE-1A25-06C7-8E66-8AEB33DCEE68}"/>
              </a:ext>
            </a:extLst>
          </p:cNvPr>
          <p:cNvSpPr>
            <a:spLocks noGrp="1"/>
          </p:cNvSpPr>
          <p:nvPr>
            <p:ph type="title" hasCustomPrompt="1"/>
          </p:nvPr>
        </p:nvSpPr>
        <p:spPr>
          <a:xfrm>
            <a:off x="659395" y="365125"/>
            <a:ext cx="9765157" cy="498598"/>
          </a:xfrm>
        </p:spPr>
        <p:txBody>
          <a:bodyPr/>
          <a:lstStyle>
            <a:lvl1pPr>
              <a:defRPr/>
            </a:lvl1pPr>
          </a:lstStyle>
          <a:p>
            <a:r>
              <a:rPr lang="fr-FR"/>
              <a:t>Titre de la slide</a:t>
            </a:r>
            <a:endParaRPr lang="en-US"/>
          </a:p>
        </p:txBody>
      </p:sp>
      <p:sp>
        <p:nvSpPr>
          <p:cNvPr id="7" name="Espace réservé du texte 6">
            <a:extLst>
              <a:ext uri="{FF2B5EF4-FFF2-40B4-BE49-F238E27FC236}">
                <a16:creationId xmlns:a16="http://schemas.microsoft.com/office/drawing/2014/main" id="{859EEA06-B161-4A59-DA38-0569191681A4}"/>
              </a:ext>
            </a:extLst>
          </p:cNvPr>
          <p:cNvSpPr>
            <a:spLocks noGrp="1"/>
          </p:cNvSpPr>
          <p:nvPr>
            <p:ph type="body" sz="quarter" idx="13" hasCustomPrompt="1"/>
          </p:nvPr>
        </p:nvSpPr>
        <p:spPr>
          <a:xfrm>
            <a:off x="658813" y="1016000"/>
            <a:ext cx="9765157" cy="249299"/>
          </a:xfrm>
        </p:spPr>
        <p:txBody>
          <a:bodyPr wrap="square">
            <a:spAutoFit/>
          </a:bodyPr>
          <a:lstStyle>
            <a:lvl1pPr marL="0" indent="0">
              <a:spcBef>
                <a:spcPts val="0"/>
              </a:spcBef>
              <a:buNone/>
              <a:defRPr b="0" cap="all" spc="300" baseline="0"/>
            </a:lvl1pPr>
          </a:lstStyle>
          <a:p>
            <a:pPr lvl="0"/>
            <a:r>
              <a:rPr lang="fr-FR"/>
              <a:t>Sous-titre de la slide</a:t>
            </a:r>
          </a:p>
        </p:txBody>
      </p:sp>
      <p:grpSp>
        <p:nvGrpSpPr>
          <p:cNvPr id="3" name="Groupe 2">
            <a:extLst>
              <a:ext uri="{FF2B5EF4-FFF2-40B4-BE49-F238E27FC236}">
                <a16:creationId xmlns:a16="http://schemas.microsoft.com/office/drawing/2014/main" id="{A4A62924-B557-B8CD-64A4-BDB068A30542}"/>
              </a:ext>
            </a:extLst>
          </p:cNvPr>
          <p:cNvGrpSpPr/>
          <p:nvPr userDrawn="1"/>
        </p:nvGrpSpPr>
        <p:grpSpPr>
          <a:xfrm>
            <a:off x="11948029" y="81456"/>
            <a:ext cx="213491" cy="148952"/>
            <a:chOff x="5076825" y="2719386"/>
            <a:chExt cx="2037016" cy="1421225"/>
          </a:xfrm>
          <a:solidFill>
            <a:schemeClr val="bg1"/>
          </a:solidFill>
        </p:grpSpPr>
        <p:grpSp>
          <p:nvGrpSpPr>
            <p:cNvPr id="19" name="Graphique 20">
              <a:extLst>
                <a:ext uri="{FF2B5EF4-FFF2-40B4-BE49-F238E27FC236}">
                  <a16:creationId xmlns:a16="http://schemas.microsoft.com/office/drawing/2014/main" id="{B05EFA21-7C4F-B316-FFDF-7363B8B83231}"/>
                </a:ext>
              </a:extLst>
            </p:cNvPr>
            <p:cNvGrpSpPr/>
            <p:nvPr/>
          </p:nvGrpSpPr>
          <p:grpSpPr>
            <a:xfrm>
              <a:off x="5421562" y="2719386"/>
              <a:ext cx="1431388" cy="1001649"/>
              <a:chOff x="5421562" y="2719386"/>
              <a:chExt cx="1431388" cy="1001649"/>
            </a:xfrm>
            <a:grpFill/>
          </p:grpSpPr>
          <p:sp>
            <p:nvSpPr>
              <p:cNvPr id="35" name="Forme libre : forme 34">
                <a:extLst>
                  <a:ext uri="{FF2B5EF4-FFF2-40B4-BE49-F238E27FC236}">
                    <a16:creationId xmlns:a16="http://schemas.microsoft.com/office/drawing/2014/main" id="{9EE3BADE-E580-AD88-C432-C8C262018E46}"/>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grpFill/>
              <a:ln w="9525" cap="flat">
                <a:noFill/>
                <a:prstDash val="solid"/>
                <a:miter/>
              </a:ln>
            </p:spPr>
            <p:txBody>
              <a:bodyPr rtlCol="0" anchor="ctr"/>
              <a:lstStyle/>
              <a:p>
                <a:endParaRPr lang="en-US"/>
              </a:p>
            </p:txBody>
          </p:sp>
          <p:grpSp>
            <p:nvGrpSpPr>
              <p:cNvPr id="36" name="Graphique 20">
                <a:extLst>
                  <a:ext uri="{FF2B5EF4-FFF2-40B4-BE49-F238E27FC236}">
                    <a16:creationId xmlns:a16="http://schemas.microsoft.com/office/drawing/2014/main" id="{C295B645-F777-22A4-D395-A7E5917F66DC}"/>
                  </a:ext>
                </a:extLst>
              </p:cNvPr>
              <p:cNvGrpSpPr/>
              <p:nvPr/>
            </p:nvGrpSpPr>
            <p:grpSpPr>
              <a:xfrm>
                <a:off x="5421562" y="2784173"/>
                <a:ext cx="1431198" cy="749507"/>
                <a:chOff x="5421562" y="2784173"/>
                <a:chExt cx="1431198" cy="749507"/>
              </a:xfrm>
              <a:grpFill/>
            </p:grpSpPr>
            <p:sp>
              <p:nvSpPr>
                <p:cNvPr id="38" name="Forme libre : forme 37">
                  <a:extLst>
                    <a:ext uri="{FF2B5EF4-FFF2-40B4-BE49-F238E27FC236}">
                      <a16:creationId xmlns:a16="http://schemas.microsoft.com/office/drawing/2014/main" id="{E6CE69B8-9FDA-971D-9EEC-D981285727DC}"/>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grp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8263CD7B-C0CD-DA72-25D0-C27ABFA3F6C4}"/>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grp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BDD98FA8-F159-45CE-59E7-708FB5C01429}"/>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grpFill/>
                <a:ln w="9525" cap="flat">
                  <a:noFill/>
                  <a:prstDash val="solid"/>
                  <a:miter/>
                </a:ln>
              </p:spPr>
              <p:txBody>
                <a:bodyPr rtlCol="0" anchor="ctr"/>
                <a:lstStyle/>
                <a:p>
                  <a:endParaRPr lang="en-US"/>
                </a:p>
              </p:txBody>
            </p:sp>
          </p:grpSp>
          <p:sp>
            <p:nvSpPr>
              <p:cNvPr id="37" name="Forme libre : forme 36">
                <a:extLst>
                  <a:ext uri="{FF2B5EF4-FFF2-40B4-BE49-F238E27FC236}">
                    <a16:creationId xmlns:a16="http://schemas.microsoft.com/office/drawing/2014/main" id="{D202ED05-D5F6-75E6-7776-D17B618681FF}"/>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grpFill/>
              <a:ln w="9525" cap="flat">
                <a:noFill/>
                <a:prstDash val="solid"/>
                <a:miter/>
              </a:ln>
            </p:spPr>
            <p:txBody>
              <a:bodyPr rtlCol="0" anchor="ctr"/>
              <a:lstStyle/>
              <a:p>
                <a:endParaRPr lang="en-US"/>
              </a:p>
            </p:txBody>
          </p:sp>
        </p:grpSp>
        <p:grpSp>
          <p:nvGrpSpPr>
            <p:cNvPr id="22" name="Graphique 20">
              <a:extLst>
                <a:ext uri="{FF2B5EF4-FFF2-40B4-BE49-F238E27FC236}">
                  <a16:creationId xmlns:a16="http://schemas.microsoft.com/office/drawing/2014/main" id="{CA053C2B-8CC7-22DA-D95E-D83AD7258785}"/>
                </a:ext>
              </a:extLst>
            </p:cNvPr>
            <p:cNvGrpSpPr/>
            <p:nvPr/>
          </p:nvGrpSpPr>
          <p:grpSpPr>
            <a:xfrm>
              <a:off x="5076825" y="3953731"/>
              <a:ext cx="2037016" cy="186880"/>
              <a:chOff x="5076825" y="3953731"/>
              <a:chExt cx="2037016" cy="186880"/>
            </a:xfrm>
            <a:grpFill/>
          </p:grpSpPr>
          <p:sp>
            <p:nvSpPr>
              <p:cNvPr id="25" name="Forme libre : forme 24">
                <a:extLst>
                  <a:ext uri="{FF2B5EF4-FFF2-40B4-BE49-F238E27FC236}">
                    <a16:creationId xmlns:a16="http://schemas.microsoft.com/office/drawing/2014/main" id="{012443D7-2F22-D534-31B1-7C97C9C85E21}"/>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grpFill/>
              <a:ln w="9525" cap="flat">
                <a:noFill/>
                <a:prstDash val="solid"/>
                <a:miter/>
              </a:ln>
            </p:spPr>
            <p:txBody>
              <a:bodyPr rtlCol="0" anchor="ctr"/>
              <a:lstStyle/>
              <a:p>
                <a:endParaRPr lang="en-US"/>
              </a:p>
            </p:txBody>
          </p:sp>
          <p:sp>
            <p:nvSpPr>
              <p:cNvPr id="26" name="Forme libre : forme 25">
                <a:extLst>
                  <a:ext uri="{FF2B5EF4-FFF2-40B4-BE49-F238E27FC236}">
                    <a16:creationId xmlns:a16="http://schemas.microsoft.com/office/drawing/2014/main" id="{8FB010B4-3453-D945-CC0D-494679024F78}"/>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C227BE6A-7F1B-A9EA-E712-A750FE0BFF48}"/>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grp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60388C64-A0FC-BF14-D105-1CA9B8666399}"/>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grpFill/>
              <a:ln w="9525" cap="flat">
                <a:noFill/>
                <a:prstDash val="solid"/>
                <a:miter/>
              </a:ln>
            </p:spPr>
            <p:txBody>
              <a:bodyPr rtlCol="0" anchor="ctr"/>
              <a:lstStyle/>
              <a:p>
                <a:endParaRPr lang="en-US"/>
              </a:p>
            </p:txBody>
          </p:sp>
          <p:sp>
            <p:nvSpPr>
              <p:cNvPr id="29" name="Forme libre : forme 28">
                <a:extLst>
                  <a:ext uri="{FF2B5EF4-FFF2-40B4-BE49-F238E27FC236}">
                    <a16:creationId xmlns:a16="http://schemas.microsoft.com/office/drawing/2014/main" id="{03B8EB57-A91B-5749-B18A-1889874DA3EA}"/>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grpFill/>
              <a:ln w="9525" cap="flat">
                <a:noFill/>
                <a:prstDash val="solid"/>
                <a:miter/>
              </a:ln>
            </p:spPr>
            <p:txBody>
              <a:bodyPr rtlCol="0" anchor="ctr"/>
              <a:lstStyle/>
              <a:p>
                <a:endParaRPr lang="en-US"/>
              </a:p>
            </p:txBody>
          </p:sp>
          <p:sp>
            <p:nvSpPr>
              <p:cNvPr id="30" name="Forme libre : forme 29">
                <a:extLst>
                  <a:ext uri="{FF2B5EF4-FFF2-40B4-BE49-F238E27FC236}">
                    <a16:creationId xmlns:a16="http://schemas.microsoft.com/office/drawing/2014/main" id="{7823107A-7666-4864-1E51-ADC56D13C1A4}"/>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grpFill/>
              <a:ln w="9525" cap="flat">
                <a:noFill/>
                <a:prstDash val="solid"/>
                <a:miter/>
              </a:ln>
            </p:spPr>
            <p:txBody>
              <a:bodyPr rtlCol="0" anchor="ctr"/>
              <a:lstStyle/>
              <a:p>
                <a:endParaRPr lang="en-US"/>
              </a:p>
            </p:txBody>
          </p:sp>
          <p:sp>
            <p:nvSpPr>
              <p:cNvPr id="31" name="Forme libre : forme 30">
                <a:extLst>
                  <a:ext uri="{FF2B5EF4-FFF2-40B4-BE49-F238E27FC236}">
                    <a16:creationId xmlns:a16="http://schemas.microsoft.com/office/drawing/2014/main" id="{DD0EAB52-801B-9CDD-AFCF-FA385DCC4267}"/>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grpFill/>
              <a:ln w="9525" cap="flat">
                <a:no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7F15023D-4B39-B745-4475-69337A0EF55B}"/>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grp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6C459359-5493-EE07-4770-58C3E0908445}"/>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grp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113EC491-F803-C9BB-0D59-3F8057A53AE0}"/>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grp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19783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otices">
    <p:bg>
      <p:bgPr>
        <a:gradFill>
          <a:gsLst>
            <a:gs pos="53000">
              <a:srgbClr val="360925"/>
            </a:gs>
            <a:gs pos="3000">
              <a:schemeClr val="tx1"/>
            </a:gs>
            <a:gs pos="100000">
              <a:schemeClr val="tx2">
                <a:lumMod val="75000"/>
              </a:schemeClr>
            </a:gs>
          </a:gsLst>
          <a:lin ang="18900000" scaled="1"/>
        </a:gradFill>
        <a:effectLst/>
      </p:bgPr>
    </p:bg>
    <p:spTree>
      <p:nvGrpSpPr>
        <p:cNvPr id="1" name=""/>
        <p:cNvGrpSpPr/>
        <p:nvPr/>
      </p:nvGrpSpPr>
      <p:grpSpPr>
        <a:xfrm>
          <a:off x="0" y="0"/>
          <a:ext cx="0" cy="0"/>
          <a:chOff x="0" y="0"/>
          <a:chExt cx="0" cy="0"/>
        </a:xfrm>
      </p:grpSpPr>
      <p:grpSp>
        <p:nvGrpSpPr>
          <p:cNvPr id="6" name="Group 3">
            <a:extLst>
              <a:ext uri="{FF2B5EF4-FFF2-40B4-BE49-F238E27FC236}">
                <a16:creationId xmlns:a16="http://schemas.microsoft.com/office/drawing/2014/main" id="{7950FB37-99CD-4B92-A752-9D782C902FFE}"/>
              </a:ext>
            </a:extLst>
          </p:cNvPr>
          <p:cNvGrpSpPr/>
          <p:nvPr userDrawn="1"/>
        </p:nvGrpSpPr>
        <p:grpSpPr>
          <a:xfrm>
            <a:off x="276225" y="276225"/>
            <a:ext cx="11719998" cy="6306364"/>
            <a:chOff x="276225" y="276225"/>
            <a:chExt cx="11719998" cy="6306364"/>
          </a:xfrm>
        </p:grpSpPr>
        <p:sp>
          <p:nvSpPr>
            <p:cNvPr id="7" name="TextBox 2">
              <a:extLst>
                <a:ext uri="{FF2B5EF4-FFF2-40B4-BE49-F238E27FC236}">
                  <a16:creationId xmlns:a16="http://schemas.microsoft.com/office/drawing/2014/main" id="{A7592916-C530-64B5-07D5-CAD87EAE71B5}"/>
                </a:ext>
              </a:extLst>
            </p:cNvPr>
            <p:cNvSpPr txBox="1"/>
            <p:nvPr/>
          </p:nvSpPr>
          <p:spPr>
            <a:xfrm>
              <a:off x="484700" y="523414"/>
              <a:ext cx="3439600" cy="402033"/>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400" b="1">
                  <a:solidFill>
                    <a:schemeClr val="bg2"/>
                  </a:solidFill>
                  <a:latin typeface="+mj-lt"/>
                </a:rPr>
                <a:t>Notices d’utilisation</a:t>
              </a:r>
            </a:p>
          </p:txBody>
        </p:sp>
        <p:sp>
          <p:nvSpPr>
            <p:cNvPr id="8" name="TextBox 2">
              <a:extLst>
                <a:ext uri="{FF2B5EF4-FFF2-40B4-BE49-F238E27FC236}">
                  <a16:creationId xmlns:a16="http://schemas.microsoft.com/office/drawing/2014/main" id="{D4D40140-2B8F-1B33-8955-E8B58FF702A1}"/>
                </a:ext>
              </a:extLst>
            </p:cNvPr>
            <p:cNvSpPr txBox="1"/>
            <p:nvPr/>
          </p:nvSpPr>
          <p:spPr>
            <a:xfrm>
              <a:off x="484701" y="841821"/>
              <a:ext cx="2525200" cy="350417"/>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000">
                  <a:solidFill>
                    <a:schemeClr val="bg2"/>
                  </a:solidFill>
                  <a:latin typeface="+mj-lt"/>
                </a:rPr>
                <a:t>de votre masque</a:t>
              </a:r>
            </a:p>
          </p:txBody>
        </p:sp>
        <p:sp>
          <p:nvSpPr>
            <p:cNvPr id="9" name="Graphique 6">
              <a:extLst>
                <a:ext uri="{FF2B5EF4-FFF2-40B4-BE49-F238E27FC236}">
                  <a16:creationId xmlns:a16="http://schemas.microsoft.com/office/drawing/2014/main" id="{BCC78A85-7121-6329-A295-F95DA0909D6B}"/>
                </a:ext>
              </a:extLst>
            </p:cNvPr>
            <p:cNvSpPr/>
            <p:nvPr/>
          </p:nvSpPr>
          <p:spPr>
            <a:xfrm flipH="1">
              <a:off x="276225" y="276225"/>
              <a:ext cx="304800" cy="304800"/>
            </a:xfrm>
            <a:custGeom>
              <a:avLst/>
              <a:gdLst>
                <a:gd name="connsiteX0" fmla="*/ 4318000 w 4876800"/>
                <a:gd name="connsiteY0" fmla="*/ 0 h 4876800"/>
                <a:gd name="connsiteX1" fmla="*/ 558800 w 4876800"/>
                <a:gd name="connsiteY1" fmla="*/ 0 h 4876800"/>
                <a:gd name="connsiteX2" fmla="*/ 0 w 4876800"/>
                <a:gd name="connsiteY2" fmla="*/ 558800 h 4876800"/>
                <a:gd name="connsiteX3" fmla="*/ 0 w 4876800"/>
                <a:gd name="connsiteY3" fmla="*/ 3302000 h 4876800"/>
                <a:gd name="connsiteX4" fmla="*/ 558800 w 4876800"/>
                <a:gd name="connsiteY4" fmla="*/ 3860800 h 4876800"/>
                <a:gd name="connsiteX5" fmla="*/ 812800 w 4876800"/>
                <a:gd name="connsiteY5" fmla="*/ 3860800 h 4876800"/>
                <a:gd name="connsiteX6" fmla="*/ 812800 w 4876800"/>
                <a:gd name="connsiteY6" fmla="*/ 4724400 h 4876800"/>
                <a:gd name="connsiteX7" fmla="*/ 906882 w 4876800"/>
                <a:gd name="connsiteY7" fmla="*/ 4865218 h 4876800"/>
                <a:gd name="connsiteX8" fmla="*/ 965200 w 4876800"/>
                <a:gd name="connsiteY8" fmla="*/ 4876800 h 4876800"/>
                <a:gd name="connsiteX9" fmla="*/ 1072896 w 4876800"/>
                <a:gd name="connsiteY9" fmla="*/ 4832096 h 4876800"/>
                <a:gd name="connsiteX10" fmla="*/ 2044192 w 4876800"/>
                <a:gd name="connsiteY10" fmla="*/ 3860800 h 4876800"/>
                <a:gd name="connsiteX11" fmla="*/ 4318000 w 4876800"/>
                <a:gd name="connsiteY11" fmla="*/ 3860800 h 4876800"/>
                <a:gd name="connsiteX12" fmla="*/ 4876800 w 4876800"/>
                <a:gd name="connsiteY12" fmla="*/ 3302000 h 4876800"/>
                <a:gd name="connsiteX13" fmla="*/ 4876800 w 4876800"/>
                <a:gd name="connsiteY13" fmla="*/ 558800 h 4876800"/>
                <a:gd name="connsiteX14" fmla="*/ 4318000 w 4876800"/>
                <a:gd name="connsiteY14" fmla="*/ 0 h 4876800"/>
                <a:gd name="connsiteX15" fmla="*/ 2852928 w 4876800"/>
                <a:gd name="connsiteY15" fmla="*/ 2822651 h 4876800"/>
                <a:gd name="connsiteX16" fmla="*/ 2625344 w 4876800"/>
                <a:gd name="connsiteY16" fmla="*/ 3048203 h 4876800"/>
                <a:gd name="connsiteX17" fmla="*/ 2251456 w 4876800"/>
                <a:gd name="connsiteY17" fmla="*/ 3048203 h 4876800"/>
                <a:gd name="connsiteX18" fmla="*/ 2023872 w 4876800"/>
                <a:gd name="connsiteY18" fmla="*/ 2786075 h 4876800"/>
                <a:gd name="connsiteX19" fmla="*/ 2023872 w 4876800"/>
                <a:gd name="connsiteY19" fmla="*/ 2676347 h 4876800"/>
                <a:gd name="connsiteX20" fmla="*/ 2852928 w 4876800"/>
                <a:gd name="connsiteY20" fmla="*/ 2676347 h 4876800"/>
                <a:gd name="connsiteX21" fmla="*/ 3017520 w 4876800"/>
                <a:gd name="connsiteY21" fmla="*/ 2221179 h 4876800"/>
                <a:gd name="connsiteX22" fmla="*/ 2859024 w 4876800"/>
                <a:gd name="connsiteY22" fmla="*/ 2473147 h 4876800"/>
                <a:gd name="connsiteX23" fmla="*/ 2019808 w 4876800"/>
                <a:gd name="connsiteY23" fmla="*/ 2473147 h 4876800"/>
                <a:gd name="connsiteX24" fmla="*/ 1871472 w 4876800"/>
                <a:gd name="connsiteY24" fmla="*/ 2231339 h 4876800"/>
                <a:gd name="connsiteX25" fmla="*/ 1524000 w 4876800"/>
                <a:gd name="connsiteY25" fmla="*/ 1499819 h 4876800"/>
                <a:gd name="connsiteX26" fmla="*/ 2424176 w 4876800"/>
                <a:gd name="connsiteY26" fmla="*/ 609803 h 4876800"/>
                <a:gd name="connsiteX27" fmla="*/ 3082544 w 4876800"/>
                <a:gd name="connsiteY27" fmla="*/ 873963 h 4876800"/>
                <a:gd name="connsiteX28" fmla="*/ 3352800 w 4876800"/>
                <a:gd name="connsiteY28" fmla="*/ 1518107 h 4876800"/>
                <a:gd name="connsiteX29" fmla="*/ 3017520 w 4876800"/>
                <a:gd name="connsiteY29" fmla="*/ 2221179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76800" h="4876800">
                  <a:moveTo>
                    <a:pt x="4318000" y="0"/>
                  </a:moveTo>
                  <a:lnTo>
                    <a:pt x="558800" y="0"/>
                  </a:lnTo>
                  <a:cubicBezTo>
                    <a:pt x="250546" y="0"/>
                    <a:pt x="0" y="250546"/>
                    <a:pt x="0" y="558800"/>
                  </a:cubicBezTo>
                  <a:lnTo>
                    <a:pt x="0" y="3302000"/>
                  </a:lnTo>
                  <a:cubicBezTo>
                    <a:pt x="0" y="3610255"/>
                    <a:pt x="250546" y="3860800"/>
                    <a:pt x="558800" y="3860800"/>
                  </a:cubicBezTo>
                  <a:lnTo>
                    <a:pt x="812800" y="3860800"/>
                  </a:lnTo>
                  <a:lnTo>
                    <a:pt x="812800" y="4724400"/>
                  </a:lnTo>
                  <a:cubicBezTo>
                    <a:pt x="812800" y="4785970"/>
                    <a:pt x="849986" y="4841647"/>
                    <a:pt x="906882" y="4865218"/>
                  </a:cubicBezTo>
                  <a:cubicBezTo>
                    <a:pt x="925779" y="4872940"/>
                    <a:pt x="945490" y="4876800"/>
                    <a:pt x="965200" y="4876800"/>
                  </a:cubicBezTo>
                  <a:cubicBezTo>
                    <a:pt x="1004824" y="4876800"/>
                    <a:pt x="1043838" y="4861357"/>
                    <a:pt x="1072896" y="4832096"/>
                  </a:cubicBezTo>
                  <a:lnTo>
                    <a:pt x="2044192" y="3860800"/>
                  </a:lnTo>
                  <a:lnTo>
                    <a:pt x="4318000" y="3860800"/>
                  </a:lnTo>
                  <a:cubicBezTo>
                    <a:pt x="4626255" y="3860800"/>
                    <a:pt x="4876800" y="3610255"/>
                    <a:pt x="4876800" y="3302000"/>
                  </a:cubicBezTo>
                  <a:lnTo>
                    <a:pt x="4876800" y="558800"/>
                  </a:lnTo>
                  <a:cubicBezTo>
                    <a:pt x="4876800" y="250546"/>
                    <a:pt x="4626255" y="0"/>
                    <a:pt x="4318000" y="0"/>
                  </a:cubicBezTo>
                  <a:close/>
                  <a:moveTo>
                    <a:pt x="2852928" y="2822651"/>
                  </a:moveTo>
                  <a:cubicBezTo>
                    <a:pt x="2852928" y="2946603"/>
                    <a:pt x="2751328" y="3048203"/>
                    <a:pt x="2625344" y="3048203"/>
                  </a:cubicBezTo>
                  <a:lnTo>
                    <a:pt x="2251456" y="3048203"/>
                  </a:lnTo>
                  <a:cubicBezTo>
                    <a:pt x="2141728" y="3048203"/>
                    <a:pt x="2023872" y="2966923"/>
                    <a:pt x="2023872" y="2786075"/>
                  </a:cubicBezTo>
                  <a:lnTo>
                    <a:pt x="2023872" y="2676347"/>
                  </a:lnTo>
                  <a:lnTo>
                    <a:pt x="2852928" y="2676347"/>
                  </a:lnTo>
                  <a:close/>
                  <a:moveTo>
                    <a:pt x="3017520" y="2221179"/>
                  </a:moveTo>
                  <a:cubicBezTo>
                    <a:pt x="2932176" y="2290267"/>
                    <a:pt x="2877312" y="2379675"/>
                    <a:pt x="2859024" y="2473147"/>
                  </a:cubicBezTo>
                  <a:lnTo>
                    <a:pt x="2019808" y="2473147"/>
                  </a:lnTo>
                  <a:cubicBezTo>
                    <a:pt x="2005584" y="2381707"/>
                    <a:pt x="1954784" y="2296363"/>
                    <a:pt x="1871472" y="2231339"/>
                  </a:cubicBezTo>
                  <a:cubicBezTo>
                    <a:pt x="1645920" y="2054555"/>
                    <a:pt x="1517904" y="1788363"/>
                    <a:pt x="1524000" y="1499819"/>
                  </a:cubicBezTo>
                  <a:cubicBezTo>
                    <a:pt x="1534160" y="1016203"/>
                    <a:pt x="1938528" y="615899"/>
                    <a:pt x="2424176" y="609803"/>
                  </a:cubicBezTo>
                  <a:cubicBezTo>
                    <a:pt x="2670048" y="603707"/>
                    <a:pt x="2905760" y="699211"/>
                    <a:pt x="3082544" y="873963"/>
                  </a:cubicBezTo>
                  <a:cubicBezTo>
                    <a:pt x="3257296" y="1044651"/>
                    <a:pt x="3352800" y="1274267"/>
                    <a:pt x="3352800" y="1518107"/>
                  </a:cubicBezTo>
                  <a:cubicBezTo>
                    <a:pt x="3352800" y="1792427"/>
                    <a:pt x="3231083" y="2048459"/>
                    <a:pt x="3017520" y="222117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 rtlCol="0" anchor="ctr"/>
            <a:lstStyle/>
            <a:p>
              <a:pPr algn="ctr"/>
              <a:endParaRPr lang="fr-FR" sz="1000" cap="all" spc="400">
                <a:solidFill>
                  <a:schemeClr val="lt1"/>
                </a:solidFill>
                <a:latin typeface="Verdana" panose="020B0604030504040204" pitchFamily="34" charset="0"/>
              </a:endParaRPr>
            </a:p>
          </p:txBody>
        </p:sp>
        <p:sp>
          <p:nvSpPr>
            <p:cNvPr id="10" name="ZoneTexte 9">
              <a:extLst>
                <a:ext uri="{FF2B5EF4-FFF2-40B4-BE49-F238E27FC236}">
                  <a16:creationId xmlns:a16="http://schemas.microsoft.com/office/drawing/2014/main" id="{CBBA0704-60B8-F66E-ECD4-427322C1B8C1}"/>
                </a:ext>
              </a:extLst>
            </p:cNvPr>
            <p:cNvSpPr txBox="1"/>
            <p:nvPr/>
          </p:nvSpPr>
          <p:spPr>
            <a:xfrm>
              <a:off x="571501" y="1362049"/>
              <a:ext cx="2752724" cy="3275769"/>
            </a:xfrm>
            <a:prstGeom prst="rect">
              <a:avLst/>
            </a:prstGeom>
            <a:noFill/>
          </p:spPr>
          <p:txBody>
            <a:bodyPr wrap="square" lIns="0" tIns="0" rIns="0" bIns="0">
              <a:spAutoFit/>
            </a:bodyPr>
            <a:lstStyle/>
            <a:p>
              <a:pPr>
                <a:lnSpc>
                  <a:spcPct val="110000"/>
                </a:lnSpc>
                <a:spcBef>
                  <a:spcPts val="1200"/>
                </a:spcBef>
              </a:pPr>
              <a:r>
                <a:rPr lang="fr-FR" sz="1100">
                  <a:solidFill>
                    <a:schemeClr val="bg2"/>
                  </a:solidFill>
                </a:rPr>
                <a:t>Le masque de diapositives </a:t>
              </a:r>
              <a:br>
                <a:rPr lang="fr-FR" sz="1100">
                  <a:solidFill>
                    <a:schemeClr val="bg2"/>
                  </a:solidFill>
                </a:rPr>
              </a:br>
              <a:r>
                <a:rPr lang="fr-FR" sz="1100">
                  <a:solidFill>
                    <a:schemeClr val="bg2"/>
                  </a:solidFill>
                </a:rPr>
                <a:t>est utilisé à des fins pratiques. </a:t>
              </a:r>
              <a:br>
                <a:rPr lang="fr-FR" sz="1100">
                  <a:solidFill>
                    <a:schemeClr val="bg2"/>
                  </a:solidFill>
                </a:rPr>
              </a:br>
              <a:r>
                <a:rPr lang="fr-FR" sz="1100">
                  <a:solidFill>
                    <a:schemeClr val="bg2"/>
                  </a:solidFill>
                </a:rPr>
                <a:t>Les principaux éléments sont inclus </a:t>
              </a:r>
              <a:br>
                <a:rPr lang="fr-FR" sz="1100">
                  <a:solidFill>
                    <a:schemeClr val="bg2"/>
                  </a:solidFill>
                </a:rPr>
              </a:br>
              <a:r>
                <a:rPr lang="fr-FR" sz="1100">
                  <a:solidFill>
                    <a:schemeClr val="bg2"/>
                  </a:solidFill>
                </a:rPr>
                <a:t>au masque : l’idée étant de créer </a:t>
              </a:r>
              <a:br>
                <a:rPr lang="fr-FR" sz="1100">
                  <a:solidFill>
                    <a:schemeClr val="bg2"/>
                  </a:solidFill>
                </a:rPr>
              </a:br>
              <a:r>
                <a:rPr lang="fr-FR" sz="1100">
                  <a:solidFill>
                    <a:schemeClr val="bg2"/>
                  </a:solidFill>
                </a:rPr>
                <a:t>un cadre figé, un template, pour </a:t>
              </a:r>
              <a:br>
                <a:rPr lang="fr-FR" sz="1100">
                  <a:solidFill>
                    <a:schemeClr val="bg2"/>
                  </a:solidFill>
                </a:rPr>
              </a:br>
              <a:r>
                <a:rPr lang="fr-FR" sz="1100">
                  <a:solidFill>
                    <a:schemeClr val="bg2"/>
                  </a:solidFill>
                </a:rPr>
                <a:t>que l’utilisateur final puisse réaliser </a:t>
              </a:r>
              <a:br>
                <a:rPr lang="fr-FR" sz="1100">
                  <a:solidFill>
                    <a:schemeClr val="bg2"/>
                  </a:solidFill>
                </a:rPr>
              </a:br>
              <a:r>
                <a:rPr lang="fr-FR" sz="1100">
                  <a:solidFill>
                    <a:schemeClr val="bg2"/>
                  </a:solidFill>
                </a:rPr>
                <a:t>une présentation qualitative sans </a:t>
              </a:r>
              <a:br>
                <a:rPr lang="fr-FR" sz="1100">
                  <a:solidFill>
                    <a:schemeClr val="bg2"/>
                  </a:solidFill>
                </a:rPr>
              </a:br>
              <a:r>
                <a:rPr lang="fr-FR" sz="1100">
                  <a:solidFill>
                    <a:schemeClr val="bg2"/>
                  </a:solidFill>
                </a:rPr>
                <a:t>avoir à ce questionner sur le design.</a:t>
              </a:r>
            </a:p>
            <a:p>
              <a:pPr>
                <a:lnSpc>
                  <a:spcPct val="110000"/>
                </a:lnSpc>
                <a:spcBef>
                  <a:spcPts val="1200"/>
                </a:spcBef>
              </a:pPr>
              <a:r>
                <a:rPr lang="fr-FR" sz="1100">
                  <a:solidFill>
                    <a:schemeClr val="bg2"/>
                  </a:solidFill>
                </a:rPr>
                <a:t>Pour plus de liberté et construire </a:t>
              </a:r>
              <a:br>
                <a:rPr lang="fr-FR" sz="1100">
                  <a:solidFill>
                    <a:schemeClr val="bg2"/>
                  </a:solidFill>
                </a:rPr>
              </a:br>
              <a:r>
                <a:rPr lang="fr-FR" sz="1100">
                  <a:solidFill>
                    <a:schemeClr val="bg2"/>
                  </a:solidFill>
                </a:rPr>
                <a:t>des slides autrement, les slides </a:t>
              </a:r>
              <a:br>
                <a:rPr lang="fr-FR" sz="1100">
                  <a:solidFill>
                    <a:schemeClr val="bg2"/>
                  </a:solidFill>
                </a:rPr>
              </a:br>
              <a:r>
                <a:rPr lang="fr-FR" sz="1100">
                  <a:solidFill>
                    <a:schemeClr val="bg2"/>
                  </a:solidFill>
                </a:rPr>
                <a:t>« libres » et les éléments graphiques </a:t>
              </a:r>
              <a:br>
                <a:rPr lang="fr-FR" sz="1100">
                  <a:solidFill>
                    <a:schemeClr val="bg2"/>
                  </a:solidFill>
                </a:rPr>
              </a:br>
              <a:r>
                <a:rPr lang="fr-FR" sz="1100">
                  <a:solidFill>
                    <a:schemeClr val="bg2"/>
                  </a:solidFill>
                </a:rPr>
                <a:t>en toolbox sont là pour vous faciliter </a:t>
              </a:r>
              <a:br>
                <a:rPr lang="fr-FR" sz="1100">
                  <a:solidFill>
                    <a:schemeClr val="bg2"/>
                  </a:solidFill>
                </a:rPr>
              </a:br>
              <a:r>
                <a:rPr lang="fr-FR" sz="1100">
                  <a:solidFill>
                    <a:schemeClr val="bg2"/>
                  </a:solidFill>
                </a:rPr>
                <a:t>la tâche.</a:t>
              </a:r>
            </a:p>
            <a:p>
              <a:pPr>
                <a:lnSpc>
                  <a:spcPct val="110000"/>
                </a:lnSpc>
                <a:spcBef>
                  <a:spcPts val="1200"/>
                </a:spcBef>
              </a:pPr>
              <a:r>
                <a:rPr lang="fr-FR" sz="1100">
                  <a:solidFill>
                    <a:schemeClr val="bg2"/>
                  </a:solidFill>
                </a:rPr>
                <a:t>Vous pouvez accéder rapidement </a:t>
              </a:r>
              <a:br>
                <a:rPr lang="fr-FR" sz="1100">
                  <a:solidFill>
                    <a:schemeClr val="bg2"/>
                  </a:solidFill>
                </a:rPr>
              </a:br>
              <a:r>
                <a:rPr lang="fr-FR" sz="1100">
                  <a:solidFill>
                    <a:schemeClr val="bg2"/>
                  </a:solidFill>
                </a:rPr>
                <a:t>aux différentes sections en faisant </a:t>
              </a:r>
              <a:br>
                <a:rPr lang="fr-FR" sz="1100">
                  <a:solidFill>
                    <a:schemeClr val="bg2"/>
                  </a:solidFill>
                </a:rPr>
              </a:br>
              <a:r>
                <a:rPr lang="fr-FR" sz="1100">
                  <a:solidFill>
                    <a:schemeClr val="bg2"/>
                  </a:solidFill>
                </a:rPr>
                <a:t>ctrl+click sur un des boutons suivants :</a:t>
              </a:r>
            </a:p>
          </p:txBody>
        </p:sp>
        <p:sp>
          <p:nvSpPr>
            <p:cNvPr id="11" name="Rectangle 10">
              <a:extLst>
                <a:ext uri="{FF2B5EF4-FFF2-40B4-BE49-F238E27FC236}">
                  <a16:creationId xmlns:a16="http://schemas.microsoft.com/office/drawing/2014/main" id="{5650972D-D2C5-68FF-DDE2-231D8EAD32E4}"/>
                </a:ext>
              </a:extLst>
            </p:cNvPr>
            <p:cNvSpPr/>
            <p:nvPr/>
          </p:nvSpPr>
          <p:spPr>
            <a:xfrm>
              <a:off x="3974466" y="523414"/>
              <a:ext cx="1724290" cy="2065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Installer le modèle</a:t>
              </a:r>
              <a:br>
                <a:rPr lang="fr-FR" sz="800" b="1">
                  <a:solidFill>
                    <a:schemeClr val="accent1"/>
                  </a:solidFill>
                </a:rPr>
              </a:br>
              <a:r>
                <a:rPr lang="fr-FR" sz="800" b="1">
                  <a:solidFill>
                    <a:schemeClr val="accent1"/>
                  </a:solidFill>
                </a:rPr>
                <a:t>du masque par défaut :</a:t>
              </a:r>
            </a:p>
            <a:p>
              <a:pPr marL="171450" indent="-171450">
                <a:spcAft>
                  <a:spcPts val="300"/>
                </a:spcAft>
                <a:buClr>
                  <a:schemeClr val="accent1"/>
                </a:buClr>
                <a:buFont typeface="Arial" panose="020B0604020202020204" pitchFamily="34" charset="0"/>
                <a:buChar char="•"/>
              </a:pPr>
              <a:r>
                <a:rPr lang="fr-FR" sz="700">
                  <a:solidFill>
                    <a:schemeClr val="bg2"/>
                  </a:solidFill>
                </a:rPr>
                <a:t>Dans l’onglet « Création », déployez la fenêtre des thèmes en cliquant sur la flèche pointant vers le bas</a:t>
              </a:r>
            </a:p>
            <a:p>
              <a:pPr marL="171450" indent="-171450">
                <a:spcAft>
                  <a:spcPts val="300"/>
                </a:spcAft>
                <a:buClr>
                  <a:schemeClr val="accent1"/>
                </a:buClr>
                <a:buFont typeface="Arial" panose="020B0604020202020204" pitchFamily="34" charset="0"/>
                <a:buChar char="•"/>
              </a:pPr>
              <a:r>
                <a:rPr lang="fr-FR" sz="700">
                  <a:solidFill>
                    <a:schemeClr val="bg2"/>
                  </a:solidFill>
                </a:rPr>
                <a:t>Dans cette nouvelle fenêtre, </a:t>
              </a:r>
              <a:br>
                <a:rPr lang="fr-FR" sz="700">
                  <a:solidFill>
                    <a:schemeClr val="bg2"/>
                  </a:solidFill>
                </a:rPr>
              </a:br>
              <a:r>
                <a:rPr lang="fr-FR" sz="700">
                  <a:solidFill>
                    <a:schemeClr val="bg2"/>
                  </a:solidFill>
                </a:rPr>
                <a:t>cliquer sur « Rechercher </a:t>
              </a:r>
              <a:br>
                <a:rPr lang="fr-FR" sz="700">
                  <a:solidFill>
                    <a:schemeClr val="bg2"/>
                  </a:solidFill>
                </a:rPr>
              </a:br>
              <a:r>
                <a:rPr lang="fr-FR" sz="700">
                  <a:solidFill>
                    <a:schemeClr val="bg2"/>
                  </a:solidFill>
                </a:rPr>
                <a:t>les thèmes »</a:t>
              </a:r>
            </a:p>
            <a:p>
              <a:pPr marL="171450" indent="-171450">
                <a:spcAft>
                  <a:spcPts val="300"/>
                </a:spcAft>
                <a:buClr>
                  <a:schemeClr val="accent1"/>
                </a:buClr>
                <a:buFont typeface="Arial" panose="020B0604020202020204" pitchFamily="34" charset="0"/>
                <a:buChar char="•"/>
              </a:pPr>
              <a:r>
                <a:rPr lang="fr-FR" sz="700">
                  <a:solidFill>
                    <a:schemeClr val="bg2"/>
                  </a:solidFill>
                </a:rPr>
                <a:t>Parcourir l’ordinateur </a:t>
              </a:r>
              <a:br>
                <a:rPr lang="fr-FR" sz="700">
                  <a:solidFill>
                    <a:schemeClr val="bg2"/>
                  </a:solidFill>
                </a:rPr>
              </a:br>
              <a:r>
                <a:rPr lang="fr-FR" sz="700">
                  <a:solidFill>
                    <a:schemeClr val="bg2"/>
                  </a:solidFill>
                </a:rPr>
                <a:t>et sélectionner le masque </a:t>
              </a:r>
              <a:br>
                <a:rPr lang="fr-FR" sz="700">
                  <a:solidFill>
                    <a:schemeClr val="bg2"/>
                  </a:solidFill>
                </a:rPr>
              </a:br>
              <a:r>
                <a:rPr lang="fr-FR" sz="700">
                  <a:solidFill>
                    <a:schemeClr val="bg2"/>
                  </a:solidFill>
                </a:rPr>
                <a:t>au format .</a:t>
              </a:r>
              <a:r>
                <a:rPr lang="fr-FR" sz="700" err="1">
                  <a:solidFill>
                    <a:schemeClr val="bg2"/>
                  </a:solidFill>
                </a:rPr>
                <a:t>potx</a:t>
              </a:r>
              <a:r>
                <a:rPr lang="fr-FR" sz="700">
                  <a:solidFill>
                    <a:schemeClr val="bg2"/>
                  </a:solidFill>
                </a:rPr>
                <a:t>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Appliquer »</a:t>
              </a:r>
            </a:p>
            <a:p>
              <a:pPr marL="171450" indent="-171450">
                <a:spcAft>
                  <a:spcPts val="300"/>
                </a:spcAft>
                <a:buClr>
                  <a:schemeClr val="accent1"/>
                </a:buClr>
                <a:buFont typeface="Arial" panose="020B0604020202020204" pitchFamily="34" charset="0"/>
                <a:buChar char="•"/>
              </a:pPr>
              <a:r>
                <a:rPr lang="fr-FR" sz="700">
                  <a:solidFill>
                    <a:schemeClr val="bg2"/>
                  </a:solidFill>
                </a:rPr>
                <a:t>Une fois le thème enregistré, </a:t>
              </a:r>
              <a:br>
                <a:rPr lang="fr-FR" sz="700">
                  <a:solidFill>
                    <a:schemeClr val="bg2"/>
                  </a:solidFill>
                </a:rPr>
              </a:br>
              <a:r>
                <a:rPr lang="fr-FR" sz="700">
                  <a:solidFill>
                    <a:schemeClr val="bg2"/>
                  </a:solidFill>
                </a:rPr>
                <a:t>lors des prochaines utilisations, vous pourrez enregistrer votre présentation au format .pptx</a:t>
              </a:r>
            </a:p>
          </p:txBody>
        </p:sp>
        <p:cxnSp>
          <p:nvCxnSpPr>
            <p:cNvPr id="12" name="Connecteur droit 12">
              <a:extLst>
                <a:ext uri="{FF2B5EF4-FFF2-40B4-BE49-F238E27FC236}">
                  <a16:creationId xmlns:a16="http://schemas.microsoft.com/office/drawing/2014/main" id="{25E5B7BF-9EC5-184F-AE30-B751D0D8EB3F}"/>
                </a:ext>
              </a:extLst>
            </p:cNvPr>
            <p:cNvCxnSpPr>
              <a:cxnSpLocks/>
            </p:cNvCxnSpPr>
            <p:nvPr/>
          </p:nvCxnSpPr>
          <p:spPr>
            <a:xfrm>
              <a:off x="3798570" y="581025"/>
              <a:ext cx="0" cy="5457825"/>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97D6647-1B6D-B007-C54F-2DA002C12529}"/>
                </a:ext>
              </a:extLst>
            </p:cNvPr>
            <p:cNvSpPr/>
            <p:nvPr/>
          </p:nvSpPr>
          <p:spPr>
            <a:xfrm>
              <a:off x="5947223" y="523414"/>
              <a:ext cx="1785617" cy="857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Insérer  une nouvelle slide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Accueil », </a:t>
              </a:r>
              <a:br>
                <a:rPr lang="fr-FR" sz="700">
                  <a:solidFill>
                    <a:schemeClr val="bg2"/>
                  </a:solidFill>
                </a:rPr>
              </a:br>
              <a:r>
                <a:rPr lang="fr-FR" sz="700">
                  <a:solidFill>
                    <a:schemeClr val="bg2"/>
                  </a:solidFill>
                </a:rPr>
                <a:t>« Nouvelle diapositive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la flèche en dessous </a:t>
              </a:r>
              <a:br>
                <a:rPr lang="fr-FR" sz="700">
                  <a:solidFill>
                    <a:schemeClr val="bg2"/>
                  </a:solidFill>
                </a:rPr>
              </a:br>
              <a:r>
                <a:rPr lang="fr-FR" sz="700">
                  <a:solidFill>
                    <a:schemeClr val="bg2"/>
                  </a:solidFill>
                </a:rPr>
                <a:t>e « Nouvelle diapositive » </a:t>
              </a:r>
              <a:br>
                <a:rPr lang="fr-FR" sz="700">
                  <a:solidFill>
                    <a:schemeClr val="bg2"/>
                  </a:solidFill>
                </a:rPr>
              </a:br>
              <a:r>
                <a:rPr lang="fr-FR" sz="700">
                  <a:solidFill>
                    <a:schemeClr val="bg2"/>
                  </a:solidFill>
                </a:rPr>
                <a:t>et sélectionner le modèle souhaité </a:t>
              </a:r>
            </a:p>
          </p:txBody>
        </p:sp>
        <p:sp>
          <p:nvSpPr>
            <p:cNvPr id="14" name="Rectangle 13">
              <a:extLst>
                <a:ext uri="{FF2B5EF4-FFF2-40B4-BE49-F238E27FC236}">
                  <a16:creationId xmlns:a16="http://schemas.microsoft.com/office/drawing/2014/main" id="{C501E9C2-3592-B407-546C-3EE372968165}"/>
                </a:ext>
              </a:extLst>
            </p:cNvPr>
            <p:cNvSpPr/>
            <p:nvPr/>
          </p:nvSpPr>
          <p:spPr>
            <a:xfrm>
              <a:off x="5947223" y="1647364"/>
              <a:ext cx="1785617" cy="4958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Modifier  un modèle existant :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Accueil », « Disposition » et sélectionner le modèle souhaité</a:t>
              </a:r>
            </a:p>
          </p:txBody>
        </p:sp>
        <p:grpSp>
          <p:nvGrpSpPr>
            <p:cNvPr id="15" name="Groupe 20">
              <a:extLst>
                <a:ext uri="{FF2B5EF4-FFF2-40B4-BE49-F238E27FC236}">
                  <a16:creationId xmlns:a16="http://schemas.microsoft.com/office/drawing/2014/main" id="{95F0931E-717E-8099-5979-78EA37665414}"/>
                </a:ext>
              </a:extLst>
            </p:cNvPr>
            <p:cNvGrpSpPr/>
            <p:nvPr/>
          </p:nvGrpSpPr>
          <p:grpSpPr>
            <a:xfrm>
              <a:off x="8388532" y="523414"/>
              <a:ext cx="1785617" cy="924385"/>
              <a:chOff x="8791480" y="523414"/>
              <a:chExt cx="1785617" cy="924385"/>
            </a:xfrm>
          </p:grpSpPr>
          <p:sp>
            <p:nvSpPr>
              <p:cNvPr id="45" name="Rectangle 44">
                <a:extLst>
                  <a:ext uri="{FF2B5EF4-FFF2-40B4-BE49-F238E27FC236}">
                    <a16:creationId xmlns:a16="http://schemas.microsoft.com/office/drawing/2014/main" id="{840CFF2A-64C9-F13E-B1EB-D33F9C02EA74}"/>
                  </a:ext>
                </a:extLst>
              </p:cNvPr>
              <p:cNvSpPr/>
              <p:nvPr/>
            </p:nvSpPr>
            <p:spPr>
              <a:xfrm>
                <a:off x="8791480" y="523414"/>
                <a:ext cx="1785617" cy="726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Passer d’un niveau</a:t>
                </a:r>
                <a:br>
                  <a:rPr lang="fr-FR" sz="800" b="1">
                    <a:solidFill>
                      <a:schemeClr val="accent1"/>
                    </a:solidFill>
                  </a:rPr>
                </a:br>
                <a:r>
                  <a:rPr lang="fr-FR" sz="800" b="1">
                    <a:solidFill>
                      <a:schemeClr val="accent1"/>
                    </a:solidFill>
                  </a:rPr>
                  <a:t>de puces à un autre :</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la ligne souhaitée</a:t>
                </a:r>
                <a:br>
                  <a:rPr lang="fr-FR" sz="700">
                    <a:solidFill>
                      <a:schemeClr val="bg2"/>
                    </a:solidFill>
                  </a:rPr>
                </a:br>
                <a:r>
                  <a:rPr lang="fr-FR" sz="700">
                    <a:solidFill>
                      <a:schemeClr val="bg2"/>
                    </a:solidFill>
                  </a:rPr>
                  <a:t>et utiliser la tabulation vers l’avant (Tab) ou vers l’arrière (Shift + Tab)</a:t>
                </a:r>
              </a:p>
            </p:txBody>
          </p:sp>
          <p:pic>
            <p:nvPicPr>
              <p:cNvPr id="46" name="Image 19">
                <a:extLst>
                  <a:ext uri="{FF2B5EF4-FFF2-40B4-BE49-F238E27FC236}">
                    <a16:creationId xmlns:a16="http://schemas.microsoft.com/office/drawing/2014/main" id="{B426D247-FA96-7374-0972-DD91FEFB61C1}"/>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l="-1" t="11299" r="5299" b="11538"/>
              <a:stretch/>
            </p:blipFill>
            <p:spPr>
              <a:xfrm>
                <a:off x="9037131" y="1276300"/>
                <a:ext cx="372382" cy="171499"/>
              </a:xfrm>
              <a:prstGeom prst="rect">
                <a:avLst/>
              </a:prstGeom>
            </p:spPr>
          </p:pic>
        </p:grpSp>
        <p:sp>
          <p:nvSpPr>
            <p:cNvPr id="16" name="Rectangle 15">
              <a:extLst>
                <a:ext uri="{FF2B5EF4-FFF2-40B4-BE49-F238E27FC236}">
                  <a16:creationId xmlns:a16="http://schemas.microsoft.com/office/drawing/2014/main" id="{9E656CCC-C457-49F0-5B2D-1A7D21491E7D}"/>
                </a:ext>
              </a:extLst>
            </p:cNvPr>
            <p:cNvSpPr/>
            <p:nvPr/>
          </p:nvSpPr>
          <p:spPr>
            <a:xfrm>
              <a:off x="10210606" y="523414"/>
              <a:ext cx="1785617" cy="1811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Outil « Reproduire</a:t>
              </a:r>
              <a:br>
                <a:rPr lang="fr-FR" sz="800" b="1">
                  <a:solidFill>
                    <a:schemeClr val="accent1"/>
                  </a:solidFill>
                </a:rPr>
              </a:br>
              <a:r>
                <a:rPr lang="fr-FR" sz="800" b="1">
                  <a:solidFill>
                    <a:schemeClr val="accent1"/>
                  </a:solidFill>
                </a:rPr>
                <a:t>la mise en forme »</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la forme </a:t>
              </a:r>
              <a:br>
                <a:rPr lang="fr-FR" sz="700">
                  <a:solidFill>
                    <a:schemeClr val="bg2"/>
                  </a:solidFill>
                </a:rPr>
              </a:br>
              <a:r>
                <a:rPr lang="fr-FR" sz="700">
                  <a:solidFill>
                    <a:schemeClr val="bg2"/>
                  </a:solidFill>
                </a:rPr>
                <a:t>ou le texte souhaité</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l’icone </a:t>
              </a:r>
              <a:br>
                <a:rPr lang="fr-FR" sz="700">
                  <a:solidFill>
                    <a:schemeClr val="bg2"/>
                  </a:solidFill>
                </a:rPr>
              </a:br>
              <a:r>
                <a:rPr lang="fr-FR" sz="700">
                  <a:solidFill>
                    <a:schemeClr val="bg2"/>
                  </a:solidFill>
                </a:rPr>
                <a:t>« Reproduire la mise </a:t>
              </a:r>
              <a:br>
                <a:rPr lang="fr-FR" sz="700">
                  <a:solidFill>
                    <a:schemeClr val="bg2"/>
                  </a:solidFill>
                </a:rPr>
              </a:br>
              <a:r>
                <a:rPr lang="fr-FR" sz="700">
                  <a:solidFill>
                    <a:schemeClr val="bg2"/>
                  </a:solidFill>
                </a:rPr>
                <a:t>en forme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la forme ou sélectionner le texte souhaité pour la recopie de mise en forme. Les modifications seront faites instantanément  </a:t>
              </a:r>
            </a:p>
            <a:p>
              <a:pPr marL="171450" indent="-171450">
                <a:spcAft>
                  <a:spcPts val="300"/>
                </a:spcAft>
                <a:buClr>
                  <a:schemeClr val="accent1"/>
                </a:buClr>
                <a:buFont typeface="Arial" panose="020B0604020202020204" pitchFamily="34" charset="0"/>
                <a:buChar char="•"/>
              </a:pPr>
              <a:r>
                <a:rPr lang="fr-FR" sz="700">
                  <a:solidFill>
                    <a:schemeClr val="bg2"/>
                  </a:solidFill>
                </a:rPr>
                <a:t>Pour appliquer la même mise en forme à plusieurs endroits dans la présentation, double cliquer sur l’icône</a:t>
              </a:r>
            </a:p>
          </p:txBody>
        </p:sp>
        <p:pic>
          <p:nvPicPr>
            <p:cNvPr id="17" name="Image 23">
              <a:extLst>
                <a:ext uri="{FF2B5EF4-FFF2-40B4-BE49-F238E27FC236}">
                  <a16:creationId xmlns:a16="http://schemas.microsoft.com/office/drawing/2014/main" id="{CC3FDD99-79D9-4E68-C570-24ED512CF23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1351882" y="1137416"/>
              <a:ext cx="220980" cy="218808"/>
            </a:xfrm>
            <a:prstGeom prst="rect">
              <a:avLst/>
            </a:prstGeom>
          </p:spPr>
        </p:pic>
        <p:sp>
          <p:nvSpPr>
            <p:cNvPr id="18" name="Rectangle 17">
              <a:extLst>
                <a:ext uri="{FF2B5EF4-FFF2-40B4-BE49-F238E27FC236}">
                  <a16:creationId xmlns:a16="http://schemas.microsoft.com/office/drawing/2014/main" id="{4A2E0088-30CD-5187-EF04-81C561931494}"/>
                </a:ext>
              </a:extLst>
            </p:cNvPr>
            <p:cNvSpPr/>
            <p:nvPr/>
          </p:nvSpPr>
          <p:spPr>
            <a:xfrm>
              <a:off x="3974465" y="2961814"/>
              <a:ext cx="1785617" cy="1596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Changer la couleur </a:t>
              </a:r>
              <a:br>
                <a:rPr lang="fr-FR" sz="800" b="1">
                  <a:solidFill>
                    <a:schemeClr val="accent1"/>
                  </a:solidFill>
                </a:rPr>
              </a:br>
              <a:r>
                <a:rPr lang="fr-FR" sz="800" b="1">
                  <a:solidFill>
                    <a:schemeClr val="accent1"/>
                  </a:solidFill>
                </a:rPr>
                <a:t>ou l’image de l’arrière-plan :</a:t>
              </a:r>
            </a:p>
            <a:p>
              <a:pPr marL="171450" indent="-171450">
                <a:spcAft>
                  <a:spcPts val="300"/>
                </a:spcAft>
                <a:buClr>
                  <a:schemeClr val="accent1"/>
                </a:buClr>
                <a:buFont typeface="Arial" panose="020B0604020202020204" pitchFamily="34" charset="0"/>
                <a:buChar char="•"/>
              </a:pPr>
              <a:r>
                <a:rPr lang="fr-FR" sz="700">
                  <a:solidFill>
                    <a:schemeClr val="bg2"/>
                  </a:solidFill>
                </a:rPr>
                <a:t>Faire un clic droit </a:t>
              </a:r>
              <a:br>
                <a:rPr lang="fr-FR" sz="700">
                  <a:solidFill>
                    <a:schemeClr val="bg2"/>
                  </a:solidFill>
                </a:rPr>
              </a:br>
              <a:r>
                <a:rPr lang="fr-FR" sz="700">
                  <a:solidFill>
                    <a:schemeClr val="bg2"/>
                  </a:solidFill>
                </a:rPr>
                <a:t>sur la diapositive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Mise en forme </a:t>
              </a:r>
              <a:br>
                <a:rPr lang="fr-FR" sz="700">
                  <a:solidFill>
                    <a:schemeClr val="bg2"/>
                  </a:solidFill>
                </a:rPr>
              </a:br>
              <a:r>
                <a:rPr lang="fr-FR" sz="700">
                  <a:solidFill>
                    <a:schemeClr val="bg2"/>
                  </a:solidFill>
                </a:rPr>
                <a:t>de l’arrière plan »</a:t>
              </a:r>
            </a:p>
            <a:p>
              <a:pPr marL="171450" indent="-171450">
                <a:spcAft>
                  <a:spcPts val="300"/>
                </a:spcAft>
                <a:buClr>
                  <a:schemeClr val="accent1"/>
                </a:buClr>
                <a:buFont typeface="Arial" panose="020B0604020202020204" pitchFamily="34" charset="0"/>
                <a:buChar char="•"/>
              </a:pPr>
              <a:r>
                <a:rPr lang="fr-FR" sz="700">
                  <a:solidFill>
                    <a:schemeClr val="bg2"/>
                  </a:solidFill>
                </a:rPr>
                <a:t>Changer la couleur</a:t>
              </a:r>
            </a:p>
            <a:p>
              <a:pPr>
                <a:spcAft>
                  <a:spcPts val="300"/>
                </a:spcAft>
                <a:buClr>
                  <a:schemeClr val="accent1"/>
                </a:buClr>
              </a:pPr>
              <a:r>
                <a:rPr lang="fr-FR" sz="700">
                  <a:solidFill>
                    <a:schemeClr val="bg2"/>
                  </a:solidFill>
                </a:rPr>
                <a:t>Ou</a:t>
              </a:r>
            </a:p>
            <a:p>
              <a:pPr marL="171450" indent="-171450">
                <a:spcAft>
                  <a:spcPts val="300"/>
                </a:spcAft>
                <a:buClr>
                  <a:schemeClr val="accent1"/>
                </a:buClr>
                <a:buFont typeface="Arial" panose="020B0604020202020204" pitchFamily="34" charset="0"/>
                <a:buChar char="•"/>
              </a:pPr>
              <a:r>
                <a:rPr lang="fr-FR" sz="700">
                  <a:solidFill>
                    <a:schemeClr val="bg2"/>
                  </a:solidFill>
                </a:rPr>
                <a:t>Choisir l’image souhaitée (1920x1080px en 72 dpi)</a:t>
              </a:r>
            </a:p>
            <a:p>
              <a:pPr>
                <a:spcAft>
                  <a:spcPts val="300"/>
                </a:spcAft>
                <a:buClr>
                  <a:schemeClr val="accent1"/>
                </a:buClr>
              </a:pPr>
              <a:endParaRPr lang="fr-FR" sz="700">
                <a:solidFill>
                  <a:schemeClr val="bg2"/>
                </a:solidFill>
              </a:endParaRPr>
            </a:p>
          </p:txBody>
        </p:sp>
        <p:grpSp>
          <p:nvGrpSpPr>
            <p:cNvPr id="19" name="Groupe 29">
              <a:extLst>
                <a:ext uri="{FF2B5EF4-FFF2-40B4-BE49-F238E27FC236}">
                  <a16:creationId xmlns:a16="http://schemas.microsoft.com/office/drawing/2014/main" id="{53ECEB8A-8F3E-8C0A-5AEF-C35D41BCCDE3}"/>
                </a:ext>
              </a:extLst>
            </p:cNvPr>
            <p:cNvGrpSpPr/>
            <p:nvPr/>
          </p:nvGrpSpPr>
          <p:grpSpPr>
            <a:xfrm>
              <a:off x="5947223" y="2961814"/>
              <a:ext cx="2101402" cy="2480362"/>
              <a:chOff x="5950221" y="2961814"/>
              <a:chExt cx="2101402" cy="2480362"/>
            </a:xfrm>
          </p:grpSpPr>
          <p:sp>
            <p:nvSpPr>
              <p:cNvPr id="42" name="Rectangle 41">
                <a:extLst>
                  <a:ext uri="{FF2B5EF4-FFF2-40B4-BE49-F238E27FC236}">
                    <a16:creationId xmlns:a16="http://schemas.microsoft.com/office/drawing/2014/main" id="{A121CD75-2070-F7B6-1506-D37D62BB66AD}"/>
                  </a:ext>
                </a:extLst>
              </p:cNvPr>
              <p:cNvSpPr/>
              <p:nvPr/>
            </p:nvSpPr>
            <p:spPr>
              <a:xfrm>
                <a:off x="5950221" y="2961814"/>
                <a:ext cx="2101402" cy="1262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0" numCol="2" rtlCol="0" anchor="t">
                <a:noAutofit/>
              </a:bodyPr>
              <a:lstStyle/>
              <a:p>
                <a:pPr>
                  <a:spcAft>
                    <a:spcPts val="300"/>
                  </a:spcAft>
                  <a:buClr>
                    <a:schemeClr val="accent1"/>
                  </a:buClr>
                </a:pPr>
                <a:r>
                  <a:rPr lang="fr-FR" sz="800" b="1">
                    <a:solidFill>
                      <a:schemeClr val="accent1"/>
                    </a:solidFill>
                  </a:rPr>
                  <a:t>Changer une image : </a:t>
                </a:r>
              </a:p>
              <a:p>
                <a:pPr>
                  <a:spcAft>
                    <a:spcPts val="300"/>
                  </a:spcAft>
                  <a:buClr>
                    <a:schemeClr val="accent1"/>
                  </a:buClr>
                </a:pPr>
                <a:r>
                  <a:rPr lang="fr-FR" sz="800" b="1">
                    <a:solidFill>
                      <a:schemeClr val="accent1"/>
                    </a:solidFill>
                  </a:rPr>
                  <a:t>Méthode #01</a:t>
                </a:r>
              </a:p>
              <a:p>
                <a:pPr marL="171450" indent="-171450">
                  <a:spcAft>
                    <a:spcPts val="300"/>
                  </a:spcAft>
                  <a:buClr>
                    <a:schemeClr val="accent1"/>
                  </a:buClr>
                  <a:buFont typeface="Arial" panose="020B0604020202020204" pitchFamily="34" charset="0"/>
                  <a:buChar char="•"/>
                </a:pPr>
                <a:r>
                  <a:rPr lang="fr-FR" sz="700">
                    <a:solidFill>
                      <a:schemeClr val="bg1"/>
                    </a:solidFill>
                  </a:rPr>
                  <a:t>Clique-droit</a:t>
                </a:r>
                <a:br>
                  <a:rPr lang="fr-FR" sz="700">
                    <a:solidFill>
                      <a:schemeClr val="bg1"/>
                    </a:solidFill>
                  </a:rPr>
                </a:br>
                <a:r>
                  <a:rPr lang="fr-FR" sz="700">
                    <a:solidFill>
                      <a:schemeClr val="bg1"/>
                    </a:solidFill>
                  </a:rPr>
                  <a:t>sur l’image</a:t>
                </a:r>
              </a:p>
              <a:p>
                <a:pPr marL="171450" indent="-171450">
                  <a:spcAft>
                    <a:spcPts val="300"/>
                  </a:spcAft>
                  <a:buClr>
                    <a:schemeClr val="accent1"/>
                  </a:buClr>
                  <a:buFont typeface="Arial" panose="020B0604020202020204" pitchFamily="34" charset="0"/>
                  <a:buChar char="•"/>
                </a:pPr>
                <a:r>
                  <a:rPr lang="fr-FR" sz="700">
                    <a:solidFill>
                      <a:schemeClr val="bg1"/>
                    </a:solidFill>
                  </a:rPr>
                  <a:t>Changer </a:t>
                </a:r>
                <a:br>
                  <a:rPr lang="fr-FR" sz="700">
                    <a:solidFill>
                      <a:schemeClr val="bg1"/>
                    </a:solidFill>
                  </a:rPr>
                </a:br>
                <a:r>
                  <a:rPr lang="fr-FR" sz="700">
                    <a:solidFill>
                      <a:schemeClr val="bg1"/>
                    </a:solidFill>
                  </a:rPr>
                  <a:t>d’image</a:t>
                </a:r>
              </a:p>
              <a:p>
                <a:pPr marL="171450" indent="-171450">
                  <a:spcAft>
                    <a:spcPts val="300"/>
                  </a:spcAft>
                  <a:buClr>
                    <a:schemeClr val="accent1"/>
                  </a:buClr>
                  <a:buFont typeface="Arial" panose="020B0604020202020204" pitchFamily="34" charset="0"/>
                  <a:buChar char="•"/>
                </a:pPr>
                <a:r>
                  <a:rPr lang="fr-FR" sz="700">
                    <a:solidFill>
                      <a:schemeClr val="bg1"/>
                    </a:solidFill>
                  </a:rPr>
                  <a:t>Sélectionner </a:t>
                </a:r>
                <a:br>
                  <a:rPr lang="fr-FR" sz="700">
                    <a:solidFill>
                      <a:schemeClr val="bg1"/>
                    </a:solidFill>
                  </a:rPr>
                </a:br>
                <a:r>
                  <a:rPr lang="fr-FR" sz="700">
                    <a:solidFill>
                      <a:schemeClr val="bg1"/>
                    </a:solidFill>
                  </a:rPr>
                  <a:t>la source</a:t>
                </a:r>
                <a:br>
                  <a:rPr lang="fr-FR" sz="700">
                    <a:solidFill>
                      <a:schemeClr val="bg1"/>
                    </a:solidFill>
                  </a:rPr>
                </a:br>
                <a:r>
                  <a:rPr lang="fr-FR" sz="700">
                    <a:solidFill>
                      <a:schemeClr val="bg1"/>
                    </a:solidFill>
                  </a:rPr>
                  <a:t>désirée</a:t>
                </a:r>
              </a:p>
              <a:p>
                <a:pPr marL="171450" indent="-171450">
                  <a:spcAft>
                    <a:spcPts val="300"/>
                  </a:spcAft>
                  <a:buClr>
                    <a:schemeClr val="accent1"/>
                  </a:buClr>
                  <a:buFont typeface="Wingdings 3" panose="05040102010807070707" pitchFamily="18" charset="2"/>
                  <a:buChar char=""/>
                </a:pPr>
                <a:endParaRPr lang="fr-FR" sz="700">
                  <a:solidFill>
                    <a:schemeClr val="bg1"/>
                  </a:solidFill>
                </a:endParaRPr>
              </a:p>
              <a:p>
                <a:pPr marL="171450" indent="-171450">
                  <a:spcAft>
                    <a:spcPts val="300"/>
                  </a:spcAft>
                  <a:buClr>
                    <a:schemeClr val="accent1"/>
                  </a:buClr>
                  <a:buFont typeface="Wingdings 3" panose="05040102010807070707" pitchFamily="18" charset="2"/>
                  <a:buChar char=""/>
                </a:pPr>
                <a:endParaRPr lang="fr-FR" sz="700">
                  <a:solidFill>
                    <a:schemeClr val="bg1"/>
                  </a:solidFill>
                </a:endParaRPr>
              </a:p>
              <a:p>
                <a:pPr>
                  <a:spcBef>
                    <a:spcPts val="300"/>
                  </a:spcBef>
                  <a:spcAft>
                    <a:spcPts val="300"/>
                  </a:spcAft>
                  <a:buClr>
                    <a:schemeClr val="accent1"/>
                  </a:buClr>
                </a:pPr>
                <a:r>
                  <a:rPr lang="fr-FR" sz="800" b="1">
                    <a:solidFill>
                      <a:schemeClr val="bg1">
                        <a:lumMod val="95000"/>
                        <a:alpha val="0"/>
                      </a:schemeClr>
                    </a:solidFill>
                  </a:rPr>
                  <a:t>Changer une image:</a:t>
                </a:r>
              </a:p>
              <a:p>
                <a:pPr>
                  <a:spcAft>
                    <a:spcPts val="300"/>
                  </a:spcAft>
                  <a:buClr>
                    <a:schemeClr val="accent1"/>
                  </a:buClr>
                </a:pPr>
                <a:r>
                  <a:rPr lang="fr-FR" sz="800" b="1">
                    <a:solidFill>
                      <a:schemeClr val="accent1"/>
                    </a:solidFill>
                  </a:rPr>
                  <a:t>Méthode #02</a:t>
                </a:r>
              </a:p>
              <a:p>
                <a:pPr marL="171450" indent="-171450">
                  <a:spcAft>
                    <a:spcPts val="300"/>
                  </a:spcAft>
                  <a:buClr>
                    <a:schemeClr val="accent1"/>
                  </a:buClr>
                  <a:buFont typeface="Arial" panose="020B0604020202020204" pitchFamily="34" charset="0"/>
                  <a:buChar char="•"/>
                </a:pPr>
                <a:r>
                  <a:rPr lang="fr-FR" sz="700">
                    <a:solidFill>
                      <a:schemeClr val="bg1"/>
                    </a:solidFill>
                  </a:rPr>
                  <a:t>Supprimer </a:t>
                </a:r>
                <a:br>
                  <a:rPr lang="fr-FR" sz="700">
                    <a:solidFill>
                      <a:schemeClr val="bg1"/>
                    </a:solidFill>
                  </a:rPr>
                </a:br>
                <a:r>
                  <a:rPr lang="fr-FR" sz="700">
                    <a:solidFill>
                      <a:schemeClr val="bg1"/>
                    </a:solidFill>
                  </a:rPr>
                  <a:t>l’image en place</a:t>
                </a:r>
              </a:p>
              <a:p>
                <a:pPr marL="171450" indent="-171450">
                  <a:spcAft>
                    <a:spcPts val="300"/>
                  </a:spcAft>
                  <a:buClr>
                    <a:schemeClr val="accent1"/>
                  </a:buClr>
                  <a:buFont typeface="Arial" panose="020B0604020202020204" pitchFamily="34" charset="0"/>
                  <a:buChar char="•"/>
                </a:pPr>
                <a:r>
                  <a:rPr lang="fr-FR" sz="700">
                    <a:solidFill>
                      <a:schemeClr val="bg1"/>
                    </a:solidFill>
                  </a:rPr>
                  <a:t>Cliquer sur l’icone</a:t>
                </a:r>
                <a:br>
                  <a:rPr lang="fr-FR" sz="700">
                    <a:solidFill>
                      <a:schemeClr val="bg1"/>
                    </a:solidFill>
                  </a:rPr>
                </a:br>
                <a:r>
                  <a:rPr lang="fr-FR" sz="700">
                    <a:solidFill>
                      <a:schemeClr val="bg1"/>
                    </a:solidFill>
                  </a:rPr>
                  <a:t>au milieu du bloc </a:t>
                </a:r>
              </a:p>
              <a:p>
                <a:pPr marL="171450" indent="-171450">
                  <a:spcAft>
                    <a:spcPts val="300"/>
                  </a:spcAft>
                  <a:buClr>
                    <a:schemeClr val="accent1"/>
                  </a:buClr>
                  <a:buFont typeface="Arial" panose="020B0604020202020204" pitchFamily="34" charset="0"/>
                  <a:buChar char="•"/>
                </a:pPr>
                <a:r>
                  <a:rPr lang="fr-FR" sz="700">
                    <a:solidFill>
                      <a:schemeClr val="bg1"/>
                    </a:solidFill>
                  </a:rPr>
                  <a:t>Sélectionner l’image souhaitée dans votre ordinateur</a:t>
                </a:r>
              </a:p>
              <a:p>
                <a:pPr marL="171450" indent="-171450">
                  <a:spcAft>
                    <a:spcPts val="300"/>
                  </a:spcAft>
                  <a:buClr>
                    <a:schemeClr val="accent1"/>
                  </a:buClr>
                  <a:buFont typeface="Wingdings 3" panose="05040102010807070707" pitchFamily="18" charset="2"/>
                  <a:buChar char=""/>
                </a:pPr>
                <a:endParaRPr lang="fr-FR" sz="700">
                  <a:solidFill>
                    <a:schemeClr val="bg1"/>
                  </a:solidFill>
                </a:endParaRPr>
              </a:p>
            </p:txBody>
          </p:sp>
          <p:sp>
            <p:nvSpPr>
              <p:cNvPr id="43" name="Rectangle 42">
                <a:extLst>
                  <a:ext uri="{FF2B5EF4-FFF2-40B4-BE49-F238E27FC236}">
                    <a16:creationId xmlns:a16="http://schemas.microsoft.com/office/drawing/2014/main" id="{E689D674-A564-6757-6A5F-C14A0E5CFC0E}"/>
                  </a:ext>
                </a:extLst>
              </p:cNvPr>
              <p:cNvSpPr/>
              <p:nvPr/>
            </p:nvSpPr>
            <p:spPr>
              <a:xfrm>
                <a:off x="5950222" y="4302209"/>
                <a:ext cx="1843839" cy="334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1"/>
                  </a:buClr>
                  <a:buFont typeface="Arial" panose="020B0604020202020204" pitchFamily="34" charset="0"/>
                  <a:buChar char="•"/>
                </a:pPr>
                <a:r>
                  <a:rPr lang="fr-FR" sz="700">
                    <a:solidFill>
                      <a:schemeClr val="bg2"/>
                    </a:solidFill>
                  </a:rPr>
                  <a:t>Faire un clic droit sur l’image, </a:t>
                </a:r>
                <a:br>
                  <a:rPr lang="fr-FR" sz="700">
                    <a:solidFill>
                      <a:schemeClr val="bg2"/>
                    </a:solidFill>
                  </a:rPr>
                </a:br>
                <a:r>
                  <a:rPr lang="fr-FR" sz="700">
                    <a:solidFill>
                      <a:schemeClr val="bg2"/>
                    </a:solidFill>
                  </a:rPr>
                  <a:t>puis choisir « Arrière-plan » si besoin</a:t>
                </a:r>
              </a:p>
            </p:txBody>
          </p:sp>
          <p:sp>
            <p:nvSpPr>
              <p:cNvPr id="44" name="Rectangle 43">
                <a:extLst>
                  <a:ext uri="{FF2B5EF4-FFF2-40B4-BE49-F238E27FC236}">
                    <a16:creationId xmlns:a16="http://schemas.microsoft.com/office/drawing/2014/main" id="{8F1D0B78-F8E3-1CE6-858C-21AEABD41DB9}"/>
                  </a:ext>
                </a:extLst>
              </p:cNvPr>
              <p:cNvSpPr/>
              <p:nvPr/>
            </p:nvSpPr>
            <p:spPr>
              <a:xfrm>
                <a:off x="5950222" y="4638504"/>
                <a:ext cx="1843841" cy="8036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1"/>
                  </a:buClr>
                  <a:buFont typeface="Arial" panose="020B0604020202020204" pitchFamily="34" charset="0"/>
                  <a:buChar char="•"/>
                </a:pPr>
                <a:r>
                  <a:rPr lang="fr-FR" sz="700">
                    <a:solidFill>
                      <a:schemeClr val="bg1"/>
                    </a:solidFill>
                  </a:rPr>
                  <a:t>Pour rogner l’image,  dans « Outils</a:t>
                </a:r>
                <a:br>
                  <a:rPr lang="fr-FR" sz="700">
                    <a:solidFill>
                      <a:schemeClr val="bg1"/>
                    </a:solidFill>
                  </a:rPr>
                </a:br>
                <a:r>
                  <a:rPr lang="fr-FR" sz="700">
                    <a:solidFill>
                      <a:schemeClr val="bg1"/>
                    </a:solidFill>
                  </a:rPr>
                  <a:t>de l’image », cliquer sur la flèche en dessous  de l’onglet et choisir l’option souhaitée. </a:t>
                </a:r>
              </a:p>
              <a:p>
                <a:pPr marL="171450" indent="-171450">
                  <a:spcAft>
                    <a:spcPts val="300"/>
                  </a:spcAft>
                  <a:buClr>
                    <a:schemeClr val="accent1"/>
                  </a:buClr>
                  <a:buFont typeface="Arial" panose="020B0604020202020204" pitchFamily="34" charset="0"/>
                  <a:buChar char="•"/>
                </a:pPr>
                <a:r>
                  <a:rPr lang="fr-FR" sz="700">
                    <a:solidFill>
                      <a:schemeClr val="bg1"/>
                    </a:solidFill>
                  </a:rPr>
                  <a:t>Adapter (déplacer, agrandir ou rétrécir) ensuite l’image comme souhaité.</a:t>
                </a:r>
              </a:p>
            </p:txBody>
          </p:sp>
        </p:grpSp>
        <p:sp>
          <p:nvSpPr>
            <p:cNvPr id="20" name="Rectangle 19">
              <a:extLst>
                <a:ext uri="{FF2B5EF4-FFF2-40B4-BE49-F238E27FC236}">
                  <a16:creationId xmlns:a16="http://schemas.microsoft.com/office/drawing/2014/main" id="{F218C87D-2284-D7BE-9262-FAF1D6EED187}"/>
                </a:ext>
              </a:extLst>
            </p:cNvPr>
            <p:cNvSpPr/>
            <p:nvPr/>
          </p:nvSpPr>
          <p:spPr>
            <a:xfrm>
              <a:off x="8388532" y="2961814"/>
              <a:ext cx="1785617" cy="2911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1"/>
                </a:buClr>
              </a:pPr>
              <a:r>
                <a:rPr lang="fr-FR" sz="800" b="1">
                  <a:solidFill>
                    <a:schemeClr val="accent1"/>
                  </a:solidFill>
                </a:rPr>
                <a:t>Pour changer le </a:t>
              </a:r>
              <a:r>
                <a:rPr lang="fr-FR" sz="800" b="1" err="1">
                  <a:solidFill>
                    <a:schemeClr val="accent1"/>
                  </a:solidFill>
                </a:rPr>
                <a:t>footer</a:t>
              </a:r>
              <a:r>
                <a:rPr lang="fr-FR" sz="800" b="1">
                  <a:solidFill>
                    <a:schemeClr val="accent1"/>
                  </a:solidFill>
                </a:rPr>
                <a:t> : </a:t>
              </a:r>
            </a:p>
            <a:p>
              <a:pPr>
                <a:spcAft>
                  <a:spcPts val="300"/>
                </a:spcAft>
                <a:buClr>
                  <a:schemeClr val="accent1"/>
                </a:buClr>
              </a:pPr>
              <a:r>
                <a:rPr lang="fr-FR" sz="800" b="1">
                  <a:solidFill>
                    <a:schemeClr val="accent1"/>
                  </a:solidFill>
                </a:rPr>
                <a:t>Le pied de page</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insérer »</a:t>
              </a:r>
            </a:p>
            <a:p>
              <a:pPr marL="171450" indent="-171450">
                <a:spcAft>
                  <a:spcPts val="300"/>
                </a:spcAft>
                <a:buClr>
                  <a:schemeClr val="accent1"/>
                </a:buClr>
                <a:buFont typeface="Arial" panose="020B0604020202020204" pitchFamily="34" charset="0"/>
                <a:buChar char="•"/>
              </a:pPr>
              <a:r>
                <a:rPr lang="fr-FR" sz="700">
                  <a:solidFill>
                    <a:schemeClr val="bg2"/>
                  </a:solidFill>
                </a:rPr>
                <a:t>Cliquer sur « en-tête </a:t>
              </a:r>
              <a:br>
                <a:rPr lang="fr-FR" sz="700">
                  <a:solidFill>
                    <a:schemeClr val="bg2"/>
                  </a:solidFill>
                </a:rPr>
              </a:br>
              <a:r>
                <a:rPr lang="fr-FR" sz="700">
                  <a:solidFill>
                    <a:schemeClr val="bg2"/>
                  </a:solidFill>
                </a:rPr>
                <a:t>et pied de page »</a:t>
              </a:r>
            </a:p>
            <a:p>
              <a:pPr marL="171450" indent="-171450">
                <a:spcAft>
                  <a:spcPts val="300"/>
                </a:spcAft>
                <a:buClr>
                  <a:schemeClr val="accent1"/>
                </a:buClr>
                <a:buFont typeface="Arial" panose="020B0604020202020204" pitchFamily="34" charset="0"/>
                <a:buChar char="•"/>
              </a:pPr>
              <a:r>
                <a:rPr lang="fr-FR" sz="700">
                  <a:solidFill>
                    <a:schemeClr val="bg2"/>
                  </a:solidFill>
                </a:rPr>
                <a:t>Écrire le texte souhaité</a:t>
              </a:r>
              <a:br>
                <a:rPr lang="fr-FR" sz="700">
                  <a:solidFill>
                    <a:schemeClr val="bg2"/>
                  </a:solidFill>
                </a:rPr>
              </a:br>
              <a:r>
                <a:rPr lang="fr-FR" sz="700">
                  <a:solidFill>
                    <a:schemeClr val="bg2"/>
                  </a:solidFill>
                </a:rPr>
                <a:t>dans la case « Pied de page »</a:t>
              </a:r>
            </a:p>
            <a:p>
              <a:pPr marL="171450" indent="-171450">
                <a:spcAft>
                  <a:spcPts val="300"/>
                </a:spcAft>
                <a:buClr>
                  <a:schemeClr val="accent1"/>
                </a:buClr>
                <a:buFont typeface="Arial" panose="020B0604020202020204" pitchFamily="34" charset="0"/>
                <a:buChar char="•"/>
              </a:pPr>
              <a:r>
                <a:rPr lang="fr-FR" sz="700">
                  <a:solidFill>
                    <a:schemeClr val="bg2"/>
                  </a:solidFill>
                </a:rPr>
                <a:t>Cliquez sur </a:t>
              </a:r>
              <a:br>
                <a:rPr lang="fr-FR" sz="700">
                  <a:solidFill>
                    <a:schemeClr val="bg2"/>
                  </a:solidFill>
                </a:rPr>
              </a:br>
              <a:r>
                <a:rPr lang="fr-FR" sz="700">
                  <a:solidFill>
                    <a:schemeClr val="bg2"/>
                  </a:solidFill>
                </a:rPr>
                <a:t>« Appliquer partout »</a:t>
              </a:r>
            </a:p>
            <a:p>
              <a:pPr>
                <a:spcBef>
                  <a:spcPts val="600"/>
                </a:spcBef>
                <a:spcAft>
                  <a:spcPts val="300"/>
                </a:spcAft>
                <a:buClr>
                  <a:schemeClr val="accent1"/>
                </a:buClr>
              </a:pPr>
              <a:r>
                <a:rPr lang="fr-FR" sz="800" b="1">
                  <a:solidFill>
                    <a:schemeClr val="accent1"/>
                  </a:solidFill>
                </a:rPr>
                <a:t>La pagination</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 Numéro</a:t>
              </a:r>
              <a:br>
                <a:rPr lang="fr-FR" sz="700">
                  <a:solidFill>
                    <a:schemeClr val="bg2"/>
                  </a:solidFill>
                </a:rPr>
              </a:br>
              <a:r>
                <a:rPr lang="fr-FR" sz="700">
                  <a:solidFill>
                    <a:schemeClr val="bg2"/>
                  </a:solidFill>
                </a:rPr>
                <a:t>de diapositive »</a:t>
              </a:r>
            </a:p>
            <a:p>
              <a:pPr marL="171450" indent="-171450">
                <a:spcAft>
                  <a:spcPts val="300"/>
                </a:spcAft>
                <a:buClr>
                  <a:schemeClr val="accent1"/>
                </a:buClr>
                <a:buFont typeface="Arial" panose="020B0604020202020204" pitchFamily="34" charset="0"/>
                <a:buChar char="•"/>
              </a:pPr>
              <a:r>
                <a:rPr lang="fr-FR" sz="700">
                  <a:solidFill>
                    <a:schemeClr val="bg2"/>
                  </a:solidFill>
                </a:rPr>
                <a:t>Cliquez sur </a:t>
              </a:r>
              <a:br>
                <a:rPr lang="fr-FR" sz="700">
                  <a:solidFill>
                    <a:schemeClr val="bg2"/>
                  </a:solidFill>
                </a:rPr>
              </a:br>
              <a:r>
                <a:rPr lang="fr-FR" sz="700">
                  <a:solidFill>
                    <a:schemeClr val="bg2"/>
                  </a:solidFill>
                </a:rPr>
                <a:t>« Appliquer partout »</a:t>
              </a:r>
            </a:p>
            <a:p>
              <a:pPr>
                <a:spcBef>
                  <a:spcPts val="600"/>
                </a:spcBef>
                <a:spcAft>
                  <a:spcPts val="300"/>
                </a:spcAft>
                <a:buClr>
                  <a:schemeClr val="accent1"/>
                </a:buClr>
              </a:pPr>
              <a:r>
                <a:rPr lang="fr-FR" sz="800" b="1">
                  <a:solidFill>
                    <a:schemeClr val="accent1"/>
                  </a:solidFill>
                </a:rPr>
                <a:t>La date</a:t>
              </a:r>
            </a:p>
            <a:p>
              <a:pPr marL="171450" indent="-171450">
                <a:spcAft>
                  <a:spcPts val="300"/>
                </a:spcAft>
                <a:buClr>
                  <a:schemeClr val="accent1"/>
                </a:buClr>
                <a:buFont typeface="Arial" panose="020B0604020202020204" pitchFamily="34" charset="0"/>
                <a:buChar char="•"/>
              </a:pPr>
              <a:r>
                <a:rPr lang="fr-FR" sz="700">
                  <a:solidFill>
                    <a:schemeClr val="bg2"/>
                  </a:solidFill>
                </a:rPr>
                <a:t>Sélectionner « Date et Heure », </a:t>
              </a:r>
              <a:br>
                <a:rPr lang="fr-FR" sz="700">
                  <a:solidFill>
                    <a:schemeClr val="bg2"/>
                  </a:solidFill>
                </a:rPr>
              </a:br>
              <a:r>
                <a:rPr lang="fr-FR" sz="700">
                  <a:solidFill>
                    <a:schemeClr val="bg2"/>
                  </a:solidFill>
                </a:rPr>
                <a:t>puis « Mise à jour automatique » </a:t>
              </a:r>
              <a:br>
                <a:rPr lang="fr-FR" sz="700">
                  <a:solidFill>
                    <a:schemeClr val="bg2"/>
                  </a:solidFill>
                </a:rPr>
              </a:br>
              <a:r>
                <a:rPr lang="fr-FR" sz="700">
                  <a:solidFill>
                    <a:schemeClr val="bg2"/>
                  </a:solidFill>
                </a:rPr>
                <a:t>et le format souhaité </a:t>
              </a:r>
            </a:p>
            <a:p>
              <a:pPr marL="171450" indent="-171450">
                <a:spcAft>
                  <a:spcPts val="300"/>
                </a:spcAft>
                <a:buClr>
                  <a:schemeClr val="accent1"/>
                </a:buClr>
                <a:buFont typeface="Arial" panose="020B0604020202020204" pitchFamily="34" charset="0"/>
                <a:buChar char="•"/>
              </a:pPr>
              <a:r>
                <a:rPr lang="fr-FR" sz="700">
                  <a:solidFill>
                    <a:schemeClr val="bg2"/>
                  </a:solidFill>
                </a:rPr>
                <a:t>Cliquez sur </a:t>
              </a:r>
              <a:br>
                <a:rPr lang="fr-FR" sz="700">
                  <a:solidFill>
                    <a:schemeClr val="bg2"/>
                  </a:solidFill>
                </a:rPr>
              </a:br>
              <a:r>
                <a:rPr lang="fr-FR" sz="700">
                  <a:solidFill>
                    <a:schemeClr val="bg2"/>
                  </a:solidFill>
                </a:rPr>
                <a:t>« Appliquer partout »</a:t>
              </a:r>
            </a:p>
          </p:txBody>
        </p:sp>
        <p:grpSp>
          <p:nvGrpSpPr>
            <p:cNvPr id="21" name="Groupe 27">
              <a:extLst>
                <a:ext uri="{FF2B5EF4-FFF2-40B4-BE49-F238E27FC236}">
                  <a16:creationId xmlns:a16="http://schemas.microsoft.com/office/drawing/2014/main" id="{FA7B472D-CB4A-E31E-C08F-09BDABB1C178}"/>
                </a:ext>
              </a:extLst>
            </p:cNvPr>
            <p:cNvGrpSpPr/>
            <p:nvPr/>
          </p:nvGrpSpPr>
          <p:grpSpPr>
            <a:xfrm>
              <a:off x="286994" y="6384453"/>
              <a:ext cx="494056" cy="198136"/>
              <a:chOff x="4672012" y="2857500"/>
              <a:chExt cx="2852546" cy="1143985"/>
            </a:xfrm>
          </p:grpSpPr>
          <p:sp>
            <p:nvSpPr>
              <p:cNvPr id="22" name="Forme libre : forme 28">
                <a:extLst>
                  <a:ext uri="{FF2B5EF4-FFF2-40B4-BE49-F238E27FC236}">
                    <a16:creationId xmlns:a16="http://schemas.microsoft.com/office/drawing/2014/main" id="{EA2D54A9-5159-D7AA-DC71-5A9E8E4E5C4F}"/>
                  </a:ext>
                </a:extLst>
              </p:cNvPr>
              <p:cNvSpPr/>
              <p:nvPr/>
            </p:nvSpPr>
            <p:spPr>
              <a:xfrm>
                <a:off x="4672012" y="2857500"/>
                <a:ext cx="611790" cy="539400"/>
              </a:xfrm>
              <a:custGeom>
                <a:avLst/>
                <a:gdLst>
                  <a:gd name="connsiteX0" fmla="*/ 498158 w 611790"/>
                  <a:gd name="connsiteY0" fmla="*/ 483965 h 539400"/>
                  <a:gd name="connsiteX1" fmla="*/ 542544 w 611790"/>
                  <a:gd name="connsiteY1" fmla="*/ 493490 h 539400"/>
                  <a:gd name="connsiteX2" fmla="*/ 550069 w 611790"/>
                  <a:gd name="connsiteY2" fmla="*/ 507016 h 539400"/>
                  <a:gd name="connsiteX3" fmla="*/ 545592 w 611790"/>
                  <a:gd name="connsiteY3" fmla="*/ 539401 h 539400"/>
                  <a:gd name="connsiteX4" fmla="*/ 363474 w 611790"/>
                  <a:gd name="connsiteY4" fmla="*/ 539401 h 539400"/>
                  <a:gd name="connsiteX5" fmla="*/ 367951 w 611790"/>
                  <a:gd name="connsiteY5" fmla="*/ 507016 h 539400"/>
                  <a:gd name="connsiteX6" fmla="*/ 381000 w 611790"/>
                  <a:gd name="connsiteY6" fmla="*/ 492062 h 539400"/>
                  <a:gd name="connsiteX7" fmla="*/ 424434 w 611790"/>
                  <a:gd name="connsiteY7" fmla="*/ 483965 h 539400"/>
                  <a:gd name="connsiteX8" fmla="*/ 448437 w 611790"/>
                  <a:gd name="connsiteY8" fmla="*/ 293465 h 539400"/>
                  <a:gd name="connsiteX9" fmla="*/ 158020 w 611790"/>
                  <a:gd name="connsiteY9" fmla="*/ 293465 h 539400"/>
                  <a:gd name="connsiteX10" fmla="*/ 133922 w 611790"/>
                  <a:gd name="connsiteY10" fmla="*/ 483965 h 539400"/>
                  <a:gd name="connsiteX11" fmla="*/ 185833 w 611790"/>
                  <a:gd name="connsiteY11" fmla="*/ 506540 h 539400"/>
                  <a:gd name="connsiteX12" fmla="*/ 180975 w 611790"/>
                  <a:gd name="connsiteY12" fmla="*/ 538734 h 539400"/>
                  <a:gd name="connsiteX13" fmla="*/ 0 w 611790"/>
                  <a:gd name="connsiteY13" fmla="*/ 538734 h 539400"/>
                  <a:gd name="connsiteX14" fmla="*/ 3715 w 611790"/>
                  <a:gd name="connsiteY14" fmla="*/ 506349 h 539400"/>
                  <a:gd name="connsiteX15" fmla="*/ 17336 w 611790"/>
                  <a:gd name="connsiteY15" fmla="*/ 492062 h 539400"/>
                  <a:gd name="connsiteX16" fmla="*/ 60960 w 611790"/>
                  <a:gd name="connsiteY16" fmla="*/ 483965 h 539400"/>
                  <a:gd name="connsiteX17" fmla="*/ 113633 w 611790"/>
                  <a:gd name="connsiteY17" fmla="*/ 54293 h 539400"/>
                  <a:gd name="connsiteX18" fmla="*/ 69247 w 611790"/>
                  <a:gd name="connsiteY18" fmla="*/ 45339 h 539400"/>
                  <a:gd name="connsiteX19" fmla="*/ 62484 w 611790"/>
                  <a:gd name="connsiteY19" fmla="*/ 31718 h 539400"/>
                  <a:gd name="connsiteX20" fmla="*/ 66675 w 611790"/>
                  <a:gd name="connsiteY20" fmla="*/ 0 h 539400"/>
                  <a:gd name="connsiteX21" fmla="*/ 247650 w 611790"/>
                  <a:gd name="connsiteY21" fmla="*/ 0 h 539400"/>
                  <a:gd name="connsiteX22" fmla="*/ 243840 w 611790"/>
                  <a:gd name="connsiteY22" fmla="*/ 31528 h 539400"/>
                  <a:gd name="connsiteX23" fmla="*/ 234315 w 611790"/>
                  <a:gd name="connsiteY23" fmla="*/ 45148 h 539400"/>
                  <a:gd name="connsiteX24" fmla="*/ 219075 w 611790"/>
                  <a:gd name="connsiteY24" fmla="*/ 48101 h 539400"/>
                  <a:gd name="connsiteX25" fmla="*/ 206978 w 611790"/>
                  <a:gd name="connsiteY25" fmla="*/ 50006 h 539400"/>
                  <a:gd name="connsiteX26" fmla="*/ 187928 w 611790"/>
                  <a:gd name="connsiteY26" fmla="*/ 54102 h 539400"/>
                  <a:gd name="connsiteX27" fmla="*/ 164021 w 611790"/>
                  <a:gd name="connsiteY27" fmla="*/ 240030 h 539400"/>
                  <a:gd name="connsiteX28" fmla="*/ 454533 w 611790"/>
                  <a:gd name="connsiteY28" fmla="*/ 240030 h 539400"/>
                  <a:gd name="connsiteX29" fmla="*/ 477869 w 611790"/>
                  <a:gd name="connsiteY29" fmla="*/ 54102 h 539400"/>
                  <a:gd name="connsiteX30" fmla="*/ 433388 w 611790"/>
                  <a:gd name="connsiteY30" fmla="*/ 45148 h 539400"/>
                  <a:gd name="connsiteX31" fmla="*/ 425863 w 611790"/>
                  <a:gd name="connsiteY31" fmla="*/ 31528 h 539400"/>
                  <a:gd name="connsiteX32" fmla="*/ 429673 w 611790"/>
                  <a:gd name="connsiteY32" fmla="*/ 0 h 539400"/>
                  <a:gd name="connsiteX33" fmla="*/ 611791 w 611790"/>
                  <a:gd name="connsiteY33" fmla="*/ 0 h 539400"/>
                  <a:gd name="connsiteX34" fmla="*/ 607981 w 611790"/>
                  <a:gd name="connsiteY34" fmla="*/ 31528 h 539400"/>
                  <a:gd name="connsiteX35" fmla="*/ 594455 w 611790"/>
                  <a:gd name="connsiteY35" fmla="*/ 45815 h 539400"/>
                  <a:gd name="connsiteX36" fmla="*/ 550831 w 611790"/>
                  <a:gd name="connsiteY36" fmla="*/ 54102 h 539400"/>
                  <a:gd name="connsiteX37" fmla="*/ 498158 w 611790"/>
                  <a:gd name="connsiteY37" fmla="*/ 483965 h 53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11790" h="539400">
                    <a:moveTo>
                      <a:pt x="498158" y="483965"/>
                    </a:moveTo>
                    <a:lnTo>
                      <a:pt x="542544" y="493490"/>
                    </a:lnTo>
                    <a:cubicBezTo>
                      <a:pt x="548545" y="495014"/>
                      <a:pt x="551021" y="499491"/>
                      <a:pt x="550069" y="507016"/>
                    </a:cubicBezTo>
                    <a:lnTo>
                      <a:pt x="545592" y="539401"/>
                    </a:lnTo>
                    <a:lnTo>
                      <a:pt x="363474" y="539401"/>
                    </a:lnTo>
                    <a:lnTo>
                      <a:pt x="367951" y="507016"/>
                    </a:lnTo>
                    <a:cubicBezTo>
                      <a:pt x="367951" y="499491"/>
                      <a:pt x="373475" y="493109"/>
                      <a:pt x="381000" y="492062"/>
                    </a:cubicBezTo>
                    <a:lnTo>
                      <a:pt x="424434" y="483965"/>
                    </a:lnTo>
                    <a:lnTo>
                      <a:pt x="448437" y="293465"/>
                    </a:lnTo>
                    <a:lnTo>
                      <a:pt x="158020" y="293465"/>
                    </a:lnTo>
                    <a:lnTo>
                      <a:pt x="133922" y="483965"/>
                    </a:lnTo>
                    <a:cubicBezTo>
                      <a:pt x="169545" y="491490"/>
                      <a:pt x="186881" y="499015"/>
                      <a:pt x="185833" y="506540"/>
                    </a:cubicBezTo>
                    <a:lnTo>
                      <a:pt x="180975" y="538734"/>
                    </a:lnTo>
                    <a:lnTo>
                      <a:pt x="0" y="538734"/>
                    </a:lnTo>
                    <a:lnTo>
                      <a:pt x="3715" y="506349"/>
                    </a:lnTo>
                    <a:cubicBezTo>
                      <a:pt x="4191" y="498920"/>
                      <a:pt x="9906" y="492919"/>
                      <a:pt x="17336" y="492062"/>
                    </a:cubicBezTo>
                    <a:lnTo>
                      <a:pt x="60960" y="483965"/>
                    </a:lnTo>
                    <a:lnTo>
                      <a:pt x="113633" y="54293"/>
                    </a:lnTo>
                    <a:lnTo>
                      <a:pt x="69247" y="45339"/>
                    </a:lnTo>
                    <a:cubicBezTo>
                      <a:pt x="63722" y="43815"/>
                      <a:pt x="61436" y="39243"/>
                      <a:pt x="62484" y="31718"/>
                    </a:cubicBezTo>
                    <a:lnTo>
                      <a:pt x="66675" y="0"/>
                    </a:lnTo>
                    <a:lnTo>
                      <a:pt x="247650" y="0"/>
                    </a:lnTo>
                    <a:lnTo>
                      <a:pt x="243840" y="31528"/>
                    </a:lnTo>
                    <a:cubicBezTo>
                      <a:pt x="242792" y="39624"/>
                      <a:pt x="239554" y="44101"/>
                      <a:pt x="234315" y="45148"/>
                    </a:cubicBezTo>
                    <a:lnTo>
                      <a:pt x="219075" y="48101"/>
                    </a:lnTo>
                    <a:lnTo>
                      <a:pt x="206978" y="50006"/>
                    </a:lnTo>
                    <a:cubicBezTo>
                      <a:pt x="202025" y="50768"/>
                      <a:pt x="195453" y="52102"/>
                      <a:pt x="187928" y="54102"/>
                    </a:cubicBezTo>
                    <a:lnTo>
                      <a:pt x="164021" y="240030"/>
                    </a:lnTo>
                    <a:lnTo>
                      <a:pt x="454533" y="240030"/>
                    </a:lnTo>
                    <a:lnTo>
                      <a:pt x="477869" y="54102"/>
                    </a:lnTo>
                    <a:lnTo>
                      <a:pt x="433388" y="45148"/>
                    </a:lnTo>
                    <a:cubicBezTo>
                      <a:pt x="427387" y="43625"/>
                      <a:pt x="424910" y="39053"/>
                      <a:pt x="425863" y="31528"/>
                    </a:cubicBezTo>
                    <a:lnTo>
                      <a:pt x="429673" y="0"/>
                    </a:lnTo>
                    <a:lnTo>
                      <a:pt x="611791" y="0"/>
                    </a:lnTo>
                    <a:lnTo>
                      <a:pt x="607981" y="31528"/>
                    </a:lnTo>
                    <a:cubicBezTo>
                      <a:pt x="607600" y="38957"/>
                      <a:pt x="601885" y="45053"/>
                      <a:pt x="594455" y="45815"/>
                    </a:cubicBezTo>
                    <a:lnTo>
                      <a:pt x="550831" y="54102"/>
                    </a:lnTo>
                    <a:lnTo>
                      <a:pt x="498158" y="483965"/>
                    </a:lnTo>
                    <a:close/>
                  </a:path>
                </a:pathLst>
              </a:custGeom>
              <a:solidFill>
                <a:srgbClr val="38D6D6"/>
              </a:solidFill>
              <a:ln w="9525" cap="flat">
                <a:noFill/>
                <a:prstDash val="solid"/>
                <a:miter/>
              </a:ln>
            </p:spPr>
            <p:txBody>
              <a:bodyPr rtlCol="0" anchor="ctr"/>
              <a:lstStyle/>
              <a:p>
                <a:endParaRPr lang="fr-FR"/>
              </a:p>
            </p:txBody>
          </p:sp>
          <p:sp>
            <p:nvSpPr>
              <p:cNvPr id="23" name="Forme libre : forme 29">
                <a:extLst>
                  <a:ext uri="{FF2B5EF4-FFF2-40B4-BE49-F238E27FC236}">
                    <a16:creationId xmlns:a16="http://schemas.microsoft.com/office/drawing/2014/main" id="{339CA833-163D-C7B4-1BCC-5EE4E95E8BB8}"/>
                  </a:ext>
                </a:extLst>
              </p:cNvPr>
              <p:cNvSpPr/>
              <p:nvPr/>
            </p:nvSpPr>
            <p:spPr>
              <a:xfrm>
                <a:off x="5289604" y="3015710"/>
                <a:ext cx="136986" cy="380714"/>
              </a:xfrm>
              <a:custGeom>
                <a:avLst/>
                <a:gdLst>
                  <a:gd name="connsiteX0" fmla="*/ 134883 w 136986"/>
                  <a:gd name="connsiteY0" fmla="*/ 338804 h 380714"/>
                  <a:gd name="connsiteX1" fmla="*/ 136787 w 136986"/>
                  <a:gd name="connsiteY1" fmla="*/ 348329 h 380714"/>
                  <a:gd name="connsiteX2" fmla="*/ 132978 w 136986"/>
                  <a:gd name="connsiteY2" fmla="*/ 380714 h 380714"/>
                  <a:gd name="connsiteX3" fmla="*/ 11057 w 136986"/>
                  <a:gd name="connsiteY3" fmla="*/ 380714 h 380714"/>
                  <a:gd name="connsiteX4" fmla="*/ 18201 w 136986"/>
                  <a:gd name="connsiteY4" fmla="*/ 325755 h 380714"/>
                  <a:gd name="connsiteX5" fmla="*/ 52110 w 136986"/>
                  <a:gd name="connsiteY5" fmla="*/ 54102 h 380714"/>
                  <a:gd name="connsiteX6" fmla="*/ 10010 w 136986"/>
                  <a:gd name="connsiteY6" fmla="*/ 45815 h 380714"/>
                  <a:gd name="connsiteX7" fmla="*/ 2104 w 136986"/>
                  <a:gd name="connsiteY7" fmla="*/ 41339 h 380714"/>
                  <a:gd name="connsiteX8" fmla="*/ 199 w 136986"/>
                  <a:gd name="connsiteY8" fmla="*/ 32290 h 380714"/>
                  <a:gd name="connsiteX9" fmla="*/ 3914 w 136986"/>
                  <a:gd name="connsiteY9" fmla="*/ 0 h 380714"/>
                  <a:gd name="connsiteX10" fmla="*/ 125834 w 136986"/>
                  <a:gd name="connsiteY10" fmla="*/ 0 h 380714"/>
                  <a:gd name="connsiteX11" fmla="*/ 85257 w 136986"/>
                  <a:gd name="connsiteY11" fmla="*/ 325755 h 380714"/>
                  <a:gd name="connsiteX12" fmla="*/ 127358 w 136986"/>
                  <a:gd name="connsiteY12" fmla="*/ 334042 h 380714"/>
                  <a:gd name="connsiteX13" fmla="*/ 134883 w 136986"/>
                  <a:gd name="connsiteY13" fmla="*/ 338804 h 38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986" h="380714">
                    <a:moveTo>
                      <a:pt x="134883" y="338804"/>
                    </a:moveTo>
                    <a:cubicBezTo>
                      <a:pt x="136692" y="341662"/>
                      <a:pt x="137359" y="344996"/>
                      <a:pt x="136787" y="348329"/>
                    </a:cubicBezTo>
                    <a:lnTo>
                      <a:pt x="132978" y="380714"/>
                    </a:lnTo>
                    <a:lnTo>
                      <a:pt x="11057" y="380714"/>
                    </a:lnTo>
                    <a:lnTo>
                      <a:pt x="18201" y="325755"/>
                    </a:lnTo>
                    <a:lnTo>
                      <a:pt x="52110" y="54102"/>
                    </a:lnTo>
                    <a:lnTo>
                      <a:pt x="10010" y="45815"/>
                    </a:lnTo>
                    <a:cubicBezTo>
                      <a:pt x="6866" y="45529"/>
                      <a:pt x="4009" y="43910"/>
                      <a:pt x="2104" y="41339"/>
                    </a:cubicBezTo>
                    <a:cubicBezTo>
                      <a:pt x="294" y="38671"/>
                      <a:pt x="-372" y="35433"/>
                      <a:pt x="199" y="32290"/>
                    </a:cubicBezTo>
                    <a:lnTo>
                      <a:pt x="3914" y="0"/>
                    </a:lnTo>
                    <a:lnTo>
                      <a:pt x="125834" y="0"/>
                    </a:lnTo>
                    <a:lnTo>
                      <a:pt x="85257" y="325755"/>
                    </a:lnTo>
                    <a:lnTo>
                      <a:pt x="127358" y="334042"/>
                    </a:lnTo>
                    <a:cubicBezTo>
                      <a:pt x="130406" y="334423"/>
                      <a:pt x="133168" y="336233"/>
                      <a:pt x="134883" y="338804"/>
                    </a:cubicBezTo>
                    <a:close/>
                  </a:path>
                </a:pathLst>
              </a:custGeom>
              <a:solidFill>
                <a:srgbClr val="38D6D6"/>
              </a:solidFill>
              <a:ln w="9525" cap="flat">
                <a:noFill/>
                <a:prstDash val="solid"/>
                <a:miter/>
              </a:ln>
            </p:spPr>
            <p:txBody>
              <a:bodyPr rtlCol="0" anchor="ctr"/>
              <a:lstStyle/>
              <a:p>
                <a:endParaRPr lang="fr-FR"/>
              </a:p>
            </p:txBody>
          </p:sp>
          <p:sp>
            <p:nvSpPr>
              <p:cNvPr id="24" name="Forme libre : forme 30">
                <a:extLst>
                  <a:ext uri="{FF2B5EF4-FFF2-40B4-BE49-F238E27FC236}">
                    <a16:creationId xmlns:a16="http://schemas.microsoft.com/office/drawing/2014/main" id="{739298FB-8CAD-3AE9-B81E-0F135891708D}"/>
                  </a:ext>
                </a:extLst>
              </p:cNvPr>
              <p:cNvSpPr/>
              <p:nvPr/>
            </p:nvSpPr>
            <p:spPr>
              <a:xfrm>
                <a:off x="5467920" y="3010376"/>
                <a:ext cx="284607" cy="391766"/>
              </a:xfrm>
              <a:custGeom>
                <a:avLst/>
                <a:gdLst>
                  <a:gd name="connsiteX0" fmla="*/ 284607 w 284607"/>
                  <a:gd name="connsiteY0" fmla="*/ 18669 h 391766"/>
                  <a:gd name="connsiteX1" fmla="*/ 281654 w 284607"/>
                  <a:gd name="connsiteY1" fmla="*/ 45339 h 391766"/>
                  <a:gd name="connsiteX2" fmla="*/ 272606 w 284607"/>
                  <a:gd name="connsiteY2" fmla="*/ 116872 h 391766"/>
                  <a:gd name="connsiteX3" fmla="*/ 243269 w 284607"/>
                  <a:gd name="connsiteY3" fmla="*/ 116872 h 391766"/>
                  <a:gd name="connsiteX4" fmla="*/ 231172 w 284607"/>
                  <a:gd name="connsiteY4" fmla="*/ 106966 h 391766"/>
                  <a:gd name="connsiteX5" fmla="*/ 231172 w 284607"/>
                  <a:gd name="connsiteY5" fmla="*/ 106299 h 391766"/>
                  <a:gd name="connsiteX6" fmla="*/ 232696 w 284607"/>
                  <a:gd name="connsiteY6" fmla="*/ 56674 h 391766"/>
                  <a:gd name="connsiteX7" fmla="*/ 175546 w 284607"/>
                  <a:gd name="connsiteY7" fmla="*/ 49149 h 391766"/>
                  <a:gd name="connsiteX8" fmla="*/ 174784 w 284607"/>
                  <a:gd name="connsiteY8" fmla="*/ 49149 h 391766"/>
                  <a:gd name="connsiteX9" fmla="*/ 120587 w 284607"/>
                  <a:gd name="connsiteY9" fmla="*/ 64389 h 391766"/>
                  <a:gd name="connsiteX10" fmla="*/ 96488 w 284607"/>
                  <a:gd name="connsiteY10" fmla="*/ 98965 h 391766"/>
                  <a:gd name="connsiteX11" fmla="*/ 95822 w 284607"/>
                  <a:gd name="connsiteY11" fmla="*/ 108490 h 391766"/>
                  <a:gd name="connsiteX12" fmla="*/ 101822 w 284607"/>
                  <a:gd name="connsiteY12" fmla="*/ 128778 h 391766"/>
                  <a:gd name="connsiteX13" fmla="*/ 141637 w 284607"/>
                  <a:gd name="connsiteY13" fmla="*/ 155162 h 391766"/>
                  <a:gd name="connsiteX14" fmla="*/ 186785 w 284607"/>
                  <a:gd name="connsiteY14" fmla="*/ 170212 h 391766"/>
                  <a:gd name="connsiteX15" fmla="*/ 221456 w 284607"/>
                  <a:gd name="connsiteY15" fmla="*/ 183737 h 391766"/>
                  <a:gd name="connsiteX16" fmla="*/ 250793 w 284607"/>
                  <a:gd name="connsiteY16" fmla="*/ 202787 h 391766"/>
                  <a:gd name="connsiteX17" fmla="*/ 274130 w 284607"/>
                  <a:gd name="connsiteY17" fmla="*/ 256223 h 391766"/>
                  <a:gd name="connsiteX18" fmla="*/ 273368 w 284607"/>
                  <a:gd name="connsiteY18" fmla="*/ 269748 h 391766"/>
                  <a:gd name="connsiteX19" fmla="*/ 225171 w 284607"/>
                  <a:gd name="connsiteY19" fmla="*/ 357092 h 391766"/>
                  <a:gd name="connsiteX20" fmla="*/ 120396 w 284607"/>
                  <a:gd name="connsiteY20" fmla="*/ 391668 h 391766"/>
                  <a:gd name="connsiteX21" fmla="*/ 0 w 284607"/>
                  <a:gd name="connsiteY21" fmla="*/ 371380 h 391766"/>
                  <a:gd name="connsiteX22" fmla="*/ 12097 w 284607"/>
                  <a:gd name="connsiteY22" fmla="*/ 272034 h 391766"/>
                  <a:gd name="connsiteX23" fmla="*/ 38386 w 284607"/>
                  <a:gd name="connsiteY23" fmla="*/ 272034 h 391766"/>
                  <a:gd name="connsiteX24" fmla="*/ 48863 w 284607"/>
                  <a:gd name="connsiteY24" fmla="*/ 280416 h 391766"/>
                  <a:gd name="connsiteX25" fmla="*/ 48863 w 284607"/>
                  <a:gd name="connsiteY25" fmla="*/ 281083 h 391766"/>
                  <a:gd name="connsiteX26" fmla="*/ 47339 w 284607"/>
                  <a:gd name="connsiteY26" fmla="*/ 329279 h 391766"/>
                  <a:gd name="connsiteX27" fmla="*/ 122587 w 284607"/>
                  <a:gd name="connsiteY27" fmla="*/ 344329 h 391766"/>
                  <a:gd name="connsiteX28" fmla="*/ 183547 w 284607"/>
                  <a:gd name="connsiteY28" fmla="*/ 325279 h 391766"/>
                  <a:gd name="connsiteX29" fmla="*/ 207645 w 284607"/>
                  <a:gd name="connsiteY29" fmla="*/ 287179 h 391766"/>
                  <a:gd name="connsiteX30" fmla="*/ 208312 w 284607"/>
                  <a:gd name="connsiteY30" fmla="*/ 277654 h 391766"/>
                  <a:gd name="connsiteX31" fmla="*/ 203073 w 284607"/>
                  <a:gd name="connsiteY31" fmla="*/ 255842 h 391766"/>
                  <a:gd name="connsiteX32" fmla="*/ 182785 w 284607"/>
                  <a:gd name="connsiteY32" fmla="*/ 237839 h 391766"/>
                  <a:gd name="connsiteX33" fmla="*/ 152686 w 284607"/>
                  <a:gd name="connsiteY33" fmla="*/ 224980 h 391766"/>
                  <a:gd name="connsiteX34" fmla="*/ 86011 w 284607"/>
                  <a:gd name="connsiteY34" fmla="*/ 200978 h 391766"/>
                  <a:gd name="connsiteX35" fmla="*/ 53626 w 284607"/>
                  <a:gd name="connsiteY35" fmla="*/ 180594 h 391766"/>
                  <a:gd name="connsiteX36" fmla="*/ 31052 w 284607"/>
                  <a:gd name="connsiteY36" fmla="*/ 124968 h 391766"/>
                  <a:gd name="connsiteX37" fmla="*/ 76200 w 284607"/>
                  <a:gd name="connsiteY37" fmla="*/ 33147 h 391766"/>
                  <a:gd name="connsiteX38" fmla="*/ 187547 w 284607"/>
                  <a:gd name="connsiteY38" fmla="*/ 0 h 391766"/>
                  <a:gd name="connsiteX39" fmla="*/ 284512 w 284607"/>
                  <a:gd name="connsiteY39" fmla="*/ 18669 h 39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4607" h="391766">
                    <a:moveTo>
                      <a:pt x="284607" y="18669"/>
                    </a:moveTo>
                    <a:lnTo>
                      <a:pt x="281654" y="45339"/>
                    </a:lnTo>
                    <a:lnTo>
                      <a:pt x="272606" y="116872"/>
                    </a:lnTo>
                    <a:lnTo>
                      <a:pt x="243269" y="116872"/>
                    </a:lnTo>
                    <a:cubicBezTo>
                      <a:pt x="237173" y="117443"/>
                      <a:pt x="231839" y="112967"/>
                      <a:pt x="231172" y="106966"/>
                    </a:cubicBezTo>
                    <a:cubicBezTo>
                      <a:pt x="231172" y="106775"/>
                      <a:pt x="231172" y="106585"/>
                      <a:pt x="231172" y="106299"/>
                    </a:cubicBezTo>
                    <a:cubicBezTo>
                      <a:pt x="231172" y="94298"/>
                      <a:pt x="231743" y="77724"/>
                      <a:pt x="232696" y="56674"/>
                    </a:cubicBezTo>
                    <a:cubicBezTo>
                      <a:pt x="214027" y="51911"/>
                      <a:pt x="194786" y="49340"/>
                      <a:pt x="175546" y="49149"/>
                    </a:cubicBezTo>
                    <a:lnTo>
                      <a:pt x="174784" y="49149"/>
                    </a:lnTo>
                    <a:cubicBezTo>
                      <a:pt x="155543" y="48101"/>
                      <a:pt x="136493" y="53531"/>
                      <a:pt x="120587" y="64389"/>
                    </a:cubicBezTo>
                    <a:cubicBezTo>
                      <a:pt x="108014" y="71914"/>
                      <a:pt x="99251" y="84487"/>
                      <a:pt x="96488" y="98965"/>
                    </a:cubicBezTo>
                    <a:lnTo>
                      <a:pt x="95822" y="108490"/>
                    </a:lnTo>
                    <a:cubicBezTo>
                      <a:pt x="95536" y="115729"/>
                      <a:pt x="97631" y="122873"/>
                      <a:pt x="101822" y="128778"/>
                    </a:cubicBezTo>
                    <a:cubicBezTo>
                      <a:pt x="111919" y="141637"/>
                      <a:pt x="125921" y="150876"/>
                      <a:pt x="141637" y="155162"/>
                    </a:cubicBezTo>
                    <a:lnTo>
                      <a:pt x="186785" y="170212"/>
                    </a:lnTo>
                    <a:cubicBezTo>
                      <a:pt x="205835" y="177165"/>
                      <a:pt x="217456" y="181737"/>
                      <a:pt x="221456" y="183737"/>
                    </a:cubicBezTo>
                    <a:cubicBezTo>
                      <a:pt x="232220" y="188500"/>
                      <a:pt x="242030" y="194977"/>
                      <a:pt x="250793" y="202787"/>
                    </a:cubicBezTo>
                    <a:cubicBezTo>
                      <a:pt x="266224" y="216122"/>
                      <a:pt x="274796" y="235839"/>
                      <a:pt x="274130" y="256223"/>
                    </a:cubicBezTo>
                    <a:cubicBezTo>
                      <a:pt x="274130" y="260699"/>
                      <a:pt x="273939" y="265271"/>
                      <a:pt x="273368" y="269748"/>
                    </a:cubicBezTo>
                    <a:cubicBezTo>
                      <a:pt x="270034" y="304229"/>
                      <a:pt x="252603" y="335852"/>
                      <a:pt x="225171" y="357092"/>
                    </a:cubicBezTo>
                    <a:cubicBezTo>
                      <a:pt x="195453" y="380714"/>
                      <a:pt x="158306" y="393002"/>
                      <a:pt x="120396" y="391668"/>
                    </a:cubicBezTo>
                    <a:cubicBezTo>
                      <a:pt x="79343" y="392049"/>
                      <a:pt x="38672" y="385191"/>
                      <a:pt x="0" y="371380"/>
                    </a:cubicBezTo>
                    <a:lnTo>
                      <a:pt x="12097" y="272034"/>
                    </a:lnTo>
                    <a:lnTo>
                      <a:pt x="38386" y="272034"/>
                    </a:lnTo>
                    <a:cubicBezTo>
                      <a:pt x="43625" y="271463"/>
                      <a:pt x="48292" y="275177"/>
                      <a:pt x="48863" y="280416"/>
                    </a:cubicBezTo>
                    <a:cubicBezTo>
                      <a:pt x="48863" y="280607"/>
                      <a:pt x="48863" y="280797"/>
                      <a:pt x="48863" y="281083"/>
                    </a:cubicBezTo>
                    <a:cubicBezTo>
                      <a:pt x="48863" y="293084"/>
                      <a:pt x="48292" y="309658"/>
                      <a:pt x="47339" y="329279"/>
                    </a:cubicBezTo>
                    <a:cubicBezTo>
                      <a:pt x="70961" y="339852"/>
                      <a:pt x="96679" y="344996"/>
                      <a:pt x="122587" y="344329"/>
                    </a:cubicBezTo>
                    <a:cubicBezTo>
                      <a:pt x="144494" y="345281"/>
                      <a:pt x="166021" y="338519"/>
                      <a:pt x="183547" y="325279"/>
                    </a:cubicBezTo>
                    <a:cubicBezTo>
                      <a:pt x="196501" y="316421"/>
                      <a:pt x="205169" y="302609"/>
                      <a:pt x="207645" y="287179"/>
                    </a:cubicBezTo>
                    <a:cubicBezTo>
                      <a:pt x="208121" y="284036"/>
                      <a:pt x="208407" y="280797"/>
                      <a:pt x="208312" y="277654"/>
                    </a:cubicBezTo>
                    <a:cubicBezTo>
                      <a:pt x="208788" y="270034"/>
                      <a:pt x="206978" y="262414"/>
                      <a:pt x="203073" y="255842"/>
                    </a:cubicBezTo>
                    <a:cubicBezTo>
                      <a:pt x="198215" y="248031"/>
                      <a:pt x="191167" y="241745"/>
                      <a:pt x="182785" y="237839"/>
                    </a:cubicBezTo>
                    <a:cubicBezTo>
                      <a:pt x="173069" y="232886"/>
                      <a:pt x="162973" y="228600"/>
                      <a:pt x="152686" y="224980"/>
                    </a:cubicBezTo>
                    <a:cubicBezTo>
                      <a:pt x="116586" y="212979"/>
                      <a:pt x="94202" y="204978"/>
                      <a:pt x="86011" y="200978"/>
                    </a:cubicBezTo>
                    <a:cubicBezTo>
                      <a:pt x="74200" y="195929"/>
                      <a:pt x="63341" y="188976"/>
                      <a:pt x="53626" y="180594"/>
                    </a:cubicBezTo>
                    <a:cubicBezTo>
                      <a:pt x="38291" y="166306"/>
                      <a:pt x="30004" y="145923"/>
                      <a:pt x="31052" y="124968"/>
                    </a:cubicBezTo>
                    <a:cubicBezTo>
                      <a:pt x="29813" y="88773"/>
                      <a:pt x="46768" y="54293"/>
                      <a:pt x="76200" y="33147"/>
                    </a:cubicBezTo>
                    <a:cubicBezTo>
                      <a:pt x="103346" y="11049"/>
                      <a:pt x="140399" y="0"/>
                      <a:pt x="187547" y="0"/>
                    </a:cubicBezTo>
                    <a:cubicBezTo>
                      <a:pt x="220694" y="762"/>
                      <a:pt x="253460" y="7144"/>
                      <a:pt x="284512" y="18669"/>
                    </a:cubicBezTo>
                    <a:close/>
                  </a:path>
                </a:pathLst>
              </a:custGeom>
              <a:solidFill>
                <a:srgbClr val="38D6D6"/>
              </a:solidFill>
              <a:ln w="9525" cap="flat">
                <a:noFill/>
                <a:prstDash val="solid"/>
                <a:miter/>
              </a:ln>
            </p:spPr>
            <p:txBody>
              <a:bodyPr rtlCol="0" anchor="ctr"/>
              <a:lstStyle/>
              <a:p>
                <a:endParaRPr lang="fr-FR"/>
              </a:p>
            </p:txBody>
          </p:sp>
          <p:sp>
            <p:nvSpPr>
              <p:cNvPr id="25" name="Forme libre : forme 31">
                <a:extLst>
                  <a:ext uri="{FF2B5EF4-FFF2-40B4-BE49-F238E27FC236}">
                    <a16:creationId xmlns:a16="http://schemas.microsoft.com/office/drawing/2014/main" id="{89A4785B-DF95-C2EA-969F-CEE9E400034C}"/>
                  </a:ext>
                </a:extLst>
              </p:cNvPr>
              <p:cNvSpPr/>
              <p:nvPr/>
            </p:nvSpPr>
            <p:spPr>
              <a:xfrm>
                <a:off x="5788640" y="2891123"/>
                <a:ext cx="240302" cy="511111"/>
              </a:xfrm>
              <a:custGeom>
                <a:avLst/>
                <a:gdLst>
                  <a:gd name="connsiteX0" fmla="*/ 45421 w 240302"/>
                  <a:gd name="connsiteY0" fmla="*/ 485584 h 511111"/>
                  <a:gd name="connsiteX1" fmla="*/ 28181 w 240302"/>
                  <a:gd name="connsiteY1" fmla="*/ 432149 h 511111"/>
                  <a:gd name="connsiteX2" fmla="*/ 29705 w 240302"/>
                  <a:gd name="connsiteY2" fmla="*/ 413099 h 511111"/>
                  <a:gd name="connsiteX3" fmla="*/ 58280 w 240302"/>
                  <a:gd name="connsiteY3" fmla="*/ 179832 h 511111"/>
                  <a:gd name="connsiteX4" fmla="*/ 12084 w 240302"/>
                  <a:gd name="connsiteY4" fmla="*/ 179832 h 511111"/>
                  <a:gd name="connsiteX5" fmla="*/ 2559 w 240302"/>
                  <a:gd name="connsiteY5" fmla="*/ 176117 h 511111"/>
                  <a:gd name="connsiteX6" fmla="*/ 273 w 240302"/>
                  <a:gd name="connsiteY6" fmla="*/ 164783 h 511111"/>
                  <a:gd name="connsiteX7" fmla="*/ 3321 w 240302"/>
                  <a:gd name="connsiteY7" fmla="*/ 138494 h 511111"/>
                  <a:gd name="connsiteX8" fmla="*/ 66567 w 240302"/>
                  <a:gd name="connsiteY8" fmla="*/ 130207 h 511111"/>
                  <a:gd name="connsiteX9" fmla="*/ 96666 w 240302"/>
                  <a:gd name="connsiteY9" fmla="*/ 12763 h 511111"/>
                  <a:gd name="connsiteX10" fmla="*/ 102666 w 240302"/>
                  <a:gd name="connsiteY10" fmla="*/ 3810 h 511111"/>
                  <a:gd name="connsiteX11" fmla="*/ 113906 w 240302"/>
                  <a:gd name="connsiteY11" fmla="*/ 0 h 511111"/>
                  <a:gd name="connsiteX12" fmla="*/ 147815 w 240302"/>
                  <a:gd name="connsiteY12" fmla="*/ 0 h 511111"/>
                  <a:gd name="connsiteX13" fmla="*/ 131146 w 240302"/>
                  <a:gd name="connsiteY13" fmla="*/ 131921 h 511111"/>
                  <a:gd name="connsiteX14" fmla="*/ 240303 w 240302"/>
                  <a:gd name="connsiteY14" fmla="*/ 131921 h 511111"/>
                  <a:gd name="connsiteX15" fmla="*/ 234207 w 240302"/>
                  <a:gd name="connsiteY15" fmla="*/ 179546 h 511111"/>
                  <a:gd name="connsiteX16" fmla="*/ 124955 w 240302"/>
                  <a:gd name="connsiteY16" fmla="*/ 179546 h 511111"/>
                  <a:gd name="connsiteX17" fmla="*/ 97047 w 240302"/>
                  <a:gd name="connsiteY17" fmla="*/ 408146 h 511111"/>
                  <a:gd name="connsiteX18" fmla="*/ 96380 w 240302"/>
                  <a:gd name="connsiteY18" fmla="*/ 417671 h 511111"/>
                  <a:gd name="connsiteX19" fmla="*/ 104572 w 240302"/>
                  <a:gd name="connsiteY19" fmla="*/ 444056 h 511111"/>
                  <a:gd name="connsiteX20" fmla="*/ 133147 w 240302"/>
                  <a:gd name="connsiteY20" fmla="*/ 455295 h 511111"/>
                  <a:gd name="connsiteX21" fmla="*/ 151149 w 240302"/>
                  <a:gd name="connsiteY21" fmla="*/ 452342 h 511111"/>
                  <a:gd name="connsiteX22" fmla="*/ 165436 w 240302"/>
                  <a:gd name="connsiteY22" fmla="*/ 446342 h 511111"/>
                  <a:gd name="connsiteX23" fmla="*/ 176009 w 240302"/>
                  <a:gd name="connsiteY23" fmla="*/ 440246 h 511111"/>
                  <a:gd name="connsiteX24" fmla="*/ 183534 w 240302"/>
                  <a:gd name="connsiteY24" fmla="*/ 437293 h 511111"/>
                  <a:gd name="connsiteX25" fmla="*/ 191820 w 240302"/>
                  <a:gd name="connsiteY25" fmla="*/ 444056 h 511111"/>
                  <a:gd name="connsiteX26" fmla="*/ 207346 w 240302"/>
                  <a:gd name="connsiteY26" fmla="*/ 476536 h 511111"/>
                  <a:gd name="connsiteX27" fmla="*/ 162198 w 240302"/>
                  <a:gd name="connsiteY27" fmla="*/ 502063 h 511111"/>
                  <a:gd name="connsiteX28" fmla="*/ 111049 w 240302"/>
                  <a:gd name="connsiteY28" fmla="*/ 511112 h 511111"/>
                  <a:gd name="connsiteX29" fmla="*/ 45421 w 240302"/>
                  <a:gd name="connsiteY29" fmla="*/ 485584 h 511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0302" h="511111">
                    <a:moveTo>
                      <a:pt x="45421" y="485584"/>
                    </a:moveTo>
                    <a:cubicBezTo>
                      <a:pt x="33229" y="470535"/>
                      <a:pt x="27038" y="451485"/>
                      <a:pt x="28181" y="432149"/>
                    </a:cubicBezTo>
                    <a:cubicBezTo>
                      <a:pt x="28181" y="428625"/>
                      <a:pt x="28181" y="422624"/>
                      <a:pt x="29705" y="413099"/>
                    </a:cubicBezTo>
                    <a:lnTo>
                      <a:pt x="58280" y="179832"/>
                    </a:lnTo>
                    <a:lnTo>
                      <a:pt x="12084" y="179832"/>
                    </a:lnTo>
                    <a:cubicBezTo>
                      <a:pt x="8560" y="179832"/>
                      <a:pt x="5130" y="178594"/>
                      <a:pt x="2559" y="176117"/>
                    </a:cubicBezTo>
                    <a:cubicBezTo>
                      <a:pt x="368" y="172784"/>
                      <a:pt x="-489" y="168688"/>
                      <a:pt x="273" y="164783"/>
                    </a:cubicBezTo>
                    <a:lnTo>
                      <a:pt x="3321" y="138494"/>
                    </a:lnTo>
                    <a:lnTo>
                      <a:pt x="66567" y="130207"/>
                    </a:lnTo>
                    <a:lnTo>
                      <a:pt x="96666" y="12763"/>
                    </a:lnTo>
                    <a:cubicBezTo>
                      <a:pt x="97333" y="9049"/>
                      <a:pt x="99523" y="5810"/>
                      <a:pt x="102666" y="3810"/>
                    </a:cubicBezTo>
                    <a:cubicBezTo>
                      <a:pt x="105905" y="1334"/>
                      <a:pt x="109810" y="0"/>
                      <a:pt x="113906" y="0"/>
                    </a:cubicBezTo>
                    <a:lnTo>
                      <a:pt x="147815" y="0"/>
                    </a:lnTo>
                    <a:lnTo>
                      <a:pt x="131146" y="131921"/>
                    </a:lnTo>
                    <a:lnTo>
                      <a:pt x="240303" y="131921"/>
                    </a:lnTo>
                    <a:lnTo>
                      <a:pt x="234207" y="179546"/>
                    </a:lnTo>
                    <a:lnTo>
                      <a:pt x="124955" y="179546"/>
                    </a:lnTo>
                    <a:lnTo>
                      <a:pt x="97047" y="408146"/>
                    </a:lnTo>
                    <a:cubicBezTo>
                      <a:pt x="96571" y="411290"/>
                      <a:pt x="96285" y="414528"/>
                      <a:pt x="96380" y="417671"/>
                    </a:cubicBezTo>
                    <a:cubicBezTo>
                      <a:pt x="95809" y="427196"/>
                      <a:pt x="98761" y="436531"/>
                      <a:pt x="104572" y="444056"/>
                    </a:cubicBezTo>
                    <a:cubicBezTo>
                      <a:pt x="112001" y="451771"/>
                      <a:pt x="122478" y="455867"/>
                      <a:pt x="133147" y="455295"/>
                    </a:cubicBezTo>
                    <a:cubicBezTo>
                      <a:pt x="139243" y="455105"/>
                      <a:pt x="145339" y="454152"/>
                      <a:pt x="151149" y="452342"/>
                    </a:cubicBezTo>
                    <a:cubicBezTo>
                      <a:pt x="156197" y="451009"/>
                      <a:pt x="160960" y="449008"/>
                      <a:pt x="165436" y="446342"/>
                    </a:cubicBezTo>
                    <a:lnTo>
                      <a:pt x="176009" y="440246"/>
                    </a:lnTo>
                    <a:cubicBezTo>
                      <a:pt x="178295" y="438817"/>
                      <a:pt x="180867" y="437864"/>
                      <a:pt x="183534" y="437293"/>
                    </a:cubicBezTo>
                    <a:cubicBezTo>
                      <a:pt x="187058" y="437293"/>
                      <a:pt x="189820" y="439579"/>
                      <a:pt x="191820" y="444056"/>
                    </a:cubicBezTo>
                    <a:lnTo>
                      <a:pt x="207346" y="476536"/>
                    </a:lnTo>
                    <a:cubicBezTo>
                      <a:pt x="193916" y="487680"/>
                      <a:pt x="178676" y="496348"/>
                      <a:pt x="162198" y="502063"/>
                    </a:cubicBezTo>
                    <a:cubicBezTo>
                      <a:pt x="145815" y="507968"/>
                      <a:pt x="128479" y="511112"/>
                      <a:pt x="111049" y="511112"/>
                    </a:cubicBezTo>
                    <a:cubicBezTo>
                      <a:pt x="81616" y="511112"/>
                      <a:pt x="59804" y="502634"/>
                      <a:pt x="45421" y="485584"/>
                    </a:cubicBezTo>
                    <a:close/>
                  </a:path>
                </a:pathLst>
              </a:custGeom>
              <a:solidFill>
                <a:srgbClr val="38D6D6"/>
              </a:solidFill>
              <a:ln w="9525" cap="flat">
                <a:noFill/>
                <a:prstDash val="solid"/>
                <a:miter/>
              </a:ln>
            </p:spPr>
            <p:txBody>
              <a:bodyPr rtlCol="0" anchor="ctr"/>
              <a:lstStyle/>
              <a:p>
                <a:endParaRPr lang="fr-FR"/>
              </a:p>
            </p:txBody>
          </p:sp>
          <p:sp>
            <p:nvSpPr>
              <p:cNvPr id="26" name="Forme libre : forme 32">
                <a:extLst>
                  <a:ext uri="{FF2B5EF4-FFF2-40B4-BE49-F238E27FC236}">
                    <a16:creationId xmlns:a16="http://schemas.microsoft.com/office/drawing/2014/main" id="{EA67EB6C-2D02-AB53-14C7-C085AA73673A}"/>
                  </a:ext>
                </a:extLst>
              </p:cNvPr>
              <p:cNvSpPr/>
              <p:nvPr/>
            </p:nvSpPr>
            <p:spPr>
              <a:xfrm>
                <a:off x="6036182" y="3009376"/>
                <a:ext cx="368050" cy="392142"/>
              </a:xfrm>
              <a:custGeom>
                <a:avLst/>
                <a:gdLst>
                  <a:gd name="connsiteX0" fmla="*/ 282226 w 368050"/>
                  <a:gd name="connsiteY0" fmla="*/ 13668 h 392142"/>
                  <a:gd name="connsiteX1" fmla="*/ 334899 w 368050"/>
                  <a:gd name="connsiteY1" fmla="*/ 52720 h 392142"/>
                  <a:gd name="connsiteX2" fmla="*/ 363474 w 368050"/>
                  <a:gd name="connsiteY2" fmla="*/ 115204 h 392142"/>
                  <a:gd name="connsiteX3" fmla="*/ 368046 w 368050"/>
                  <a:gd name="connsiteY3" fmla="*/ 159591 h 392142"/>
                  <a:gd name="connsiteX4" fmla="*/ 365760 w 368050"/>
                  <a:gd name="connsiteY4" fmla="*/ 195690 h 392142"/>
                  <a:gd name="connsiteX5" fmla="*/ 343186 w 368050"/>
                  <a:gd name="connsiteY5" fmla="*/ 277034 h 392142"/>
                  <a:gd name="connsiteX6" fmla="*/ 299561 w 368050"/>
                  <a:gd name="connsiteY6" fmla="*/ 338661 h 392142"/>
                  <a:gd name="connsiteX7" fmla="*/ 237839 w 368050"/>
                  <a:gd name="connsiteY7" fmla="*/ 378570 h 392142"/>
                  <a:gd name="connsiteX8" fmla="*/ 160306 w 368050"/>
                  <a:gd name="connsiteY8" fmla="*/ 392096 h 392142"/>
                  <a:gd name="connsiteX9" fmla="*/ 86582 w 368050"/>
                  <a:gd name="connsiteY9" fmla="*/ 378570 h 392142"/>
                  <a:gd name="connsiteX10" fmla="*/ 34671 w 368050"/>
                  <a:gd name="connsiteY10" fmla="*/ 338661 h 392142"/>
                  <a:gd name="connsiteX11" fmla="*/ 5334 w 368050"/>
                  <a:gd name="connsiteY11" fmla="*/ 277034 h 392142"/>
                  <a:gd name="connsiteX12" fmla="*/ 0 w 368050"/>
                  <a:gd name="connsiteY12" fmla="*/ 228837 h 392142"/>
                  <a:gd name="connsiteX13" fmla="*/ 2286 w 368050"/>
                  <a:gd name="connsiteY13" fmla="*/ 195690 h 392142"/>
                  <a:gd name="connsiteX14" fmla="*/ 25622 w 368050"/>
                  <a:gd name="connsiteY14" fmla="*/ 115204 h 392142"/>
                  <a:gd name="connsiteX15" fmla="*/ 69247 w 368050"/>
                  <a:gd name="connsiteY15" fmla="*/ 52720 h 392142"/>
                  <a:gd name="connsiteX16" fmla="*/ 131731 w 368050"/>
                  <a:gd name="connsiteY16" fmla="*/ 13668 h 392142"/>
                  <a:gd name="connsiteX17" fmla="*/ 208502 w 368050"/>
                  <a:gd name="connsiteY17" fmla="*/ 47 h 392142"/>
                  <a:gd name="connsiteX18" fmla="*/ 282226 w 368050"/>
                  <a:gd name="connsiteY18" fmla="*/ 13668 h 392142"/>
                  <a:gd name="connsiteX19" fmla="*/ 255842 w 368050"/>
                  <a:gd name="connsiteY19" fmla="*/ 301799 h 392142"/>
                  <a:gd name="connsiteX20" fmla="*/ 296513 w 368050"/>
                  <a:gd name="connsiteY20" fmla="*/ 196452 h 392142"/>
                  <a:gd name="connsiteX21" fmla="*/ 298799 w 368050"/>
                  <a:gd name="connsiteY21" fmla="*/ 161115 h 392142"/>
                  <a:gd name="connsiteX22" fmla="*/ 282226 w 368050"/>
                  <a:gd name="connsiteY22" fmla="*/ 90344 h 392142"/>
                  <a:gd name="connsiteX23" fmla="*/ 202501 w 368050"/>
                  <a:gd name="connsiteY23" fmla="*/ 52244 h 392142"/>
                  <a:gd name="connsiteX24" fmla="*/ 151257 w 368050"/>
                  <a:gd name="connsiteY24" fmla="*/ 61769 h 392142"/>
                  <a:gd name="connsiteX25" fmla="*/ 113157 w 368050"/>
                  <a:gd name="connsiteY25" fmla="*/ 90344 h 392142"/>
                  <a:gd name="connsiteX26" fmla="*/ 86868 w 368050"/>
                  <a:gd name="connsiteY26" fmla="*/ 135492 h 392142"/>
                  <a:gd name="connsiteX27" fmla="*/ 71818 w 368050"/>
                  <a:gd name="connsiteY27" fmla="*/ 196452 h 392142"/>
                  <a:gd name="connsiteX28" fmla="*/ 69533 w 368050"/>
                  <a:gd name="connsiteY28" fmla="*/ 226551 h 392142"/>
                  <a:gd name="connsiteX29" fmla="*/ 71818 w 368050"/>
                  <a:gd name="connsiteY29" fmla="*/ 257412 h 392142"/>
                  <a:gd name="connsiteX30" fmla="*/ 86868 w 368050"/>
                  <a:gd name="connsiteY30" fmla="*/ 301799 h 392142"/>
                  <a:gd name="connsiteX31" fmla="*/ 119253 w 368050"/>
                  <a:gd name="connsiteY31" fmla="*/ 329707 h 392142"/>
                  <a:gd name="connsiteX32" fmla="*/ 166878 w 368050"/>
                  <a:gd name="connsiteY32" fmla="*/ 339232 h 392142"/>
                  <a:gd name="connsiteX33" fmla="*/ 255842 w 368050"/>
                  <a:gd name="connsiteY33" fmla="*/ 301799 h 39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68050" h="392142">
                    <a:moveTo>
                      <a:pt x="282226" y="13668"/>
                    </a:moveTo>
                    <a:cubicBezTo>
                      <a:pt x="302800" y="22050"/>
                      <a:pt x="320897" y="35480"/>
                      <a:pt x="334899" y="52720"/>
                    </a:cubicBezTo>
                    <a:cubicBezTo>
                      <a:pt x="349187" y="71008"/>
                      <a:pt x="358997" y="92439"/>
                      <a:pt x="363474" y="115204"/>
                    </a:cubicBezTo>
                    <a:cubicBezTo>
                      <a:pt x="366617" y="129777"/>
                      <a:pt x="368141" y="144636"/>
                      <a:pt x="368046" y="159591"/>
                    </a:cubicBezTo>
                    <a:cubicBezTo>
                      <a:pt x="368046" y="171687"/>
                      <a:pt x="367189" y="183689"/>
                      <a:pt x="365760" y="195690"/>
                    </a:cubicBezTo>
                    <a:cubicBezTo>
                      <a:pt x="362331" y="223789"/>
                      <a:pt x="354711" y="251221"/>
                      <a:pt x="343186" y="277034"/>
                    </a:cubicBezTo>
                    <a:cubicBezTo>
                      <a:pt x="332708" y="300180"/>
                      <a:pt x="317945" y="321135"/>
                      <a:pt x="299561" y="338661"/>
                    </a:cubicBezTo>
                    <a:cubicBezTo>
                      <a:pt x="282035" y="356091"/>
                      <a:pt x="260985" y="369712"/>
                      <a:pt x="237839" y="378570"/>
                    </a:cubicBezTo>
                    <a:cubicBezTo>
                      <a:pt x="213074" y="387905"/>
                      <a:pt x="186785" y="392477"/>
                      <a:pt x="160306" y="392096"/>
                    </a:cubicBezTo>
                    <a:cubicBezTo>
                      <a:pt x="135064" y="392667"/>
                      <a:pt x="110014" y="388000"/>
                      <a:pt x="86582" y="378570"/>
                    </a:cubicBezTo>
                    <a:cubicBezTo>
                      <a:pt x="66294" y="369712"/>
                      <a:pt x="48387" y="355996"/>
                      <a:pt x="34671" y="338661"/>
                    </a:cubicBezTo>
                    <a:cubicBezTo>
                      <a:pt x="20288" y="320658"/>
                      <a:pt x="10287" y="299513"/>
                      <a:pt x="5334" y="277034"/>
                    </a:cubicBezTo>
                    <a:cubicBezTo>
                      <a:pt x="2000" y="261222"/>
                      <a:pt x="191" y="245030"/>
                      <a:pt x="0" y="228837"/>
                    </a:cubicBezTo>
                    <a:cubicBezTo>
                      <a:pt x="0" y="217788"/>
                      <a:pt x="762" y="206644"/>
                      <a:pt x="2286" y="195690"/>
                    </a:cubicBezTo>
                    <a:cubicBezTo>
                      <a:pt x="5810" y="167782"/>
                      <a:pt x="13621" y="140636"/>
                      <a:pt x="25622" y="115204"/>
                    </a:cubicBezTo>
                    <a:cubicBezTo>
                      <a:pt x="36004" y="91773"/>
                      <a:pt x="50863" y="70532"/>
                      <a:pt x="69247" y="52720"/>
                    </a:cubicBezTo>
                    <a:cubicBezTo>
                      <a:pt x="87439" y="35861"/>
                      <a:pt x="108585" y="22621"/>
                      <a:pt x="131731" y="13668"/>
                    </a:cubicBezTo>
                    <a:cubicBezTo>
                      <a:pt x="156305" y="4428"/>
                      <a:pt x="182309" y="-239"/>
                      <a:pt x="208502" y="47"/>
                    </a:cubicBezTo>
                    <a:cubicBezTo>
                      <a:pt x="233743" y="-525"/>
                      <a:pt x="258794" y="4143"/>
                      <a:pt x="282226" y="13668"/>
                    </a:cubicBezTo>
                    <a:close/>
                    <a:moveTo>
                      <a:pt x="255842" y="301799"/>
                    </a:moveTo>
                    <a:cubicBezTo>
                      <a:pt x="277939" y="276367"/>
                      <a:pt x="291465" y="241315"/>
                      <a:pt x="296513" y="196452"/>
                    </a:cubicBezTo>
                    <a:cubicBezTo>
                      <a:pt x="297942" y="184737"/>
                      <a:pt x="298704" y="172926"/>
                      <a:pt x="298799" y="161115"/>
                    </a:cubicBezTo>
                    <a:cubicBezTo>
                      <a:pt x="299752" y="136445"/>
                      <a:pt x="294037" y="111966"/>
                      <a:pt x="282226" y="90344"/>
                    </a:cubicBezTo>
                    <a:cubicBezTo>
                      <a:pt x="266700" y="64817"/>
                      <a:pt x="240030" y="52244"/>
                      <a:pt x="202501" y="52244"/>
                    </a:cubicBezTo>
                    <a:cubicBezTo>
                      <a:pt x="184975" y="51768"/>
                      <a:pt x="167450" y="55006"/>
                      <a:pt x="151257" y="61769"/>
                    </a:cubicBezTo>
                    <a:cubicBezTo>
                      <a:pt x="136779" y="68627"/>
                      <a:pt x="123825" y="78342"/>
                      <a:pt x="113157" y="90344"/>
                    </a:cubicBezTo>
                    <a:cubicBezTo>
                      <a:pt x="101441" y="103488"/>
                      <a:pt x="92488" y="118824"/>
                      <a:pt x="86868" y="135492"/>
                    </a:cubicBezTo>
                    <a:cubicBezTo>
                      <a:pt x="79629" y="155209"/>
                      <a:pt x="74581" y="175688"/>
                      <a:pt x="71818" y="196452"/>
                    </a:cubicBezTo>
                    <a:cubicBezTo>
                      <a:pt x="70295" y="206454"/>
                      <a:pt x="69533" y="216455"/>
                      <a:pt x="69533" y="226551"/>
                    </a:cubicBezTo>
                    <a:cubicBezTo>
                      <a:pt x="69533" y="236838"/>
                      <a:pt x="70295" y="247221"/>
                      <a:pt x="71818" y="257412"/>
                    </a:cubicBezTo>
                    <a:cubicBezTo>
                      <a:pt x="73342" y="273129"/>
                      <a:pt x="78486" y="288369"/>
                      <a:pt x="86868" y="301799"/>
                    </a:cubicBezTo>
                    <a:cubicBezTo>
                      <a:pt x="94869" y="313896"/>
                      <a:pt x="106108" y="323516"/>
                      <a:pt x="119253" y="329707"/>
                    </a:cubicBezTo>
                    <a:cubicBezTo>
                      <a:pt x="134207" y="336470"/>
                      <a:pt x="150495" y="339708"/>
                      <a:pt x="166878" y="339232"/>
                    </a:cubicBezTo>
                    <a:cubicBezTo>
                      <a:pt x="200692" y="341042"/>
                      <a:pt x="233458" y="327231"/>
                      <a:pt x="255842" y="301799"/>
                    </a:cubicBezTo>
                    <a:close/>
                  </a:path>
                </a:pathLst>
              </a:custGeom>
              <a:solidFill>
                <a:srgbClr val="38D6D6"/>
              </a:solidFill>
              <a:ln w="9525" cap="flat">
                <a:noFill/>
                <a:prstDash val="solid"/>
                <a:miter/>
              </a:ln>
            </p:spPr>
            <p:txBody>
              <a:bodyPr rtlCol="0" anchor="ctr"/>
              <a:lstStyle/>
              <a:p>
                <a:endParaRPr lang="fr-FR"/>
              </a:p>
            </p:txBody>
          </p:sp>
          <p:sp>
            <p:nvSpPr>
              <p:cNvPr id="27" name="Forme libre : forme 33">
                <a:extLst>
                  <a:ext uri="{FF2B5EF4-FFF2-40B4-BE49-F238E27FC236}">
                    <a16:creationId xmlns:a16="http://schemas.microsoft.com/office/drawing/2014/main" id="{FC20DF02-0AB7-5FCF-BB8B-4D6866748B08}"/>
                  </a:ext>
                </a:extLst>
              </p:cNvPr>
              <p:cNvSpPr/>
              <p:nvPr/>
            </p:nvSpPr>
            <p:spPr>
              <a:xfrm>
                <a:off x="6438605" y="3015710"/>
                <a:ext cx="137367" cy="380714"/>
              </a:xfrm>
              <a:custGeom>
                <a:avLst/>
                <a:gdLst>
                  <a:gd name="connsiteX0" fmla="*/ 135264 w 137367"/>
                  <a:gd name="connsiteY0" fmla="*/ 338804 h 380714"/>
                  <a:gd name="connsiteX1" fmla="*/ 137168 w 137367"/>
                  <a:gd name="connsiteY1" fmla="*/ 348329 h 380714"/>
                  <a:gd name="connsiteX2" fmla="*/ 133359 w 137367"/>
                  <a:gd name="connsiteY2" fmla="*/ 380714 h 380714"/>
                  <a:gd name="connsiteX3" fmla="*/ 11439 w 137367"/>
                  <a:gd name="connsiteY3" fmla="*/ 380714 h 380714"/>
                  <a:gd name="connsiteX4" fmla="*/ 18201 w 137367"/>
                  <a:gd name="connsiteY4" fmla="*/ 325755 h 380714"/>
                  <a:gd name="connsiteX5" fmla="*/ 52110 w 137367"/>
                  <a:gd name="connsiteY5" fmla="*/ 54102 h 380714"/>
                  <a:gd name="connsiteX6" fmla="*/ 10010 w 137367"/>
                  <a:gd name="connsiteY6" fmla="*/ 45815 h 380714"/>
                  <a:gd name="connsiteX7" fmla="*/ 2104 w 137367"/>
                  <a:gd name="connsiteY7" fmla="*/ 41339 h 380714"/>
                  <a:gd name="connsiteX8" fmla="*/ 199 w 137367"/>
                  <a:gd name="connsiteY8" fmla="*/ 32290 h 380714"/>
                  <a:gd name="connsiteX9" fmla="*/ 3914 w 137367"/>
                  <a:gd name="connsiteY9" fmla="*/ 0 h 380714"/>
                  <a:gd name="connsiteX10" fmla="*/ 125834 w 137367"/>
                  <a:gd name="connsiteY10" fmla="*/ 0 h 380714"/>
                  <a:gd name="connsiteX11" fmla="*/ 85257 w 137367"/>
                  <a:gd name="connsiteY11" fmla="*/ 325755 h 380714"/>
                  <a:gd name="connsiteX12" fmla="*/ 127358 w 137367"/>
                  <a:gd name="connsiteY12" fmla="*/ 334042 h 380714"/>
                  <a:gd name="connsiteX13" fmla="*/ 135264 w 137367"/>
                  <a:gd name="connsiteY13" fmla="*/ 338804 h 38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367" h="380714">
                    <a:moveTo>
                      <a:pt x="135264" y="338804"/>
                    </a:moveTo>
                    <a:cubicBezTo>
                      <a:pt x="137073" y="341662"/>
                      <a:pt x="137740" y="344996"/>
                      <a:pt x="137168" y="348329"/>
                    </a:cubicBezTo>
                    <a:lnTo>
                      <a:pt x="133359" y="380714"/>
                    </a:lnTo>
                    <a:lnTo>
                      <a:pt x="11439" y="380714"/>
                    </a:lnTo>
                    <a:lnTo>
                      <a:pt x="18201" y="325755"/>
                    </a:lnTo>
                    <a:lnTo>
                      <a:pt x="52110" y="54102"/>
                    </a:lnTo>
                    <a:lnTo>
                      <a:pt x="10010" y="45815"/>
                    </a:lnTo>
                    <a:cubicBezTo>
                      <a:pt x="6867" y="45529"/>
                      <a:pt x="4009" y="43910"/>
                      <a:pt x="2104" y="41339"/>
                    </a:cubicBezTo>
                    <a:cubicBezTo>
                      <a:pt x="294" y="38671"/>
                      <a:pt x="-373" y="35433"/>
                      <a:pt x="199" y="32290"/>
                    </a:cubicBezTo>
                    <a:lnTo>
                      <a:pt x="3914" y="0"/>
                    </a:lnTo>
                    <a:lnTo>
                      <a:pt x="125834" y="0"/>
                    </a:lnTo>
                    <a:lnTo>
                      <a:pt x="85257" y="325755"/>
                    </a:lnTo>
                    <a:lnTo>
                      <a:pt x="127358" y="334042"/>
                    </a:lnTo>
                    <a:cubicBezTo>
                      <a:pt x="130596" y="334328"/>
                      <a:pt x="133454" y="336137"/>
                      <a:pt x="135264" y="338804"/>
                    </a:cubicBezTo>
                    <a:close/>
                  </a:path>
                </a:pathLst>
              </a:custGeom>
              <a:solidFill>
                <a:srgbClr val="38D6D6"/>
              </a:solidFill>
              <a:ln w="9525" cap="flat">
                <a:noFill/>
                <a:prstDash val="solid"/>
                <a:miter/>
              </a:ln>
            </p:spPr>
            <p:txBody>
              <a:bodyPr rtlCol="0" anchor="ctr"/>
              <a:lstStyle/>
              <a:p>
                <a:endParaRPr lang="fr-FR"/>
              </a:p>
            </p:txBody>
          </p:sp>
          <p:sp>
            <p:nvSpPr>
              <p:cNvPr id="28" name="Forme libre : forme 34">
                <a:extLst>
                  <a:ext uri="{FF2B5EF4-FFF2-40B4-BE49-F238E27FC236}">
                    <a16:creationId xmlns:a16="http://schemas.microsoft.com/office/drawing/2014/main" id="{D3DB6CB1-8811-80BD-A1BB-A11164B4E975}"/>
                  </a:ext>
                </a:extLst>
              </p:cNvPr>
              <p:cNvSpPr/>
              <p:nvPr/>
            </p:nvSpPr>
            <p:spPr>
              <a:xfrm>
                <a:off x="6624680" y="3008596"/>
                <a:ext cx="289707" cy="387637"/>
              </a:xfrm>
              <a:custGeom>
                <a:avLst/>
                <a:gdLst>
                  <a:gd name="connsiteX0" fmla="*/ 111304 w 289707"/>
                  <a:gd name="connsiteY0" fmla="*/ 10638 h 387637"/>
                  <a:gd name="connsiteX1" fmla="*/ 115114 w 289707"/>
                  <a:gd name="connsiteY1" fmla="*/ 24925 h 387637"/>
                  <a:gd name="connsiteX2" fmla="*/ 112828 w 289707"/>
                  <a:gd name="connsiteY2" fmla="*/ 84361 h 387637"/>
                  <a:gd name="connsiteX3" fmla="*/ 239225 w 289707"/>
                  <a:gd name="connsiteY3" fmla="*/ 65 h 387637"/>
                  <a:gd name="connsiteX4" fmla="*/ 289707 w 289707"/>
                  <a:gd name="connsiteY4" fmla="*/ 12924 h 387637"/>
                  <a:gd name="connsiteX5" fmla="*/ 274658 w 289707"/>
                  <a:gd name="connsiteY5" fmla="*/ 63311 h 387637"/>
                  <a:gd name="connsiteX6" fmla="*/ 264085 w 289707"/>
                  <a:gd name="connsiteY6" fmla="*/ 72836 h 387637"/>
                  <a:gd name="connsiteX7" fmla="*/ 245988 w 289707"/>
                  <a:gd name="connsiteY7" fmla="*/ 69026 h 387637"/>
                  <a:gd name="connsiteX8" fmla="*/ 215889 w 289707"/>
                  <a:gd name="connsiteY8" fmla="*/ 65311 h 387637"/>
                  <a:gd name="connsiteX9" fmla="*/ 108351 w 289707"/>
                  <a:gd name="connsiteY9" fmla="*/ 145035 h 387637"/>
                  <a:gd name="connsiteX10" fmla="*/ 79014 w 289707"/>
                  <a:gd name="connsiteY10" fmla="*/ 387637 h 387637"/>
                  <a:gd name="connsiteX11" fmla="*/ 12339 w 289707"/>
                  <a:gd name="connsiteY11" fmla="*/ 387637 h 387637"/>
                  <a:gd name="connsiteX12" fmla="*/ 52154 w 289707"/>
                  <a:gd name="connsiteY12" fmla="*/ 61787 h 387637"/>
                  <a:gd name="connsiteX13" fmla="*/ 23579 w 289707"/>
                  <a:gd name="connsiteY13" fmla="*/ 55786 h 387637"/>
                  <a:gd name="connsiteX14" fmla="*/ 9482 w 289707"/>
                  <a:gd name="connsiteY14" fmla="*/ 52738 h 387637"/>
                  <a:gd name="connsiteX15" fmla="*/ 52 w 289707"/>
                  <a:gd name="connsiteY15" fmla="*/ 41118 h 387637"/>
                  <a:gd name="connsiteX16" fmla="*/ 433 w 289707"/>
                  <a:gd name="connsiteY16" fmla="*/ 39213 h 387637"/>
                  <a:gd name="connsiteX17" fmla="*/ 4243 w 289707"/>
                  <a:gd name="connsiteY17" fmla="*/ 6923 h 387637"/>
                  <a:gd name="connsiteX18" fmla="*/ 96731 w 289707"/>
                  <a:gd name="connsiteY18" fmla="*/ 6923 h 387637"/>
                  <a:gd name="connsiteX19" fmla="*/ 111304 w 289707"/>
                  <a:gd name="connsiteY19" fmla="*/ 10638 h 387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9707" h="387637">
                    <a:moveTo>
                      <a:pt x="111304" y="10638"/>
                    </a:moveTo>
                    <a:cubicBezTo>
                      <a:pt x="114352" y="14733"/>
                      <a:pt x="115686" y="19877"/>
                      <a:pt x="115114" y="24925"/>
                    </a:cubicBezTo>
                    <a:lnTo>
                      <a:pt x="112828" y="84361"/>
                    </a:lnTo>
                    <a:cubicBezTo>
                      <a:pt x="147499" y="28164"/>
                      <a:pt x="189600" y="65"/>
                      <a:pt x="239225" y="65"/>
                    </a:cubicBezTo>
                    <a:cubicBezTo>
                      <a:pt x="256941" y="-602"/>
                      <a:pt x="274468" y="3875"/>
                      <a:pt x="289707" y="12924"/>
                    </a:cubicBezTo>
                    <a:lnTo>
                      <a:pt x="274658" y="63311"/>
                    </a:lnTo>
                    <a:cubicBezTo>
                      <a:pt x="272086" y="69883"/>
                      <a:pt x="268657" y="72836"/>
                      <a:pt x="264085" y="72836"/>
                    </a:cubicBezTo>
                    <a:cubicBezTo>
                      <a:pt x="257894" y="72550"/>
                      <a:pt x="251798" y="71217"/>
                      <a:pt x="245988" y="69026"/>
                    </a:cubicBezTo>
                    <a:cubicBezTo>
                      <a:pt x="236177" y="66264"/>
                      <a:pt x="226080" y="65025"/>
                      <a:pt x="215889" y="65311"/>
                    </a:cubicBezTo>
                    <a:cubicBezTo>
                      <a:pt x="172264" y="65311"/>
                      <a:pt x="136450" y="91886"/>
                      <a:pt x="108351" y="145035"/>
                    </a:cubicBezTo>
                    <a:lnTo>
                      <a:pt x="79014" y="387637"/>
                    </a:lnTo>
                    <a:lnTo>
                      <a:pt x="12339" y="387637"/>
                    </a:lnTo>
                    <a:lnTo>
                      <a:pt x="52154" y="61787"/>
                    </a:lnTo>
                    <a:cubicBezTo>
                      <a:pt x="39105" y="59310"/>
                      <a:pt x="29484" y="57310"/>
                      <a:pt x="23579" y="55786"/>
                    </a:cubicBezTo>
                    <a:lnTo>
                      <a:pt x="9482" y="52738"/>
                    </a:lnTo>
                    <a:cubicBezTo>
                      <a:pt x="3672" y="52167"/>
                      <a:pt x="-519" y="46928"/>
                      <a:pt x="52" y="41118"/>
                    </a:cubicBezTo>
                    <a:cubicBezTo>
                      <a:pt x="52" y="40451"/>
                      <a:pt x="243" y="39784"/>
                      <a:pt x="433" y="39213"/>
                    </a:cubicBezTo>
                    <a:lnTo>
                      <a:pt x="4243" y="6923"/>
                    </a:lnTo>
                    <a:lnTo>
                      <a:pt x="96731" y="6923"/>
                    </a:lnTo>
                    <a:cubicBezTo>
                      <a:pt x="101874" y="6256"/>
                      <a:pt x="107113" y="7590"/>
                      <a:pt x="111304" y="10638"/>
                    </a:cubicBezTo>
                    <a:close/>
                  </a:path>
                </a:pathLst>
              </a:custGeom>
              <a:solidFill>
                <a:srgbClr val="38D6D6"/>
              </a:solidFill>
              <a:ln w="9525" cap="flat">
                <a:noFill/>
                <a:prstDash val="solid"/>
                <a:miter/>
              </a:ln>
            </p:spPr>
            <p:txBody>
              <a:bodyPr rtlCol="0" anchor="ctr"/>
              <a:lstStyle/>
              <a:p>
                <a:endParaRPr lang="fr-FR"/>
              </a:p>
            </p:txBody>
          </p:sp>
          <p:sp>
            <p:nvSpPr>
              <p:cNvPr id="29" name="Forme libre : forme 35">
                <a:extLst>
                  <a:ext uri="{FF2B5EF4-FFF2-40B4-BE49-F238E27FC236}">
                    <a16:creationId xmlns:a16="http://schemas.microsoft.com/office/drawing/2014/main" id="{90053401-9E75-3D03-D61D-081EB4C9BC6E}"/>
                  </a:ext>
                </a:extLst>
              </p:cNvPr>
              <p:cNvSpPr/>
              <p:nvPr/>
            </p:nvSpPr>
            <p:spPr>
              <a:xfrm>
                <a:off x="6907768" y="3010510"/>
                <a:ext cx="309133" cy="390622"/>
              </a:xfrm>
              <a:custGeom>
                <a:avLst/>
                <a:gdLst>
                  <a:gd name="connsiteX0" fmla="*/ 228552 w 309133"/>
                  <a:gd name="connsiteY0" fmla="*/ 371436 h 390622"/>
                  <a:gd name="connsiteX1" fmla="*/ 139779 w 309133"/>
                  <a:gd name="connsiteY1" fmla="*/ 390486 h 390622"/>
                  <a:gd name="connsiteX2" fmla="*/ 56245 w 309133"/>
                  <a:gd name="connsiteY2" fmla="*/ 366388 h 390622"/>
                  <a:gd name="connsiteX3" fmla="*/ 9572 w 309133"/>
                  <a:gd name="connsiteY3" fmla="*/ 299713 h 390622"/>
                  <a:gd name="connsiteX4" fmla="*/ 47 w 309133"/>
                  <a:gd name="connsiteY4" fmla="*/ 235800 h 390622"/>
                  <a:gd name="connsiteX5" fmla="*/ 53196 w 309133"/>
                  <a:gd name="connsiteY5" fmla="*/ 73780 h 390622"/>
                  <a:gd name="connsiteX6" fmla="*/ 197691 w 309133"/>
                  <a:gd name="connsiteY6" fmla="*/ 57 h 390622"/>
                  <a:gd name="connsiteX7" fmla="*/ 263509 w 309133"/>
                  <a:gd name="connsiteY7" fmla="*/ 15106 h 390622"/>
                  <a:gd name="connsiteX8" fmla="*/ 302275 w 309133"/>
                  <a:gd name="connsiteY8" fmla="*/ 57302 h 390622"/>
                  <a:gd name="connsiteX9" fmla="*/ 309038 w 309133"/>
                  <a:gd name="connsiteY9" fmla="*/ 86639 h 390622"/>
                  <a:gd name="connsiteX10" fmla="*/ 297894 w 309133"/>
                  <a:gd name="connsiteY10" fmla="*/ 135883 h 390622"/>
                  <a:gd name="connsiteX11" fmla="*/ 262175 w 309133"/>
                  <a:gd name="connsiteY11" fmla="*/ 169792 h 390622"/>
                  <a:gd name="connsiteX12" fmla="*/ 187689 w 309133"/>
                  <a:gd name="connsiteY12" fmla="*/ 199129 h 390622"/>
                  <a:gd name="connsiteX13" fmla="*/ 65770 w 309133"/>
                  <a:gd name="connsiteY13" fmla="*/ 218655 h 390622"/>
                  <a:gd name="connsiteX14" fmla="*/ 65770 w 309133"/>
                  <a:gd name="connsiteY14" fmla="*/ 235705 h 390622"/>
                  <a:gd name="connsiteX15" fmla="*/ 153780 w 309133"/>
                  <a:gd name="connsiteY15" fmla="*/ 338766 h 390622"/>
                  <a:gd name="connsiteX16" fmla="*/ 230552 w 309133"/>
                  <a:gd name="connsiteY16" fmla="*/ 314001 h 390622"/>
                  <a:gd name="connsiteX17" fmla="*/ 259127 w 309133"/>
                  <a:gd name="connsiteY17" fmla="*/ 292855 h 390622"/>
                  <a:gd name="connsiteX18" fmla="*/ 271224 w 309133"/>
                  <a:gd name="connsiteY18" fmla="*/ 289140 h 390622"/>
                  <a:gd name="connsiteX19" fmla="*/ 283987 w 309133"/>
                  <a:gd name="connsiteY19" fmla="*/ 295141 h 390622"/>
                  <a:gd name="connsiteX20" fmla="*/ 300561 w 309133"/>
                  <a:gd name="connsiteY20" fmla="*/ 315429 h 390622"/>
                  <a:gd name="connsiteX21" fmla="*/ 228552 w 309133"/>
                  <a:gd name="connsiteY21" fmla="*/ 371436 h 390622"/>
                  <a:gd name="connsiteX22" fmla="*/ 233124 w 309133"/>
                  <a:gd name="connsiteY22" fmla="*/ 58731 h 390622"/>
                  <a:gd name="connsiteX23" fmla="*/ 193976 w 309133"/>
                  <a:gd name="connsiteY23" fmla="*/ 47872 h 390622"/>
                  <a:gd name="connsiteX24" fmla="*/ 130349 w 309133"/>
                  <a:gd name="connsiteY24" fmla="*/ 69303 h 390622"/>
                  <a:gd name="connsiteX25" fmla="*/ 88344 w 309133"/>
                  <a:gd name="connsiteY25" fmla="*/ 124644 h 390622"/>
                  <a:gd name="connsiteX26" fmla="*/ 71008 w 309133"/>
                  <a:gd name="connsiteY26" fmla="*/ 174269 h 390622"/>
                  <a:gd name="connsiteX27" fmla="*/ 164353 w 309133"/>
                  <a:gd name="connsiteY27" fmla="*/ 157695 h 390622"/>
                  <a:gd name="connsiteX28" fmla="*/ 217788 w 309133"/>
                  <a:gd name="connsiteY28" fmla="*/ 138169 h 390622"/>
                  <a:gd name="connsiteX29" fmla="*/ 241030 w 309133"/>
                  <a:gd name="connsiteY29" fmla="*/ 118167 h 390622"/>
                  <a:gd name="connsiteX30" fmla="*/ 248554 w 309133"/>
                  <a:gd name="connsiteY30" fmla="*/ 89592 h 390622"/>
                  <a:gd name="connsiteX31" fmla="*/ 233124 w 309133"/>
                  <a:gd name="connsiteY31" fmla="*/ 58731 h 390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9133" h="390622">
                    <a:moveTo>
                      <a:pt x="228552" y="371436"/>
                    </a:moveTo>
                    <a:cubicBezTo>
                      <a:pt x="201025" y="385057"/>
                      <a:pt x="170449" y="391629"/>
                      <a:pt x="139779" y="390486"/>
                    </a:cubicBezTo>
                    <a:cubicBezTo>
                      <a:pt x="110061" y="391820"/>
                      <a:pt x="80724" y="383343"/>
                      <a:pt x="56245" y="366388"/>
                    </a:cubicBezTo>
                    <a:cubicBezTo>
                      <a:pt x="34146" y="349529"/>
                      <a:pt x="17763" y="326288"/>
                      <a:pt x="9572" y="299713"/>
                    </a:cubicBezTo>
                    <a:cubicBezTo>
                      <a:pt x="2714" y="279139"/>
                      <a:pt x="-429" y="257517"/>
                      <a:pt x="47" y="235800"/>
                    </a:cubicBezTo>
                    <a:cubicBezTo>
                      <a:pt x="-620" y="177412"/>
                      <a:pt x="18049" y="120453"/>
                      <a:pt x="53196" y="73780"/>
                    </a:cubicBezTo>
                    <a:cubicBezTo>
                      <a:pt x="86153" y="26727"/>
                      <a:pt x="140255" y="-801"/>
                      <a:pt x="197691" y="57"/>
                    </a:cubicBezTo>
                    <a:cubicBezTo>
                      <a:pt x="220551" y="-610"/>
                      <a:pt x="243220" y="4629"/>
                      <a:pt x="263509" y="15106"/>
                    </a:cubicBezTo>
                    <a:cubicBezTo>
                      <a:pt x="280939" y="24155"/>
                      <a:pt x="294655" y="39109"/>
                      <a:pt x="302275" y="57302"/>
                    </a:cubicBezTo>
                    <a:cubicBezTo>
                      <a:pt x="306562" y="66541"/>
                      <a:pt x="308847" y="76542"/>
                      <a:pt x="309038" y="86639"/>
                    </a:cubicBezTo>
                    <a:cubicBezTo>
                      <a:pt x="309800" y="103784"/>
                      <a:pt x="305990" y="120738"/>
                      <a:pt x="297894" y="135883"/>
                    </a:cubicBezTo>
                    <a:cubicBezTo>
                      <a:pt x="289036" y="149980"/>
                      <a:pt x="276748" y="161601"/>
                      <a:pt x="262175" y="169792"/>
                    </a:cubicBezTo>
                    <a:cubicBezTo>
                      <a:pt x="238839" y="182937"/>
                      <a:pt x="213788" y="192843"/>
                      <a:pt x="187689" y="199129"/>
                    </a:cubicBezTo>
                    <a:cubicBezTo>
                      <a:pt x="147589" y="208559"/>
                      <a:pt x="106822" y="215036"/>
                      <a:pt x="65770" y="218655"/>
                    </a:cubicBezTo>
                    <a:lnTo>
                      <a:pt x="65770" y="235705"/>
                    </a:lnTo>
                    <a:cubicBezTo>
                      <a:pt x="65770" y="304476"/>
                      <a:pt x="95107" y="338861"/>
                      <a:pt x="153780" y="338766"/>
                    </a:cubicBezTo>
                    <a:cubicBezTo>
                      <a:pt x="181403" y="339432"/>
                      <a:pt x="208454" y="330669"/>
                      <a:pt x="230552" y="314001"/>
                    </a:cubicBezTo>
                    <a:cubicBezTo>
                      <a:pt x="245602" y="302380"/>
                      <a:pt x="255127" y="294951"/>
                      <a:pt x="259127" y="292855"/>
                    </a:cubicBezTo>
                    <a:cubicBezTo>
                      <a:pt x="262747" y="290474"/>
                      <a:pt x="266938" y="289236"/>
                      <a:pt x="271224" y="289140"/>
                    </a:cubicBezTo>
                    <a:cubicBezTo>
                      <a:pt x="276177" y="289140"/>
                      <a:pt x="280844" y="291331"/>
                      <a:pt x="283987" y="295141"/>
                    </a:cubicBezTo>
                    <a:lnTo>
                      <a:pt x="300561" y="315429"/>
                    </a:lnTo>
                    <a:cubicBezTo>
                      <a:pt x="279606" y="337718"/>
                      <a:pt x="255317" y="356577"/>
                      <a:pt x="228552" y="371436"/>
                    </a:cubicBezTo>
                    <a:close/>
                    <a:moveTo>
                      <a:pt x="233124" y="58731"/>
                    </a:moveTo>
                    <a:cubicBezTo>
                      <a:pt x="221503" y="51206"/>
                      <a:pt x="207787" y="47396"/>
                      <a:pt x="193976" y="47872"/>
                    </a:cubicBezTo>
                    <a:cubicBezTo>
                      <a:pt x="170926" y="47205"/>
                      <a:pt x="148351" y="54825"/>
                      <a:pt x="130349" y="69303"/>
                    </a:cubicBezTo>
                    <a:cubicBezTo>
                      <a:pt x="112347" y="84353"/>
                      <a:pt x="97964" y="103212"/>
                      <a:pt x="88344" y="124644"/>
                    </a:cubicBezTo>
                    <a:cubicBezTo>
                      <a:pt x="80343" y="140360"/>
                      <a:pt x="74533" y="157029"/>
                      <a:pt x="71008" y="174269"/>
                    </a:cubicBezTo>
                    <a:cubicBezTo>
                      <a:pt x="102441" y="171030"/>
                      <a:pt x="133683" y="165506"/>
                      <a:pt x="164353" y="157695"/>
                    </a:cubicBezTo>
                    <a:cubicBezTo>
                      <a:pt x="182832" y="153314"/>
                      <a:pt x="200834" y="146742"/>
                      <a:pt x="217788" y="138169"/>
                    </a:cubicBezTo>
                    <a:cubicBezTo>
                      <a:pt x="226932" y="133311"/>
                      <a:pt x="234934" y="126549"/>
                      <a:pt x="241030" y="118167"/>
                    </a:cubicBezTo>
                    <a:cubicBezTo>
                      <a:pt x="246363" y="109594"/>
                      <a:pt x="249030" y="99688"/>
                      <a:pt x="248554" y="89592"/>
                    </a:cubicBezTo>
                    <a:cubicBezTo>
                      <a:pt x="249221" y="77304"/>
                      <a:pt x="243315" y="65589"/>
                      <a:pt x="233124" y="58731"/>
                    </a:cubicBezTo>
                    <a:close/>
                  </a:path>
                </a:pathLst>
              </a:custGeom>
              <a:solidFill>
                <a:srgbClr val="38D6D6"/>
              </a:solidFill>
              <a:ln w="9525" cap="flat">
                <a:noFill/>
                <a:prstDash val="solid"/>
                <a:miter/>
              </a:ln>
            </p:spPr>
            <p:txBody>
              <a:bodyPr rtlCol="0" anchor="ctr"/>
              <a:lstStyle/>
              <a:p>
                <a:endParaRPr lang="fr-FR"/>
              </a:p>
            </p:txBody>
          </p:sp>
          <p:sp>
            <p:nvSpPr>
              <p:cNvPr id="30" name="Forme libre : forme 36">
                <a:extLst>
                  <a:ext uri="{FF2B5EF4-FFF2-40B4-BE49-F238E27FC236}">
                    <a16:creationId xmlns:a16="http://schemas.microsoft.com/office/drawing/2014/main" id="{FBD5306B-6229-F44E-9B8E-5EA38BCE93D4}"/>
                  </a:ext>
                </a:extLst>
              </p:cNvPr>
              <p:cNvSpPr/>
              <p:nvPr/>
            </p:nvSpPr>
            <p:spPr>
              <a:xfrm>
                <a:off x="7240047" y="3009423"/>
                <a:ext cx="284511" cy="392718"/>
              </a:xfrm>
              <a:custGeom>
                <a:avLst/>
                <a:gdLst>
                  <a:gd name="connsiteX0" fmla="*/ 284512 w 284511"/>
                  <a:gd name="connsiteY0" fmla="*/ 19622 h 392718"/>
                  <a:gd name="connsiteX1" fmla="*/ 281559 w 284511"/>
                  <a:gd name="connsiteY1" fmla="*/ 46291 h 392718"/>
                  <a:gd name="connsiteX2" fmla="*/ 272510 w 284511"/>
                  <a:gd name="connsiteY2" fmla="*/ 117824 h 392718"/>
                  <a:gd name="connsiteX3" fmla="*/ 243174 w 284511"/>
                  <a:gd name="connsiteY3" fmla="*/ 117824 h 392718"/>
                  <a:gd name="connsiteX4" fmla="*/ 231267 w 284511"/>
                  <a:gd name="connsiteY4" fmla="*/ 108204 h 392718"/>
                  <a:gd name="connsiteX5" fmla="*/ 231267 w 284511"/>
                  <a:gd name="connsiteY5" fmla="*/ 107251 h 392718"/>
                  <a:gd name="connsiteX6" fmla="*/ 232696 w 284511"/>
                  <a:gd name="connsiteY6" fmla="*/ 57626 h 392718"/>
                  <a:gd name="connsiteX7" fmla="*/ 175546 w 284511"/>
                  <a:gd name="connsiteY7" fmla="*/ 50101 h 392718"/>
                  <a:gd name="connsiteX8" fmla="*/ 175260 w 284511"/>
                  <a:gd name="connsiteY8" fmla="*/ 50101 h 392718"/>
                  <a:gd name="connsiteX9" fmla="*/ 120587 w 284511"/>
                  <a:gd name="connsiteY9" fmla="*/ 65341 h 392718"/>
                  <a:gd name="connsiteX10" fmla="*/ 96488 w 284511"/>
                  <a:gd name="connsiteY10" fmla="*/ 99917 h 392718"/>
                  <a:gd name="connsiteX11" fmla="*/ 95822 w 284511"/>
                  <a:gd name="connsiteY11" fmla="*/ 109442 h 392718"/>
                  <a:gd name="connsiteX12" fmla="*/ 101822 w 284511"/>
                  <a:gd name="connsiteY12" fmla="*/ 129731 h 392718"/>
                  <a:gd name="connsiteX13" fmla="*/ 141637 w 284511"/>
                  <a:gd name="connsiteY13" fmla="*/ 156115 h 392718"/>
                  <a:gd name="connsiteX14" fmla="*/ 186785 w 284511"/>
                  <a:gd name="connsiteY14" fmla="*/ 171164 h 392718"/>
                  <a:gd name="connsiteX15" fmla="*/ 221456 w 284511"/>
                  <a:gd name="connsiteY15" fmla="*/ 184690 h 392718"/>
                  <a:gd name="connsiteX16" fmla="*/ 250793 w 284511"/>
                  <a:gd name="connsiteY16" fmla="*/ 203740 h 392718"/>
                  <a:gd name="connsiteX17" fmla="*/ 274130 w 284511"/>
                  <a:gd name="connsiteY17" fmla="*/ 257175 h 392718"/>
                  <a:gd name="connsiteX18" fmla="*/ 273368 w 284511"/>
                  <a:gd name="connsiteY18" fmla="*/ 270701 h 392718"/>
                  <a:gd name="connsiteX19" fmla="*/ 225171 w 284511"/>
                  <a:gd name="connsiteY19" fmla="*/ 358045 h 392718"/>
                  <a:gd name="connsiteX20" fmla="*/ 120396 w 284511"/>
                  <a:gd name="connsiteY20" fmla="*/ 392621 h 392718"/>
                  <a:gd name="connsiteX21" fmla="*/ 0 w 284511"/>
                  <a:gd name="connsiteY21" fmla="*/ 372332 h 392718"/>
                  <a:gd name="connsiteX22" fmla="*/ 12097 w 284511"/>
                  <a:gd name="connsiteY22" fmla="*/ 272987 h 392718"/>
                  <a:gd name="connsiteX23" fmla="*/ 38386 w 284511"/>
                  <a:gd name="connsiteY23" fmla="*/ 272987 h 392718"/>
                  <a:gd name="connsiteX24" fmla="*/ 48863 w 284511"/>
                  <a:gd name="connsiteY24" fmla="*/ 281369 h 392718"/>
                  <a:gd name="connsiteX25" fmla="*/ 48863 w 284511"/>
                  <a:gd name="connsiteY25" fmla="*/ 282035 h 392718"/>
                  <a:gd name="connsiteX26" fmla="*/ 47339 w 284511"/>
                  <a:gd name="connsiteY26" fmla="*/ 330232 h 392718"/>
                  <a:gd name="connsiteX27" fmla="*/ 122587 w 284511"/>
                  <a:gd name="connsiteY27" fmla="*/ 345281 h 392718"/>
                  <a:gd name="connsiteX28" fmla="*/ 183547 w 284511"/>
                  <a:gd name="connsiteY28" fmla="*/ 326231 h 392718"/>
                  <a:gd name="connsiteX29" fmla="*/ 207645 w 284511"/>
                  <a:gd name="connsiteY29" fmla="*/ 288131 h 392718"/>
                  <a:gd name="connsiteX30" fmla="*/ 208407 w 284511"/>
                  <a:gd name="connsiteY30" fmla="*/ 278606 h 392718"/>
                  <a:gd name="connsiteX31" fmla="*/ 203740 w 284511"/>
                  <a:gd name="connsiteY31" fmla="*/ 255842 h 392718"/>
                  <a:gd name="connsiteX32" fmla="*/ 183452 w 284511"/>
                  <a:gd name="connsiteY32" fmla="*/ 237839 h 392718"/>
                  <a:gd name="connsiteX33" fmla="*/ 153353 w 284511"/>
                  <a:gd name="connsiteY33" fmla="*/ 224981 h 392718"/>
                  <a:gd name="connsiteX34" fmla="*/ 86678 w 284511"/>
                  <a:gd name="connsiteY34" fmla="*/ 200978 h 392718"/>
                  <a:gd name="connsiteX35" fmla="*/ 54293 w 284511"/>
                  <a:gd name="connsiteY35" fmla="*/ 180594 h 392718"/>
                  <a:gd name="connsiteX36" fmla="*/ 31718 w 284511"/>
                  <a:gd name="connsiteY36" fmla="*/ 124968 h 392718"/>
                  <a:gd name="connsiteX37" fmla="*/ 76867 w 284511"/>
                  <a:gd name="connsiteY37" fmla="*/ 33147 h 392718"/>
                  <a:gd name="connsiteX38" fmla="*/ 188214 w 284511"/>
                  <a:gd name="connsiteY38" fmla="*/ 0 h 392718"/>
                  <a:gd name="connsiteX39" fmla="*/ 284512 w 284511"/>
                  <a:gd name="connsiteY39" fmla="*/ 19622 h 39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4511" h="392718">
                    <a:moveTo>
                      <a:pt x="284512" y="19622"/>
                    </a:moveTo>
                    <a:lnTo>
                      <a:pt x="281559" y="46291"/>
                    </a:lnTo>
                    <a:lnTo>
                      <a:pt x="272510" y="117824"/>
                    </a:lnTo>
                    <a:lnTo>
                      <a:pt x="243174" y="117824"/>
                    </a:lnTo>
                    <a:cubicBezTo>
                      <a:pt x="237173" y="118491"/>
                      <a:pt x="231839" y="114110"/>
                      <a:pt x="231267" y="108204"/>
                    </a:cubicBezTo>
                    <a:cubicBezTo>
                      <a:pt x="231267" y="107918"/>
                      <a:pt x="231267" y="107633"/>
                      <a:pt x="231267" y="107251"/>
                    </a:cubicBezTo>
                    <a:cubicBezTo>
                      <a:pt x="231267" y="95250"/>
                      <a:pt x="231743" y="78676"/>
                      <a:pt x="232696" y="57626"/>
                    </a:cubicBezTo>
                    <a:cubicBezTo>
                      <a:pt x="214027" y="52864"/>
                      <a:pt x="194786" y="50292"/>
                      <a:pt x="175546" y="50101"/>
                    </a:cubicBezTo>
                    <a:lnTo>
                      <a:pt x="175260" y="50101"/>
                    </a:lnTo>
                    <a:cubicBezTo>
                      <a:pt x="155829" y="48959"/>
                      <a:pt x="136589" y="54388"/>
                      <a:pt x="120587" y="65341"/>
                    </a:cubicBezTo>
                    <a:cubicBezTo>
                      <a:pt x="108014" y="72866"/>
                      <a:pt x="99251" y="85439"/>
                      <a:pt x="96488" y="99917"/>
                    </a:cubicBezTo>
                    <a:lnTo>
                      <a:pt x="95822" y="109442"/>
                    </a:lnTo>
                    <a:cubicBezTo>
                      <a:pt x="95631" y="116681"/>
                      <a:pt x="97727" y="123825"/>
                      <a:pt x="101822" y="129731"/>
                    </a:cubicBezTo>
                    <a:cubicBezTo>
                      <a:pt x="111919" y="142589"/>
                      <a:pt x="125921" y="151829"/>
                      <a:pt x="141637" y="156115"/>
                    </a:cubicBezTo>
                    <a:lnTo>
                      <a:pt x="186785" y="171164"/>
                    </a:lnTo>
                    <a:cubicBezTo>
                      <a:pt x="205835" y="178118"/>
                      <a:pt x="217456" y="182690"/>
                      <a:pt x="221456" y="184690"/>
                    </a:cubicBezTo>
                    <a:cubicBezTo>
                      <a:pt x="232220" y="189452"/>
                      <a:pt x="242030" y="195929"/>
                      <a:pt x="250793" y="203740"/>
                    </a:cubicBezTo>
                    <a:cubicBezTo>
                      <a:pt x="266224" y="217075"/>
                      <a:pt x="274796" y="236792"/>
                      <a:pt x="274130" y="257175"/>
                    </a:cubicBezTo>
                    <a:cubicBezTo>
                      <a:pt x="274130" y="261652"/>
                      <a:pt x="273939" y="266224"/>
                      <a:pt x="273368" y="270701"/>
                    </a:cubicBezTo>
                    <a:cubicBezTo>
                      <a:pt x="270034" y="305181"/>
                      <a:pt x="252603" y="336804"/>
                      <a:pt x="225171" y="358045"/>
                    </a:cubicBezTo>
                    <a:cubicBezTo>
                      <a:pt x="195453" y="381667"/>
                      <a:pt x="158306" y="393954"/>
                      <a:pt x="120396" y="392621"/>
                    </a:cubicBezTo>
                    <a:cubicBezTo>
                      <a:pt x="79343" y="393002"/>
                      <a:pt x="38672" y="386144"/>
                      <a:pt x="0" y="372332"/>
                    </a:cubicBezTo>
                    <a:lnTo>
                      <a:pt x="12097" y="272987"/>
                    </a:lnTo>
                    <a:lnTo>
                      <a:pt x="38386" y="272987"/>
                    </a:lnTo>
                    <a:cubicBezTo>
                      <a:pt x="43625" y="272415"/>
                      <a:pt x="48292" y="276130"/>
                      <a:pt x="48863" y="281369"/>
                    </a:cubicBezTo>
                    <a:cubicBezTo>
                      <a:pt x="48863" y="281559"/>
                      <a:pt x="48863" y="281750"/>
                      <a:pt x="48863" y="282035"/>
                    </a:cubicBezTo>
                    <a:cubicBezTo>
                      <a:pt x="48863" y="294037"/>
                      <a:pt x="48387" y="310610"/>
                      <a:pt x="47339" y="330232"/>
                    </a:cubicBezTo>
                    <a:cubicBezTo>
                      <a:pt x="70961" y="340805"/>
                      <a:pt x="96679" y="345948"/>
                      <a:pt x="122587" y="345281"/>
                    </a:cubicBezTo>
                    <a:cubicBezTo>
                      <a:pt x="144494" y="346234"/>
                      <a:pt x="166116" y="339471"/>
                      <a:pt x="183547" y="326231"/>
                    </a:cubicBezTo>
                    <a:cubicBezTo>
                      <a:pt x="196501" y="317373"/>
                      <a:pt x="205169" y="303562"/>
                      <a:pt x="207645" y="288131"/>
                    </a:cubicBezTo>
                    <a:cubicBezTo>
                      <a:pt x="208217" y="284988"/>
                      <a:pt x="208407" y="281845"/>
                      <a:pt x="208407" y="278606"/>
                    </a:cubicBezTo>
                    <a:cubicBezTo>
                      <a:pt x="209264" y="270701"/>
                      <a:pt x="207645" y="262795"/>
                      <a:pt x="203740" y="255842"/>
                    </a:cubicBezTo>
                    <a:cubicBezTo>
                      <a:pt x="198882" y="247936"/>
                      <a:pt x="191834" y="241745"/>
                      <a:pt x="183452" y="237839"/>
                    </a:cubicBezTo>
                    <a:cubicBezTo>
                      <a:pt x="173736" y="232886"/>
                      <a:pt x="163640" y="228600"/>
                      <a:pt x="153353" y="224981"/>
                    </a:cubicBezTo>
                    <a:cubicBezTo>
                      <a:pt x="117253" y="212979"/>
                      <a:pt x="94869" y="204978"/>
                      <a:pt x="86678" y="200978"/>
                    </a:cubicBezTo>
                    <a:cubicBezTo>
                      <a:pt x="74867" y="195929"/>
                      <a:pt x="64008" y="188976"/>
                      <a:pt x="54293" y="180594"/>
                    </a:cubicBezTo>
                    <a:cubicBezTo>
                      <a:pt x="38958" y="166307"/>
                      <a:pt x="30671" y="145923"/>
                      <a:pt x="31718" y="124968"/>
                    </a:cubicBezTo>
                    <a:cubicBezTo>
                      <a:pt x="30480" y="88773"/>
                      <a:pt x="47435" y="54293"/>
                      <a:pt x="76867" y="33147"/>
                    </a:cubicBezTo>
                    <a:cubicBezTo>
                      <a:pt x="104013" y="11049"/>
                      <a:pt x="141066" y="0"/>
                      <a:pt x="188214" y="0"/>
                    </a:cubicBezTo>
                    <a:cubicBezTo>
                      <a:pt x="221171" y="1143"/>
                      <a:pt x="253746" y="7811"/>
                      <a:pt x="284512" y="19622"/>
                    </a:cubicBezTo>
                    <a:close/>
                  </a:path>
                </a:pathLst>
              </a:custGeom>
              <a:solidFill>
                <a:srgbClr val="38D6D6"/>
              </a:solidFill>
              <a:ln w="9525" cap="flat">
                <a:noFill/>
                <a:prstDash val="solid"/>
                <a:miter/>
              </a:ln>
            </p:spPr>
            <p:txBody>
              <a:bodyPr rtlCol="0" anchor="ctr"/>
              <a:lstStyle/>
              <a:p>
                <a:endParaRPr lang="fr-FR"/>
              </a:p>
            </p:txBody>
          </p:sp>
          <p:sp>
            <p:nvSpPr>
              <p:cNvPr id="31" name="Forme libre : forme 37">
                <a:extLst>
                  <a:ext uri="{FF2B5EF4-FFF2-40B4-BE49-F238E27FC236}">
                    <a16:creationId xmlns:a16="http://schemas.microsoft.com/office/drawing/2014/main" id="{988A690B-1489-CDD8-5BD4-9B65BFE1A83E}"/>
                  </a:ext>
                </a:extLst>
              </p:cNvPr>
              <p:cNvSpPr/>
              <p:nvPr/>
            </p:nvSpPr>
            <p:spPr>
              <a:xfrm>
                <a:off x="5357050" y="2893504"/>
                <a:ext cx="69913" cy="69913"/>
              </a:xfrm>
              <a:custGeom>
                <a:avLst/>
                <a:gdLst>
                  <a:gd name="connsiteX0" fmla="*/ 69914 w 69913"/>
                  <a:gd name="connsiteY0" fmla="*/ 34957 h 69913"/>
                  <a:gd name="connsiteX1" fmla="*/ 34957 w 69913"/>
                  <a:gd name="connsiteY1" fmla="*/ 69914 h 69913"/>
                  <a:gd name="connsiteX2" fmla="*/ 0 w 69913"/>
                  <a:gd name="connsiteY2" fmla="*/ 34957 h 69913"/>
                  <a:gd name="connsiteX3" fmla="*/ 34957 w 69913"/>
                  <a:gd name="connsiteY3" fmla="*/ 0 h 69913"/>
                  <a:gd name="connsiteX4" fmla="*/ 69914 w 69913"/>
                  <a:gd name="connsiteY4" fmla="*/ 34957 h 69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13" h="69913">
                    <a:moveTo>
                      <a:pt x="69914" y="34957"/>
                    </a:moveTo>
                    <a:cubicBezTo>
                      <a:pt x="69914" y="54263"/>
                      <a:pt x="54263" y="69914"/>
                      <a:pt x="34957" y="69914"/>
                    </a:cubicBezTo>
                    <a:cubicBezTo>
                      <a:pt x="15651" y="69914"/>
                      <a:pt x="0" y="54263"/>
                      <a:pt x="0" y="34957"/>
                    </a:cubicBezTo>
                    <a:cubicBezTo>
                      <a:pt x="0" y="15651"/>
                      <a:pt x="15651" y="0"/>
                      <a:pt x="34957" y="0"/>
                    </a:cubicBezTo>
                    <a:cubicBezTo>
                      <a:pt x="54263" y="0"/>
                      <a:pt x="69914" y="15651"/>
                      <a:pt x="69914" y="34957"/>
                    </a:cubicBezTo>
                    <a:close/>
                  </a:path>
                </a:pathLst>
              </a:custGeom>
              <a:solidFill>
                <a:srgbClr val="38D6D6"/>
              </a:solidFill>
              <a:ln w="9525" cap="flat">
                <a:noFill/>
                <a:prstDash val="solid"/>
                <a:miter/>
              </a:ln>
            </p:spPr>
            <p:txBody>
              <a:bodyPr rtlCol="0" anchor="ctr"/>
              <a:lstStyle/>
              <a:p>
                <a:endParaRPr lang="fr-FR"/>
              </a:p>
            </p:txBody>
          </p:sp>
          <p:sp>
            <p:nvSpPr>
              <p:cNvPr id="32" name="Forme libre : forme 38">
                <a:extLst>
                  <a:ext uri="{FF2B5EF4-FFF2-40B4-BE49-F238E27FC236}">
                    <a16:creationId xmlns:a16="http://schemas.microsoft.com/office/drawing/2014/main" id="{1423EECA-2378-3226-D5FE-19902AA037DF}"/>
                  </a:ext>
                </a:extLst>
              </p:cNvPr>
              <p:cNvSpPr/>
              <p:nvPr/>
            </p:nvSpPr>
            <p:spPr>
              <a:xfrm>
                <a:off x="6499192" y="2893504"/>
                <a:ext cx="69913" cy="69913"/>
              </a:xfrm>
              <a:custGeom>
                <a:avLst/>
                <a:gdLst>
                  <a:gd name="connsiteX0" fmla="*/ 69913 w 69913"/>
                  <a:gd name="connsiteY0" fmla="*/ 34957 h 69913"/>
                  <a:gd name="connsiteX1" fmla="*/ 34957 w 69913"/>
                  <a:gd name="connsiteY1" fmla="*/ 69914 h 69913"/>
                  <a:gd name="connsiteX2" fmla="*/ 0 w 69913"/>
                  <a:gd name="connsiteY2" fmla="*/ 34957 h 69913"/>
                  <a:gd name="connsiteX3" fmla="*/ 34957 w 69913"/>
                  <a:gd name="connsiteY3" fmla="*/ 0 h 69913"/>
                  <a:gd name="connsiteX4" fmla="*/ 69913 w 69913"/>
                  <a:gd name="connsiteY4" fmla="*/ 34957 h 69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13" h="69913">
                    <a:moveTo>
                      <a:pt x="69913" y="34957"/>
                    </a:moveTo>
                    <a:cubicBezTo>
                      <a:pt x="69913" y="54263"/>
                      <a:pt x="54263" y="69914"/>
                      <a:pt x="34957" y="69914"/>
                    </a:cubicBezTo>
                    <a:cubicBezTo>
                      <a:pt x="15651" y="69914"/>
                      <a:pt x="0" y="54263"/>
                      <a:pt x="0" y="34957"/>
                    </a:cubicBezTo>
                    <a:cubicBezTo>
                      <a:pt x="0" y="15651"/>
                      <a:pt x="15651" y="0"/>
                      <a:pt x="34957" y="0"/>
                    </a:cubicBezTo>
                    <a:cubicBezTo>
                      <a:pt x="54263" y="0"/>
                      <a:pt x="69913" y="15651"/>
                      <a:pt x="69913" y="34957"/>
                    </a:cubicBezTo>
                    <a:close/>
                  </a:path>
                </a:pathLst>
              </a:custGeom>
              <a:solidFill>
                <a:srgbClr val="38D6D6"/>
              </a:solidFill>
              <a:ln w="9525" cap="flat">
                <a:noFill/>
                <a:prstDash val="solid"/>
                <a:miter/>
              </a:ln>
            </p:spPr>
            <p:txBody>
              <a:bodyPr rtlCol="0" anchor="ctr"/>
              <a:lstStyle/>
              <a:p>
                <a:endParaRPr lang="fr-FR"/>
              </a:p>
            </p:txBody>
          </p:sp>
          <p:sp>
            <p:nvSpPr>
              <p:cNvPr id="33" name="Forme libre : forme 39">
                <a:extLst>
                  <a:ext uri="{FF2B5EF4-FFF2-40B4-BE49-F238E27FC236}">
                    <a16:creationId xmlns:a16="http://schemas.microsoft.com/office/drawing/2014/main" id="{A942F595-C761-565A-83D9-4018BE2D2596}"/>
                  </a:ext>
                </a:extLst>
              </p:cNvPr>
              <p:cNvSpPr/>
              <p:nvPr/>
            </p:nvSpPr>
            <p:spPr>
              <a:xfrm>
                <a:off x="4773548" y="3503390"/>
                <a:ext cx="384238" cy="497776"/>
              </a:xfrm>
              <a:custGeom>
                <a:avLst/>
                <a:gdLst>
                  <a:gd name="connsiteX0" fmla="*/ 292132 w 384238"/>
                  <a:gd name="connsiteY0" fmla="*/ 317278 h 497776"/>
                  <a:gd name="connsiteX1" fmla="*/ 202692 w 384238"/>
                  <a:gd name="connsiteY1" fmla="*/ 219075 h 497776"/>
                  <a:gd name="connsiteX2" fmla="*/ 194596 w 384238"/>
                  <a:gd name="connsiteY2" fmla="*/ 219075 h 497776"/>
                  <a:gd name="connsiteX3" fmla="*/ 97631 w 384238"/>
                  <a:gd name="connsiteY3" fmla="*/ 309563 h 497776"/>
                  <a:gd name="connsiteX4" fmla="*/ 97631 w 384238"/>
                  <a:gd name="connsiteY4" fmla="*/ 317183 h 497776"/>
                  <a:gd name="connsiteX5" fmla="*/ 194596 w 384238"/>
                  <a:gd name="connsiteY5" fmla="*/ 415957 h 497776"/>
                  <a:gd name="connsiteX6" fmla="*/ 292132 w 384238"/>
                  <a:gd name="connsiteY6" fmla="*/ 317183 h 497776"/>
                  <a:gd name="connsiteX7" fmla="*/ 177832 w 384238"/>
                  <a:gd name="connsiteY7" fmla="*/ 139732 h 497776"/>
                  <a:gd name="connsiteX8" fmla="*/ 287179 w 384238"/>
                  <a:gd name="connsiteY8" fmla="*/ 185928 h 497776"/>
                  <a:gd name="connsiteX9" fmla="*/ 290036 w 384238"/>
                  <a:gd name="connsiteY9" fmla="*/ 185928 h 497776"/>
                  <a:gd name="connsiteX10" fmla="*/ 288608 w 384238"/>
                  <a:gd name="connsiteY10" fmla="*/ 156686 h 497776"/>
                  <a:gd name="connsiteX11" fmla="*/ 288608 w 384238"/>
                  <a:gd name="connsiteY11" fmla="*/ 0 h 497776"/>
                  <a:gd name="connsiteX12" fmla="*/ 384239 w 384238"/>
                  <a:gd name="connsiteY12" fmla="*/ 0 h 497776"/>
                  <a:gd name="connsiteX13" fmla="*/ 384239 w 384238"/>
                  <a:gd name="connsiteY13" fmla="*/ 487394 h 497776"/>
                  <a:gd name="connsiteX14" fmla="*/ 295656 w 384238"/>
                  <a:gd name="connsiteY14" fmla="*/ 487394 h 497776"/>
                  <a:gd name="connsiteX15" fmla="*/ 295656 w 384238"/>
                  <a:gd name="connsiteY15" fmla="*/ 472440 h 497776"/>
                  <a:gd name="connsiteX16" fmla="*/ 296990 w 384238"/>
                  <a:gd name="connsiteY16" fmla="*/ 441865 h 497776"/>
                  <a:gd name="connsiteX17" fmla="*/ 294227 w 384238"/>
                  <a:gd name="connsiteY17" fmla="*/ 441865 h 497776"/>
                  <a:gd name="connsiteX18" fmla="*/ 173736 w 384238"/>
                  <a:gd name="connsiteY18" fmla="*/ 497777 h 497776"/>
                  <a:gd name="connsiteX19" fmla="*/ 0 w 384238"/>
                  <a:gd name="connsiteY19" fmla="*/ 319088 h 497776"/>
                  <a:gd name="connsiteX20" fmla="*/ 177927 w 384238"/>
                  <a:gd name="connsiteY20" fmla="*/ 140303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4238" h="497776">
                    <a:moveTo>
                      <a:pt x="292132" y="317278"/>
                    </a:moveTo>
                    <a:cubicBezTo>
                      <a:pt x="294513" y="265462"/>
                      <a:pt x="254508" y="221552"/>
                      <a:pt x="202692" y="219075"/>
                    </a:cubicBezTo>
                    <a:cubicBezTo>
                      <a:pt x="200025" y="218980"/>
                      <a:pt x="197263" y="218980"/>
                      <a:pt x="194596" y="219075"/>
                    </a:cubicBezTo>
                    <a:cubicBezTo>
                      <a:pt x="142780" y="217265"/>
                      <a:pt x="99346" y="257842"/>
                      <a:pt x="97631" y="309563"/>
                    </a:cubicBezTo>
                    <a:cubicBezTo>
                      <a:pt x="97631" y="312134"/>
                      <a:pt x="97631" y="314611"/>
                      <a:pt x="97631" y="317183"/>
                    </a:cubicBezTo>
                    <a:cubicBezTo>
                      <a:pt x="97631" y="375666"/>
                      <a:pt x="138494" y="415957"/>
                      <a:pt x="194596" y="415957"/>
                    </a:cubicBezTo>
                    <a:cubicBezTo>
                      <a:pt x="250698" y="415957"/>
                      <a:pt x="292132" y="375666"/>
                      <a:pt x="292132" y="317183"/>
                    </a:cubicBezTo>
                    <a:moveTo>
                      <a:pt x="177832" y="139732"/>
                    </a:moveTo>
                    <a:cubicBezTo>
                      <a:pt x="225457" y="139732"/>
                      <a:pt x="269176" y="157353"/>
                      <a:pt x="287179" y="185928"/>
                    </a:cubicBezTo>
                    <a:lnTo>
                      <a:pt x="290036" y="185928"/>
                    </a:lnTo>
                    <a:cubicBezTo>
                      <a:pt x="288798" y="176213"/>
                      <a:pt x="288226" y="166497"/>
                      <a:pt x="288608" y="156686"/>
                    </a:cubicBezTo>
                    <a:lnTo>
                      <a:pt x="288608" y="0"/>
                    </a:lnTo>
                    <a:lnTo>
                      <a:pt x="384239" y="0"/>
                    </a:lnTo>
                    <a:lnTo>
                      <a:pt x="384239" y="487394"/>
                    </a:lnTo>
                    <a:lnTo>
                      <a:pt x="295656" y="487394"/>
                    </a:lnTo>
                    <a:lnTo>
                      <a:pt x="295656" y="472440"/>
                    </a:lnTo>
                    <a:cubicBezTo>
                      <a:pt x="295656" y="462248"/>
                      <a:pt x="296037" y="452057"/>
                      <a:pt x="296990" y="441865"/>
                    </a:cubicBezTo>
                    <a:lnTo>
                      <a:pt x="294227" y="441865"/>
                    </a:lnTo>
                    <a:cubicBezTo>
                      <a:pt x="271367" y="477584"/>
                      <a:pt x="226409" y="497777"/>
                      <a:pt x="173736" y="497777"/>
                    </a:cubicBezTo>
                    <a:cubicBezTo>
                      <a:pt x="72009" y="497777"/>
                      <a:pt x="0" y="424339"/>
                      <a:pt x="0" y="319088"/>
                    </a:cubicBezTo>
                    <a:cubicBezTo>
                      <a:pt x="0" y="213836"/>
                      <a:pt x="74771" y="140303"/>
                      <a:pt x="177927" y="140303"/>
                    </a:cubicBezTo>
                  </a:path>
                </a:pathLst>
              </a:custGeom>
              <a:solidFill>
                <a:srgbClr val="FFFFFF"/>
              </a:solidFill>
              <a:ln w="9525" cap="flat">
                <a:noFill/>
                <a:prstDash val="solid"/>
                <a:miter/>
              </a:ln>
            </p:spPr>
            <p:txBody>
              <a:bodyPr rtlCol="0" anchor="ctr"/>
              <a:lstStyle/>
              <a:p>
                <a:endParaRPr lang="fr-FR"/>
              </a:p>
            </p:txBody>
          </p:sp>
          <p:sp>
            <p:nvSpPr>
              <p:cNvPr id="34" name="Forme libre : forme 40">
                <a:extLst>
                  <a:ext uri="{FF2B5EF4-FFF2-40B4-BE49-F238E27FC236}">
                    <a16:creationId xmlns:a16="http://schemas.microsoft.com/office/drawing/2014/main" id="{1D1BCC08-D96F-CDC2-1F79-EEC727BC7E7F}"/>
                  </a:ext>
                </a:extLst>
              </p:cNvPr>
              <p:cNvSpPr/>
              <p:nvPr/>
            </p:nvSpPr>
            <p:spPr>
              <a:xfrm>
                <a:off x="5221414" y="3643217"/>
                <a:ext cx="366926" cy="357473"/>
              </a:xfrm>
              <a:custGeom>
                <a:avLst/>
                <a:gdLst>
                  <a:gd name="connsiteX0" fmla="*/ 100394 w 366926"/>
                  <a:gd name="connsiteY0" fmla="*/ 149543 h 357473"/>
                  <a:gd name="connsiteX1" fmla="*/ 271844 w 366926"/>
                  <a:gd name="connsiteY1" fmla="*/ 149543 h 357473"/>
                  <a:gd name="connsiteX2" fmla="*/ 189071 w 366926"/>
                  <a:gd name="connsiteY2" fmla="*/ 79248 h 357473"/>
                  <a:gd name="connsiteX3" fmla="*/ 100394 w 366926"/>
                  <a:gd name="connsiteY3" fmla="*/ 149447 h 357473"/>
                  <a:gd name="connsiteX4" fmla="*/ 192500 w 366926"/>
                  <a:gd name="connsiteY4" fmla="*/ 357378 h 357473"/>
                  <a:gd name="connsiteX5" fmla="*/ 0 w 366926"/>
                  <a:gd name="connsiteY5" fmla="*/ 178689 h 357473"/>
                  <a:gd name="connsiteX6" fmla="*/ 191071 w 366926"/>
                  <a:gd name="connsiteY6" fmla="*/ 0 h 357473"/>
                  <a:gd name="connsiteX7" fmla="*/ 366903 w 366926"/>
                  <a:gd name="connsiteY7" fmla="*/ 178784 h 357473"/>
                  <a:gd name="connsiteX8" fmla="*/ 364141 w 366926"/>
                  <a:gd name="connsiteY8" fmla="*/ 207359 h 357473"/>
                  <a:gd name="connsiteX9" fmla="*/ 100394 w 366926"/>
                  <a:gd name="connsiteY9" fmla="*/ 207359 h 357473"/>
                  <a:gd name="connsiteX10" fmla="*/ 193167 w 366926"/>
                  <a:gd name="connsiteY10" fmla="*/ 276892 h 357473"/>
                  <a:gd name="connsiteX11" fmla="*/ 283178 w 366926"/>
                  <a:gd name="connsiteY11" fmla="*/ 237268 h 357473"/>
                  <a:gd name="connsiteX12" fmla="*/ 339281 w 366926"/>
                  <a:gd name="connsiteY12" fmla="*/ 292513 h 357473"/>
                  <a:gd name="connsiteX13" fmla="*/ 192500 w 366926"/>
                  <a:gd name="connsiteY13" fmla="*/ 357473 h 35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6926" h="357473">
                    <a:moveTo>
                      <a:pt x="100394" y="149543"/>
                    </a:moveTo>
                    <a:lnTo>
                      <a:pt x="271844" y="149543"/>
                    </a:lnTo>
                    <a:cubicBezTo>
                      <a:pt x="266795" y="108109"/>
                      <a:pt x="230791" y="77533"/>
                      <a:pt x="189071" y="79248"/>
                    </a:cubicBezTo>
                    <a:cubicBezTo>
                      <a:pt x="141446" y="79248"/>
                      <a:pt x="110109" y="105823"/>
                      <a:pt x="100394" y="149447"/>
                    </a:cubicBezTo>
                    <a:moveTo>
                      <a:pt x="192500" y="357378"/>
                    </a:moveTo>
                    <a:cubicBezTo>
                      <a:pt x="78962" y="357378"/>
                      <a:pt x="0" y="282035"/>
                      <a:pt x="0" y="178689"/>
                    </a:cubicBezTo>
                    <a:cubicBezTo>
                      <a:pt x="0" y="75343"/>
                      <a:pt x="79248" y="0"/>
                      <a:pt x="191071" y="0"/>
                    </a:cubicBezTo>
                    <a:cubicBezTo>
                      <a:pt x="296323" y="0"/>
                      <a:pt x="366903" y="74771"/>
                      <a:pt x="366903" y="178784"/>
                    </a:cubicBezTo>
                    <a:cubicBezTo>
                      <a:pt x="367094" y="188404"/>
                      <a:pt x="366141" y="197929"/>
                      <a:pt x="364141" y="207359"/>
                    </a:cubicBezTo>
                    <a:lnTo>
                      <a:pt x="100394" y="207359"/>
                    </a:lnTo>
                    <a:cubicBezTo>
                      <a:pt x="110776" y="251555"/>
                      <a:pt x="143351" y="276892"/>
                      <a:pt x="193167" y="276892"/>
                    </a:cubicBezTo>
                    <a:cubicBezTo>
                      <a:pt x="233363" y="276892"/>
                      <a:pt x="259842" y="265176"/>
                      <a:pt x="283178" y="237268"/>
                    </a:cubicBezTo>
                    <a:lnTo>
                      <a:pt x="339281" y="292513"/>
                    </a:lnTo>
                    <a:cubicBezTo>
                      <a:pt x="302514" y="337280"/>
                      <a:pt x="253556" y="357473"/>
                      <a:pt x="192500" y="357473"/>
                    </a:cubicBezTo>
                  </a:path>
                </a:pathLst>
              </a:custGeom>
              <a:solidFill>
                <a:srgbClr val="FFFFFF"/>
              </a:solidFill>
              <a:ln w="9525" cap="flat">
                <a:noFill/>
                <a:prstDash val="solid"/>
                <a:miter/>
              </a:ln>
            </p:spPr>
            <p:txBody>
              <a:bodyPr rtlCol="0" anchor="ctr"/>
              <a:lstStyle/>
              <a:p>
                <a:endParaRPr lang="fr-FR"/>
              </a:p>
            </p:txBody>
          </p:sp>
          <p:sp>
            <p:nvSpPr>
              <p:cNvPr id="35" name="Forme libre : forme 41">
                <a:extLst>
                  <a:ext uri="{FF2B5EF4-FFF2-40B4-BE49-F238E27FC236}">
                    <a16:creationId xmlns:a16="http://schemas.microsoft.com/office/drawing/2014/main" id="{CFC6C365-6BF2-DA67-B376-346653E5D6E3}"/>
                  </a:ext>
                </a:extLst>
              </p:cNvPr>
              <p:cNvSpPr/>
              <p:nvPr/>
            </p:nvSpPr>
            <p:spPr>
              <a:xfrm>
                <a:off x="5737287" y="3643312"/>
                <a:ext cx="266414" cy="357377"/>
              </a:xfrm>
              <a:custGeom>
                <a:avLst/>
                <a:gdLst>
                  <a:gd name="connsiteX0" fmla="*/ 144399 w 266414"/>
                  <a:gd name="connsiteY0" fmla="*/ 133826 h 357377"/>
                  <a:gd name="connsiteX1" fmla="*/ 189357 w 266414"/>
                  <a:gd name="connsiteY1" fmla="*/ 155258 h 357377"/>
                  <a:gd name="connsiteX2" fmla="*/ 265557 w 266414"/>
                  <a:gd name="connsiteY2" fmla="*/ 253365 h 357377"/>
                  <a:gd name="connsiteX3" fmla="*/ 132207 w 266414"/>
                  <a:gd name="connsiteY3" fmla="*/ 357378 h 357377"/>
                  <a:gd name="connsiteX4" fmla="*/ 0 w 266414"/>
                  <a:gd name="connsiteY4" fmla="*/ 271653 h 357377"/>
                  <a:gd name="connsiteX5" fmla="*/ 71914 w 266414"/>
                  <a:gd name="connsiteY5" fmla="*/ 234029 h 357377"/>
                  <a:gd name="connsiteX6" fmla="*/ 132874 w 266414"/>
                  <a:gd name="connsiteY6" fmla="*/ 283369 h 357377"/>
                  <a:gd name="connsiteX7" fmla="*/ 170974 w 266414"/>
                  <a:gd name="connsiteY7" fmla="*/ 252889 h 357377"/>
                  <a:gd name="connsiteX8" fmla="*/ 131445 w 266414"/>
                  <a:gd name="connsiteY8" fmla="*/ 217075 h 357377"/>
                  <a:gd name="connsiteX9" fmla="*/ 93345 w 266414"/>
                  <a:gd name="connsiteY9" fmla="*/ 199549 h 357377"/>
                  <a:gd name="connsiteX10" fmla="*/ 15812 w 266414"/>
                  <a:gd name="connsiteY10" fmla="*/ 99441 h 357377"/>
                  <a:gd name="connsiteX11" fmla="*/ 136208 w 266414"/>
                  <a:gd name="connsiteY11" fmla="*/ 0 h 357377"/>
                  <a:gd name="connsiteX12" fmla="*/ 266414 w 266414"/>
                  <a:gd name="connsiteY12" fmla="*/ 74104 h 357377"/>
                  <a:gd name="connsiteX13" fmla="*/ 199263 w 266414"/>
                  <a:gd name="connsiteY13" fmla="*/ 112204 h 357377"/>
                  <a:gd name="connsiteX14" fmla="*/ 138303 w 266414"/>
                  <a:gd name="connsiteY14" fmla="*/ 72581 h 357377"/>
                  <a:gd name="connsiteX15" fmla="*/ 104394 w 266414"/>
                  <a:gd name="connsiteY15" fmla="*/ 99250 h 357377"/>
                  <a:gd name="connsiteX16" fmla="*/ 144590 w 266414"/>
                  <a:gd name="connsiteY16" fmla="*/ 134302 h 35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6414" h="357377">
                    <a:moveTo>
                      <a:pt x="144399" y="133826"/>
                    </a:moveTo>
                    <a:lnTo>
                      <a:pt x="189357" y="155258"/>
                    </a:lnTo>
                    <a:cubicBezTo>
                      <a:pt x="230219" y="174784"/>
                      <a:pt x="265557" y="198787"/>
                      <a:pt x="265557" y="253365"/>
                    </a:cubicBezTo>
                    <a:cubicBezTo>
                      <a:pt x="265557" y="314420"/>
                      <a:pt x="215741" y="357378"/>
                      <a:pt x="132207" y="357378"/>
                    </a:cubicBezTo>
                    <a:cubicBezTo>
                      <a:pt x="53245" y="357378"/>
                      <a:pt x="13145" y="315754"/>
                      <a:pt x="0" y="271653"/>
                    </a:cubicBezTo>
                    <a:lnTo>
                      <a:pt x="71914" y="234029"/>
                    </a:lnTo>
                    <a:cubicBezTo>
                      <a:pt x="78677" y="262414"/>
                      <a:pt x="103727" y="282702"/>
                      <a:pt x="132874" y="283369"/>
                    </a:cubicBezTo>
                    <a:cubicBezTo>
                      <a:pt x="155734" y="283369"/>
                      <a:pt x="170974" y="272320"/>
                      <a:pt x="170974" y="252889"/>
                    </a:cubicBezTo>
                    <a:cubicBezTo>
                      <a:pt x="170974" y="239173"/>
                      <a:pt x="161449" y="230124"/>
                      <a:pt x="131445" y="217075"/>
                    </a:cubicBezTo>
                    <a:lnTo>
                      <a:pt x="93345" y="199549"/>
                    </a:lnTo>
                    <a:cubicBezTo>
                      <a:pt x="53150" y="181356"/>
                      <a:pt x="15812" y="159258"/>
                      <a:pt x="15812" y="99441"/>
                    </a:cubicBezTo>
                    <a:cubicBezTo>
                      <a:pt x="15812" y="45529"/>
                      <a:pt x="67723" y="0"/>
                      <a:pt x="136208" y="0"/>
                    </a:cubicBezTo>
                    <a:cubicBezTo>
                      <a:pt x="204692" y="0"/>
                      <a:pt x="244983" y="33814"/>
                      <a:pt x="266414" y="74104"/>
                    </a:cubicBezTo>
                    <a:lnTo>
                      <a:pt x="199263" y="112204"/>
                    </a:lnTo>
                    <a:cubicBezTo>
                      <a:pt x="186119" y="89440"/>
                      <a:pt x="167450" y="72581"/>
                      <a:pt x="138303" y="72581"/>
                    </a:cubicBezTo>
                    <a:cubicBezTo>
                      <a:pt x="119253" y="72581"/>
                      <a:pt x="104394" y="82106"/>
                      <a:pt x="104394" y="99250"/>
                    </a:cubicBezTo>
                    <a:cubicBezTo>
                      <a:pt x="104394" y="114205"/>
                      <a:pt x="114776" y="120682"/>
                      <a:pt x="144590" y="134302"/>
                    </a:cubicBezTo>
                  </a:path>
                </a:pathLst>
              </a:custGeom>
              <a:solidFill>
                <a:srgbClr val="FFFFFF"/>
              </a:solidFill>
              <a:ln w="9525" cap="flat">
                <a:noFill/>
                <a:prstDash val="solid"/>
                <a:miter/>
              </a:ln>
            </p:spPr>
            <p:txBody>
              <a:bodyPr rtlCol="0" anchor="ctr"/>
              <a:lstStyle/>
              <a:p>
                <a:endParaRPr lang="fr-FR"/>
              </a:p>
            </p:txBody>
          </p:sp>
          <p:sp>
            <p:nvSpPr>
              <p:cNvPr id="36" name="Forme libre : forme 42">
                <a:extLst>
                  <a:ext uri="{FF2B5EF4-FFF2-40B4-BE49-F238E27FC236}">
                    <a16:creationId xmlns:a16="http://schemas.microsoft.com/office/drawing/2014/main" id="{9B60CE5E-B7FA-9FD2-95C0-701500BE704A}"/>
                  </a:ext>
                </a:extLst>
              </p:cNvPr>
              <p:cNvSpPr/>
              <p:nvPr/>
            </p:nvSpPr>
            <p:spPr>
              <a:xfrm>
                <a:off x="6236683" y="3653694"/>
                <a:ext cx="96869" cy="336613"/>
              </a:xfrm>
              <a:custGeom>
                <a:avLst/>
                <a:gdLst>
                  <a:gd name="connsiteX0" fmla="*/ 0 w 96869"/>
                  <a:gd name="connsiteY0" fmla="*/ 0 h 336613"/>
                  <a:gd name="connsiteX1" fmla="*/ 96869 w 96869"/>
                  <a:gd name="connsiteY1" fmla="*/ 0 h 336613"/>
                  <a:gd name="connsiteX2" fmla="*/ 96869 w 96869"/>
                  <a:gd name="connsiteY2" fmla="*/ 336613 h 336613"/>
                  <a:gd name="connsiteX3" fmla="*/ 0 w 96869"/>
                  <a:gd name="connsiteY3" fmla="*/ 336613 h 336613"/>
                </a:gdLst>
                <a:ahLst/>
                <a:cxnLst>
                  <a:cxn ang="0">
                    <a:pos x="connsiteX0" y="connsiteY0"/>
                  </a:cxn>
                  <a:cxn ang="0">
                    <a:pos x="connsiteX1" y="connsiteY1"/>
                  </a:cxn>
                  <a:cxn ang="0">
                    <a:pos x="connsiteX2" y="connsiteY2"/>
                  </a:cxn>
                  <a:cxn ang="0">
                    <a:pos x="connsiteX3" y="connsiteY3"/>
                  </a:cxn>
                </a:cxnLst>
                <a:rect l="l" t="t" r="r" b="b"/>
                <a:pathLst>
                  <a:path w="96869" h="336613">
                    <a:moveTo>
                      <a:pt x="0" y="0"/>
                    </a:moveTo>
                    <a:lnTo>
                      <a:pt x="96869" y="0"/>
                    </a:lnTo>
                    <a:lnTo>
                      <a:pt x="96869" y="336613"/>
                    </a:lnTo>
                    <a:lnTo>
                      <a:pt x="0" y="336613"/>
                    </a:lnTo>
                    <a:close/>
                  </a:path>
                </a:pathLst>
              </a:custGeom>
              <a:solidFill>
                <a:srgbClr val="FFFFFF"/>
              </a:solidFill>
              <a:ln w="9525" cap="flat">
                <a:noFill/>
                <a:prstDash val="solid"/>
                <a:miter/>
              </a:ln>
            </p:spPr>
            <p:txBody>
              <a:bodyPr rtlCol="0" anchor="ctr"/>
              <a:lstStyle/>
              <a:p>
                <a:endParaRPr lang="fr-FR"/>
              </a:p>
            </p:txBody>
          </p:sp>
          <p:sp>
            <p:nvSpPr>
              <p:cNvPr id="37" name="Forme libre : forme 43">
                <a:extLst>
                  <a:ext uri="{FF2B5EF4-FFF2-40B4-BE49-F238E27FC236}">
                    <a16:creationId xmlns:a16="http://schemas.microsoft.com/office/drawing/2014/main" id="{23E1E1D2-0DB4-E131-5B97-A63C6304337A}"/>
                  </a:ext>
                </a:extLst>
              </p:cNvPr>
              <p:cNvSpPr/>
              <p:nvPr/>
            </p:nvSpPr>
            <p:spPr>
              <a:xfrm>
                <a:off x="6068091" y="3502914"/>
                <a:ext cx="96869" cy="487298"/>
              </a:xfrm>
              <a:custGeom>
                <a:avLst/>
                <a:gdLst>
                  <a:gd name="connsiteX0" fmla="*/ 0 w 96869"/>
                  <a:gd name="connsiteY0" fmla="*/ 0 h 487298"/>
                  <a:gd name="connsiteX1" fmla="*/ 96869 w 96869"/>
                  <a:gd name="connsiteY1" fmla="*/ 0 h 487298"/>
                  <a:gd name="connsiteX2" fmla="*/ 96869 w 96869"/>
                  <a:gd name="connsiteY2" fmla="*/ 487299 h 487298"/>
                  <a:gd name="connsiteX3" fmla="*/ 0 w 96869"/>
                  <a:gd name="connsiteY3" fmla="*/ 487299 h 487298"/>
                </a:gdLst>
                <a:ahLst/>
                <a:cxnLst>
                  <a:cxn ang="0">
                    <a:pos x="connsiteX0" y="connsiteY0"/>
                  </a:cxn>
                  <a:cxn ang="0">
                    <a:pos x="connsiteX1" y="connsiteY1"/>
                  </a:cxn>
                  <a:cxn ang="0">
                    <a:pos x="connsiteX2" y="connsiteY2"/>
                  </a:cxn>
                  <a:cxn ang="0">
                    <a:pos x="connsiteX3" y="connsiteY3"/>
                  </a:cxn>
                </a:cxnLst>
                <a:rect l="l" t="t" r="r" b="b"/>
                <a:pathLst>
                  <a:path w="96869" h="487298">
                    <a:moveTo>
                      <a:pt x="0" y="0"/>
                    </a:moveTo>
                    <a:lnTo>
                      <a:pt x="96869" y="0"/>
                    </a:lnTo>
                    <a:lnTo>
                      <a:pt x="96869" y="487299"/>
                    </a:lnTo>
                    <a:lnTo>
                      <a:pt x="0" y="487299"/>
                    </a:lnTo>
                    <a:close/>
                  </a:path>
                </a:pathLst>
              </a:custGeom>
              <a:solidFill>
                <a:srgbClr val="FFFFFF"/>
              </a:solidFill>
              <a:ln w="9525" cap="flat">
                <a:noFill/>
                <a:prstDash val="solid"/>
                <a:miter/>
              </a:ln>
            </p:spPr>
            <p:txBody>
              <a:bodyPr rtlCol="0" anchor="ctr"/>
              <a:lstStyle/>
              <a:p>
                <a:endParaRPr lang="fr-FR"/>
              </a:p>
            </p:txBody>
          </p:sp>
          <p:sp>
            <p:nvSpPr>
              <p:cNvPr id="38" name="Forme libre : forme 44">
                <a:extLst>
                  <a:ext uri="{FF2B5EF4-FFF2-40B4-BE49-F238E27FC236}">
                    <a16:creationId xmlns:a16="http://schemas.microsoft.com/office/drawing/2014/main" id="{5BBC2353-B027-705C-7E33-5AF065D9D4C6}"/>
                  </a:ext>
                </a:extLst>
              </p:cNvPr>
              <p:cNvSpPr/>
              <p:nvPr/>
            </p:nvSpPr>
            <p:spPr>
              <a:xfrm>
                <a:off x="6405276" y="3503390"/>
                <a:ext cx="383857" cy="497776"/>
              </a:xfrm>
              <a:custGeom>
                <a:avLst/>
                <a:gdLst>
                  <a:gd name="connsiteX0" fmla="*/ 292132 w 383857"/>
                  <a:gd name="connsiteY0" fmla="*/ 317278 h 497776"/>
                  <a:gd name="connsiteX1" fmla="*/ 202501 w 383857"/>
                  <a:gd name="connsiteY1" fmla="*/ 219075 h 497776"/>
                  <a:gd name="connsiteX2" fmla="*/ 194500 w 383857"/>
                  <a:gd name="connsiteY2" fmla="*/ 219075 h 497776"/>
                  <a:gd name="connsiteX3" fmla="*/ 97631 w 383857"/>
                  <a:gd name="connsiteY3" fmla="*/ 317183 h 497776"/>
                  <a:gd name="connsiteX4" fmla="*/ 194500 w 383857"/>
                  <a:gd name="connsiteY4" fmla="*/ 415957 h 497776"/>
                  <a:gd name="connsiteX5" fmla="*/ 292132 w 383857"/>
                  <a:gd name="connsiteY5" fmla="*/ 317183 h 497776"/>
                  <a:gd name="connsiteX6" fmla="*/ 177832 w 383857"/>
                  <a:gd name="connsiteY6" fmla="*/ 139732 h 497776"/>
                  <a:gd name="connsiteX7" fmla="*/ 287274 w 383857"/>
                  <a:gd name="connsiteY7" fmla="*/ 185928 h 497776"/>
                  <a:gd name="connsiteX8" fmla="*/ 290036 w 383857"/>
                  <a:gd name="connsiteY8" fmla="*/ 185928 h 497776"/>
                  <a:gd name="connsiteX9" fmla="*/ 288608 w 383857"/>
                  <a:gd name="connsiteY9" fmla="*/ 156686 h 497776"/>
                  <a:gd name="connsiteX10" fmla="*/ 288608 w 383857"/>
                  <a:gd name="connsiteY10" fmla="*/ 0 h 497776"/>
                  <a:gd name="connsiteX11" fmla="*/ 383858 w 383857"/>
                  <a:gd name="connsiteY11" fmla="*/ 0 h 497776"/>
                  <a:gd name="connsiteX12" fmla="*/ 383858 w 383857"/>
                  <a:gd name="connsiteY12" fmla="*/ 487394 h 497776"/>
                  <a:gd name="connsiteX13" fmla="*/ 295561 w 383857"/>
                  <a:gd name="connsiteY13" fmla="*/ 487394 h 497776"/>
                  <a:gd name="connsiteX14" fmla="*/ 295561 w 383857"/>
                  <a:gd name="connsiteY14" fmla="*/ 472440 h 497776"/>
                  <a:gd name="connsiteX15" fmla="*/ 296989 w 383857"/>
                  <a:gd name="connsiteY15" fmla="*/ 441865 h 497776"/>
                  <a:gd name="connsiteX16" fmla="*/ 294227 w 383857"/>
                  <a:gd name="connsiteY16" fmla="*/ 441865 h 497776"/>
                  <a:gd name="connsiteX17" fmla="*/ 173736 w 383857"/>
                  <a:gd name="connsiteY17" fmla="*/ 497777 h 497776"/>
                  <a:gd name="connsiteX18" fmla="*/ 0 w 383857"/>
                  <a:gd name="connsiteY18" fmla="*/ 319088 h 497776"/>
                  <a:gd name="connsiteX19" fmla="*/ 177832 w 383857"/>
                  <a:gd name="connsiteY19" fmla="*/ 140303 h 49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3857" h="497776">
                    <a:moveTo>
                      <a:pt x="292132" y="317278"/>
                    </a:moveTo>
                    <a:cubicBezTo>
                      <a:pt x="294513" y="265367"/>
                      <a:pt x="254317" y="221456"/>
                      <a:pt x="202501" y="219075"/>
                    </a:cubicBezTo>
                    <a:cubicBezTo>
                      <a:pt x="199834" y="218980"/>
                      <a:pt x="197167" y="218980"/>
                      <a:pt x="194500" y="219075"/>
                    </a:cubicBezTo>
                    <a:cubicBezTo>
                      <a:pt x="138398" y="219075"/>
                      <a:pt x="97631" y="259366"/>
                      <a:pt x="97631" y="317183"/>
                    </a:cubicBezTo>
                    <a:cubicBezTo>
                      <a:pt x="97631" y="374999"/>
                      <a:pt x="138398" y="415957"/>
                      <a:pt x="194500" y="415957"/>
                    </a:cubicBezTo>
                    <a:cubicBezTo>
                      <a:pt x="250603" y="415957"/>
                      <a:pt x="292132" y="375666"/>
                      <a:pt x="292132" y="317183"/>
                    </a:cubicBezTo>
                    <a:moveTo>
                      <a:pt x="177832" y="139732"/>
                    </a:moveTo>
                    <a:cubicBezTo>
                      <a:pt x="225457" y="139732"/>
                      <a:pt x="269272" y="157353"/>
                      <a:pt x="287274" y="185928"/>
                    </a:cubicBezTo>
                    <a:lnTo>
                      <a:pt x="290036" y="185928"/>
                    </a:lnTo>
                    <a:cubicBezTo>
                      <a:pt x="288798" y="176213"/>
                      <a:pt x="288322" y="166497"/>
                      <a:pt x="288608" y="156686"/>
                    </a:cubicBezTo>
                    <a:lnTo>
                      <a:pt x="288608" y="0"/>
                    </a:lnTo>
                    <a:lnTo>
                      <a:pt x="383858" y="0"/>
                    </a:lnTo>
                    <a:lnTo>
                      <a:pt x="383858" y="487394"/>
                    </a:lnTo>
                    <a:lnTo>
                      <a:pt x="295561" y="487394"/>
                    </a:lnTo>
                    <a:lnTo>
                      <a:pt x="295561" y="472440"/>
                    </a:lnTo>
                    <a:cubicBezTo>
                      <a:pt x="295466" y="462248"/>
                      <a:pt x="295942" y="452057"/>
                      <a:pt x="296989" y="441865"/>
                    </a:cubicBezTo>
                    <a:lnTo>
                      <a:pt x="294227" y="441865"/>
                    </a:lnTo>
                    <a:cubicBezTo>
                      <a:pt x="271367" y="477584"/>
                      <a:pt x="226314" y="497777"/>
                      <a:pt x="173736" y="497777"/>
                    </a:cubicBezTo>
                    <a:cubicBezTo>
                      <a:pt x="72009" y="497777"/>
                      <a:pt x="0" y="424339"/>
                      <a:pt x="0" y="319088"/>
                    </a:cubicBezTo>
                    <a:cubicBezTo>
                      <a:pt x="0" y="213836"/>
                      <a:pt x="74771" y="140303"/>
                      <a:pt x="177832" y="140303"/>
                    </a:cubicBezTo>
                  </a:path>
                </a:pathLst>
              </a:custGeom>
              <a:solidFill>
                <a:srgbClr val="FFFFFF"/>
              </a:solidFill>
              <a:ln w="9525" cap="flat">
                <a:noFill/>
                <a:prstDash val="solid"/>
                <a:miter/>
              </a:ln>
            </p:spPr>
            <p:txBody>
              <a:bodyPr rtlCol="0" anchor="ctr"/>
              <a:lstStyle/>
              <a:p>
                <a:endParaRPr lang="fr-FR"/>
              </a:p>
            </p:txBody>
          </p:sp>
          <p:sp>
            <p:nvSpPr>
              <p:cNvPr id="39" name="Forme libre : forme 45">
                <a:extLst>
                  <a:ext uri="{FF2B5EF4-FFF2-40B4-BE49-F238E27FC236}">
                    <a16:creationId xmlns:a16="http://schemas.microsoft.com/office/drawing/2014/main" id="{55E36864-8725-192B-B9DB-9C2DF0EB4DFA}"/>
                  </a:ext>
                </a:extLst>
              </p:cNvPr>
              <p:cNvSpPr/>
              <p:nvPr/>
            </p:nvSpPr>
            <p:spPr>
              <a:xfrm>
                <a:off x="6852951" y="3643217"/>
                <a:ext cx="366926" cy="357473"/>
              </a:xfrm>
              <a:custGeom>
                <a:avLst/>
                <a:gdLst>
                  <a:gd name="connsiteX0" fmla="*/ 100584 w 366926"/>
                  <a:gd name="connsiteY0" fmla="*/ 149543 h 357473"/>
                  <a:gd name="connsiteX1" fmla="*/ 272034 w 366926"/>
                  <a:gd name="connsiteY1" fmla="*/ 149543 h 357473"/>
                  <a:gd name="connsiteX2" fmla="*/ 188976 w 366926"/>
                  <a:gd name="connsiteY2" fmla="*/ 79343 h 357473"/>
                  <a:gd name="connsiteX3" fmla="*/ 100393 w 366926"/>
                  <a:gd name="connsiteY3" fmla="*/ 149543 h 357473"/>
                  <a:gd name="connsiteX4" fmla="*/ 192500 w 366926"/>
                  <a:gd name="connsiteY4" fmla="*/ 357473 h 357473"/>
                  <a:gd name="connsiteX5" fmla="*/ 0 w 366926"/>
                  <a:gd name="connsiteY5" fmla="*/ 178784 h 357473"/>
                  <a:gd name="connsiteX6" fmla="*/ 191071 w 366926"/>
                  <a:gd name="connsiteY6" fmla="*/ 0 h 357473"/>
                  <a:gd name="connsiteX7" fmla="*/ 366903 w 366926"/>
                  <a:gd name="connsiteY7" fmla="*/ 178784 h 357473"/>
                  <a:gd name="connsiteX8" fmla="*/ 364141 w 366926"/>
                  <a:gd name="connsiteY8" fmla="*/ 207359 h 357473"/>
                  <a:gd name="connsiteX9" fmla="*/ 100584 w 366926"/>
                  <a:gd name="connsiteY9" fmla="*/ 207359 h 357473"/>
                  <a:gd name="connsiteX10" fmla="*/ 193358 w 366926"/>
                  <a:gd name="connsiteY10" fmla="*/ 276892 h 357473"/>
                  <a:gd name="connsiteX11" fmla="*/ 283369 w 366926"/>
                  <a:gd name="connsiteY11" fmla="*/ 237268 h 357473"/>
                  <a:gd name="connsiteX12" fmla="*/ 339471 w 366926"/>
                  <a:gd name="connsiteY12" fmla="*/ 292513 h 357473"/>
                  <a:gd name="connsiteX13" fmla="*/ 192691 w 366926"/>
                  <a:gd name="connsiteY13" fmla="*/ 357473 h 35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6926" h="357473">
                    <a:moveTo>
                      <a:pt x="100584" y="149543"/>
                    </a:moveTo>
                    <a:lnTo>
                      <a:pt x="272034" y="149543"/>
                    </a:lnTo>
                    <a:cubicBezTo>
                      <a:pt x="266986" y="108014"/>
                      <a:pt x="230791" y="77438"/>
                      <a:pt x="188976" y="79343"/>
                    </a:cubicBezTo>
                    <a:cubicBezTo>
                      <a:pt x="141922" y="79343"/>
                      <a:pt x="110109" y="105918"/>
                      <a:pt x="100393" y="149543"/>
                    </a:cubicBezTo>
                    <a:moveTo>
                      <a:pt x="192500" y="357473"/>
                    </a:moveTo>
                    <a:cubicBezTo>
                      <a:pt x="78867" y="357473"/>
                      <a:pt x="0" y="282131"/>
                      <a:pt x="0" y="178784"/>
                    </a:cubicBezTo>
                    <a:cubicBezTo>
                      <a:pt x="0" y="75438"/>
                      <a:pt x="79629" y="0"/>
                      <a:pt x="191071" y="0"/>
                    </a:cubicBezTo>
                    <a:cubicBezTo>
                      <a:pt x="296323" y="0"/>
                      <a:pt x="366903" y="74771"/>
                      <a:pt x="366903" y="178784"/>
                    </a:cubicBezTo>
                    <a:cubicBezTo>
                      <a:pt x="367094" y="188404"/>
                      <a:pt x="366141" y="197929"/>
                      <a:pt x="364141" y="207359"/>
                    </a:cubicBezTo>
                    <a:lnTo>
                      <a:pt x="100584" y="207359"/>
                    </a:lnTo>
                    <a:cubicBezTo>
                      <a:pt x="110966" y="251555"/>
                      <a:pt x="143542" y="276892"/>
                      <a:pt x="193358" y="276892"/>
                    </a:cubicBezTo>
                    <a:cubicBezTo>
                      <a:pt x="233458" y="276892"/>
                      <a:pt x="260032" y="265176"/>
                      <a:pt x="283369" y="237268"/>
                    </a:cubicBezTo>
                    <a:lnTo>
                      <a:pt x="339471" y="292513"/>
                    </a:lnTo>
                    <a:cubicBezTo>
                      <a:pt x="302705" y="337280"/>
                      <a:pt x="253746" y="357473"/>
                      <a:pt x="192691" y="357473"/>
                    </a:cubicBezTo>
                  </a:path>
                </a:pathLst>
              </a:custGeom>
              <a:solidFill>
                <a:srgbClr val="FFFFFF"/>
              </a:solidFill>
              <a:ln w="9525" cap="flat">
                <a:noFill/>
                <a:prstDash val="solid"/>
                <a:miter/>
              </a:ln>
            </p:spPr>
            <p:txBody>
              <a:bodyPr rtlCol="0" anchor="ctr"/>
              <a:lstStyle/>
              <a:p>
                <a:endParaRPr lang="fr-FR"/>
              </a:p>
            </p:txBody>
          </p:sp>
          <p:sp>
            <p:nvSpPr>
              <p:cNvPr id="40" name="Forme libre : forme 46">
                <a:extLst>
                  <a:ext uri="{FF2B5EF4-FFF2-40B4-BE49-F238E27FC236}">
                    <a16:creationId xmlns:a16="http://schemas.microsoft.com/office/drawing/2014/main" id="{E2A0D6C9-90E7-8C22-31C6-B9803D6E3980}"/>
                  </a:ext>
                </a:extLst>
              </p:cNvPr>
              <p:cNvSpPr/>
              <p:nvPr/>
            </p:nvSpPr>
            <p:spPr>
              <a:xfrm>
                <a:off x="7251286" y="3644074"/>
                <a:ext cx="266509" cy="357411"/>
              </a:xfrm>
              <a:custGeom>
                <a:avLst/>
                <a:gdLst>
                  <a:gd name="connsiteX0" fmla="*/ 257556 w 266509"/>
                  <a:gd name="connsiteY0" fmla="*/ 213931 h 357411"/>
                  <a:gd name="connsiteX1" fmla="*/ 245459 w 266509"/>
                  <a:gd name="connsiteY1" fmla="*/ 194215 h 357411"/>
                  <a:gd name="connsiteX2" fmla="*/ 245459 w 266509"/>
                  <a:gd name="connsiteY2" fmla="*/ 194215 h 357411"/>
                  <a:gd name="connsiteX3" fmla="*/ 239935 w 266509"/>
                  <a:gd name="connsiteY3" fmla="*/ 187928 h 357411"/>
                  <a:gd name="connsiteX4" fmla="*/ 239935 w 266509"/>
                  <a:gd name="connsiteY4" fmla="*/ 187928 h 357411"/>
                  <a:gd name="connsiteX5" fmla="*/ 233934 w 266509"/>
                  <a:gd name="connsiteY5" fmla="*/ 182213 h 357411"/>
                  <a:gd name="connsiteX6" fmla="*/ 233934 w 266509"/>
                  <a:gd name="connsiteY6" fmla="*/ 182213 h 357411"/>
                  <a:gd name="connsiteX7" fmla="*/ 227647 w 266509"/>
                  <a:gd name="connsiteY7" fmla="*/ 177070 h 357411"/>
                  <a:gd name="connsiteX8" fmla="*/ 227647 w 266509"/>
                  <a:gd name="connsiteY8" fmla="*/ 177070 h 357411"/>
                  <a:gd name="connsiteX9" fmla="*/ 221171 w 266509"/>
                  <a:gd name="connsiteY9" fmla="*/ 172402 h 357411"/>
                  <a:gd name="connsiteX10" fmla="*/ 220599 w 266509"/>
                  <a:gd name="connsiteY10" fmla="*/ 172402 h 357411"/>
                  <a:gd name="connsiteX11" fmla="*/ 213931 w 266509"/>
                  <a:gd name="connsiteY11" fmla="*/ 168211 h 357411"/>
                  <a:gd name="connsiteX12" fmla="*/ 213170 w 266509"/>
                  <a:gd name="connsiteY12" fmla="*/ 168211 h 357411"/>
                  <a:gd name="connsiteX13" fmla="*/ 206597 w 266509"/>
                  <a:gd name="connsiteY13" fmla="*/ 164401 h 357411"/>
                  <a:gd name="connsiteX14" fmla="*/ 205454 w 266509"/>
                  <a:gd name="connsiteY14" fmla="*/ 163830 h 357411"/>
                  <a:gd name="connsiteX15" fmla="*/ 198882 w 266509"/>
                  <a:gd name="connsiteY15" fmla="*/ 160306 h 357411"/>
                  <a:gd name="connsiteX16" fmla="*/ 197548 w 266509"/>
                  <a:gd name="connsiteY16" fmla="*/ 159639 h 357411"/>
                  <a:gd name="connsiteX17" fmla="*/ 189547 w 266509"/>
                  <a:gd name="connsiteY17" fmla="*/ 155734 h 357411"/>
                  <a:gd name="connsiteX18" fmla="*/ 144589 w 266509"/>
                  <a:gd name="connsiteY18" fmla="*/ 134302 h 357411"/>
                  <a:gd name="connsiteX19" fmla="*/ 144589 w 266509"/>
                  <a:gd name="connsiteY19" fmla="*/ 134302 h 357411"/>
                  <a:gd name="connsiteX20" fmla="*/ 104489 w 266509"/>
                  <a:gd name="connsiteY20" fmla="*/ 99250 h 357411"/>
                  <a:gd name="connsiteX21" fmla="*/ 138398 w 266509"/>
                  <a:gd name="connsiteY21" fmla="*/ 72580 h 357411"/>
                  <a:gd name="connsiteX22" fmla="*/ 199358 w 266509"/>
                  <a:gd name="connsiteY22" fmla="*/ 112204 h 357411"/>
                  <a:gd name="connsiteX23" fmla="*/ 266509 w 266509"/>
                  <a:gd name="connsiteY23" fmla="*/ 74104 h 357411"/>
                  <a:gd name="connsiteX24" fmla="*/ 136398 w 266509"/>
                  <a:gd name="connsiteY24" fmla="*/ 0 h 357411"/>
                  <a:gd name="connsiteX25" fmla="*/ 15907 w 266509"/>
                  <a:gd name="connsiteY25" fmla="*/ 99441 h 357411"/>
                  <a:gd name="connsiteX26" fmla="*/ 93440 w 266509"/>
                  <a:gd name="connsiteY26" fmla="*/ 199549 h 357411"/>
                  <a:gd name="connsiteX27" fmla="*/ 131540 w 266509"/>
                  <a:gd name="connsiteY27" fmla="*/ 217075 h 357411"/>
                  <a:gd name="connsiteX28" fmla="*/ 170974 w 266509"/>
                  <a:gd name="connsiteY28" fmla="*/ 252889 h 357411"/>
                  <a:gd name="connsiteX29" fmla="*/ 132874 w 266509"/>
                  <a:gd name="connsiteY29" fmla="*/ 283369 h 357411"/>
                  <a:gd name="connsiteX30" fmla="*/ 72009 w 266509"/>
                  <a:gd name="connsiteY30" fmla="*/ 234029 h 357411"/>
                  <a:gd name="connsiteX31" fmla="*/ 0 w 266509"/>
                  <a:gd name="connsiteY31" fmla="*/ 271653 h 357411"/>
                  <a:gd name="connsiteX32" fmla="*/ 132207 w 266509"/>
                  <a:gd name="connsiteY32" fmla="*/ 357378 h 357411"/>
                  <a:gd name="connsiteX33" fmla="*/ 204692 w 266509"/>
                  <a:gd name="connsiteY33" fmla="*/ 343567 h 357411"/>
                  <a:gd name="connsiteX34" fmla="*/ 206788 w 266509"/>
                  <a:gd name="connsiteY34" fmla="*/ 342614 h 357411"/>
                  <a:gd name="connsiteX35" fmla="*/ 213360 w 266509"/>
                  <a:gd name="connsiteY35" fmla="*/ 339376 h 357411"/>
                  <a:gd name="connsiteX36" fmla="*/ 213836 w 266509"/>
                  <a:gd name="connsiteY36" fmla="*/ 339376 h 357411"/>
                  <a:gd name="connsiteX37" fmla="*/ 224980 w 266509"/>
                  <a:gd name="connsiteY37" fmla="*/ 332423 h 357411"/>
                  <a:gd name="connsiteX38" fmla="*/ 228219 w 266509"/>
                  <a:gd name="connsiteY38" fmla="*/ 330136 h 357411"/>
                  <a:gd name="connsiteX39" fmla="*/ 232315 w 266509"/>
                  <a:gd name="connsiteY39" fmla="*/ 326898 h 357411"/>
                  <a:gd name="connsiteX40" fmla="*/ 235839 w 266509"/>
                  <a:gd name="connsiteY40" fmla="*/ 323659 h 357411"/>
                  <a:gd name="connsiteX41" fmla="*/ 239649 w 266509"/>
                  <a:gd name="connsiteY41" fmla="*/ 320040 h 357411"/>
                  <a:gd name="connsiteX42" fmla="*/ 244697 w 266509"/>
                  <a:gd name="connsiteY42" fmla="*/ 314420 h 357411"/>
                  <a:gd name="connsiteX43" fmla="*/ 247079 w 266509"/>
                  <a:gd name="connsiteY43" fmla="*/ 311277 h 357411"/>
                  <a:gd name="connsiteX44" fmla="*/ 250317 w 266509"/>
                  <a:gd name="connsiteY44" fmla="*/ 306800 h 357411"/>
                  <a:gd name="connsiteX45" fmla="*/ 252317 w 266509"/>
                  <a:gd name="connsiteY45" fmla="*/ 303657 h 357411"/>
                  <a:gd name="connsiteX46" fmla="*/ 256413 w 266509"/>
                  <a:gd name="connsiteY46" fmla="*/ 296228 h 357411"/>
                  <a:gd name="connsiteX47" fmla="*/ 256413 w 266509"/>
                  <a:gd name="connsiteY47" fmla="*/ 296228 h 357411"/>
                  <a:gd name="connsiteX48" fmla="*/ 263271 w 266509"/>
                  <a:gd name="connsiteY48" fmla="*/ 276415 h 357411"/>
                  <a:gd name="connsiteX49" fmla="*/ 263271 w 266509"/>
                  <a:gd name="connsiteY49" fmla="*/ 276415 h 357411"/>
                  <a:gd name="connsiteX50" fmla="*/ 266224 w 266509"/>
                  <a:gd name="connsiteY50" fmla="*/ 253651 h 357411"/>
                  <a:gd name="connsiteX51" fmla="*/ 258318 w 266509"/>
                  <a:gd name="connsiteY51" fmla="*/ 214979 h 357411"/>
                  <a:gd name="connsiteX52" fmla="*/ 257556 w 266509"/>
                  <a:gd name="connsiteY52" fmla="*/ 213931 h 35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6509" h="357411">
                    <a:moveTo>
                      <a:pt x="257556" y="213931"/>
                    </a:moveTo>
                    <a:cubicBezTo>
                      <a:pt x="254413" y="206788"/>
                      <a:pt x="250412" y="200215"/>
                      <a:pt x="245459" y="194215"/>
                    </a:cubicBezTo>
                    <a:lnTo>
                      <a:pt x="245459" y="194215"/>
                    </a:lnTo>
                    <a:cubicBezTo>
                      <a:pt x="243649" y="192024"/>
                      <a:pt x="241840" y="189928"/>
                      <a:pt x="239935" y="187928"/>
                    </a:cubicBezTo>
                    <a:lnTo>
                      <a:pt x="239935" y="187928"/>
                    </a:lnTo>
                    <a:cubicBezTo>
                      <a:pt x="238030" y="185928"/>
                      <a:pt x="236029" y="184023"/>
                      <a:pt x="233934" y="182213"/>
                    </a:cubicBezTo>
                    <a:lnTo>
                      <a:pt x="233934" y="182213"/>
                    </a:lnTo>
                    <a:cubicBezTo>
                      <a:pt x="231934" y="180403"/>
                      <a:pt x="229838" y="178689"/>
                      <a:pt x="227647" y="177070"/>
                    </a:cubicBezTo>
                    <a:lnTo>
                      <a:pt x="227647" y="177070"/>
                    </a:lnTo>
                    <a:cubicBezTo>
                      <a:pt x="225552" y="175450"/>
                      <a:pt x="223361" y="173926"/>
                      <a:pt x="221171" y="172402"/>
                    </a:cubicBezTo>
                    <a:lnTo>
                      <a:pt x="220599" y="172402"/>
                    </a:lnTo>
                    <a:lnTo>
                      <a:pt x="213931" y="168211"/>
                    </a:lnTo>
                    <a:lnTo>
                      <a:pt x="213170" y="168211"/>
                    </a:lnTo>
                    <a:lnTo>
                      <a:pt x="206597" y="164401"/>
                    </a:lnTo>
                    <a:lnTo>
                      <a:pt x="205454" y="163830"/>
                    </a:lnTo>
                    <a:lnTo>
                      <a:pt x="198882" y="160306"/>
                    </a:lnTo>
                    <a:lnTo>
                      <a:pt x="197548" y="159639"/>
                    </a:lnTo>
                    <a:lnTo>
                      <a:pt x="189547" y="155734"/>
                    </a:lnTo>
                    <a:lnTo>
                      <a:pt x="144589" y="134302"/>
                    </a:lnTo>
                    <a:lnTo>
                      <a:pt x="144589" y="134302"/>
                    </a:lnTo>
                    <a:cubicBezTo>
                      <a:pt x="114871" y="120586"/>
                      <a:pt x="104489" y="114109"/>
                      <a:pt x="104489" y="99250"/>
                    </a:cubicBezTo>
                    <a:cubicBezTo>
                      <a:pt x="104489" y="82296"/>
                      <a:pt x="119063" y="72580"/>
                      <a:pt x="138398" y="72580"/>
                    </a:cubicBezTo>
                    <a:cubicBezTo>
                      <a:pt x="167545" y="72580"/>
                      <a:pt x="186023" y="89440"/>
                      <a:pt x="199358" y="112204"/>
                    </a:cubicBezTo>
                    <a:lnTo>
                      <a:pt x="266509" y="74104"/>
                    </a:lnTo>
                    <a:cubicBezTo>
                      <a:pt x="245078" y="33814"/>
                      <a:pt x="206978" y="0"/>
                      <a:pt x="136398" y="0"/>
                    </a:cubicBezTo>
                    <a:cubicBezTo>
                      <a:pt x="65818" y="0"/>
                      <a:pt x="15907" y="45529"/>
                      <a:pt x="15907" y="99441"/>
                    </a:cubicBezTo>
                    <a:cubicBezTo>
                      <a:pt x="15907" y="159258"/>
                      <a:pt x="53340" y="181356"/>
                      <a:pt x="93440" y="199549"/>
                    </a:cubicBezTo>
                    <a:lnTo>
                      <a:pt x="131540" y="217075"/>
                    </a:lnTo>
                    <a:cubicBezTo>
                      <a:pt x="161258" y="230124"/>
                      <a:pt x="170974" y="239173"/>
                      <a:pt x="170974" y="252889"/>
                    </a:cubicBezTo>
                    <a:cubicBezTo>
                      <a:pt x="170974" y="271939"/>
                      <a:pt x="155734" y="283369"/>
                      <a:pt x="132874" y="283369"/>
                    </a:cubicBezTo>
                    <a:cubicBezTo>
                      <a:pt x="103727" y="282702"/>
                      <a:pt x="78676" y="262414"/>
                      <a:pt x="72009" y="234029"/>
                    </a:cubicBezTo>
                    <a:lnTo>
                      <a:pt x="0" y="271653"/>
                    </a:lnTo>
                    <a:cubicBezTo>
                      <a:pt x="13145" y="315849"/>
                      <a:pt x="53340" y="357378"/>
                      <a:pt x="132207" y="357378"/>
                    </a:cubicBezTo>
                    <a:cubicBezTo>
                      <a:pt x="157067" y="357854"/>
                      <a:pt x="181737" y="353187"/>
                      <a:pt x="204692" y="343567"/>
                    </a:cubicBezTo>
                    <a:lnTo>
                      <a:pt x="206788" y="342614"/>
                    </a:lnTo>
                    <a:cubicBezTo>
                      <a:pt x="209074" y="341567"/>
                      <a:pt x="211264" y="340519"/>
                      <a:pt x="213360" y="339376"/>
                    </a:cubicBezTo>
                    <a:lnTo>
                      <a:pt x="213836" y="339376"/>
                    </a:lnTo>
                    <a:cubicBezTo>
                      <a:pt x="217646" y="337280"/>
                      <a:pt x="221361" y="334994"/>
                      <a:pt x="224980" y="332423"/>
                    </a:cubicBezTo>
                    <a:lnTo>
                      <a:pt x="228219" y="330136"/>
                    </a:lnTo>
                    <a:lnTo>
                      <a:pt x="232315" y="326898"/>
                    </a:lnTo>
                    <a:lnTo>
                      <a:pt x="235839" y="323659"/>
                    </a:lnTo>
                    <a:cubicBezTo>
                      <a:pt x="237172" y="322421"/>
                      <a:pt x="238506" y="321278"/>
                      <a:pt x="239649" y="320040"/>
                    </a:cubicBezTo>
                    <a:cubicBezTo>
                      <a:pt x="240792" y="318802"/>
                      <a:pt x="243078" y="316325"/>
                      <a:pt x="244697" y="314420"/>
                    </a:cubicBezTo>
                    <a:cubicBezTo>
                      <a:pt x="245554" y="313373"/>
                      <a:pt x="246316" y="312325"/>
                      <a:pt x="247079" y="311277"/>
                    </a:cubicBezTo>
                    <a:cubicBezTo>
                      <a:pt x="248221" y="309848"/>
                      <a:pt x="249269" y="308324"/>
                      <a:pt x="250317" y="306800"/>
                    </a:cubicBezTo>
                    <a:lnTo>
                      <a:pt x="252317" y="303657"/>
                    </a:lnTo>
                    <a:cubicBezTo>
                      <a:pt x="253841" y="301180"/>
                      <a:pt x="255175" y="298704"/>
                      <a:pt x="256413" y="296228"/>
                    </a:cubicBezTo>
                    <a:lnTo>
                      <a:pt x="256413" y="296228"/>
                    </a:lnTo>
                    <a:cubicBezTo>
                      <a:pt x="259461" y="289941"/>
                      <a:pt x="261747" y="283273"/>
                      <a:pt x="263271" y="276415"/>
                    </a:cubicBezTo>
                    <a:lnTo>
                      <a:pt x="263271" y="276415"/>
                    </a:lnTo>
                    <a:cubicBezTo>
                      <a:pt x="265081" y="268986"/>
                      <a:pt x="266129" y="261366"/>
                      <a:pt x="266224" y="253651"/>
                    </a:cubicBezTo>
                    <a:cubicBezTo>
                      <a:pt x="266224" y="240316"/>
                      <a:pt x="263557" y="227171"/>
                      <a:pt x="258318" y="214979"/>
                    </a:cubicBezTo>
                    <a:lnTo>
                      <a:pt x="257556" y="213931"/>
                    </a:lnTo>
                    <a:close/>
                  </a:path>
                </a:pathLst>
              </a:custGeom>
              <a:solidFill>
                <a:srgbClr val="FFFFFF"/>
              </a:solidFill>
              <a:ln w="9525" cap="flat">
                <a:noFill/>
                <a:prstDash val="solid"/>
                <a:miter/>
              </a:ln>
            </p:spPr>
            <p:txBody>
              <a:bodyPr rtlCol="0" anchor="ctr"/>
              <a:lstStyle/>
              <a:p>
                <a:endParaRPr lang="fr-FR"/>
              </a:p>
            </p:txBody>
          </p:sp>
          <p:sp>
            <p:nvSpPr>
              <p:cNvPr id="41" name="Forme libre : forme 47">
                <a:extLst>
                  <a:ext uri="{FF2B5EF4-FFF2-40B4-BE49-F238E27FC236}">
                    <a16:creationId xmlns:a16="http://schemas.microsoft.com/office/drawing/2014/main" id="{0337B8CE-01C2-01B6-56BF-A743774B6CAF}"/>
                  </a:ext>
                </a:extLst>
              </p:cNvPr>
              <p:cNvSpPr/>
              <p:nvPr/>
            </p:nvSpPr>
            <p:spPr>
              <a:xfrm>
                <a:off x="6236683" y="3503390"/>
                <a:ext cx="96869" cy="92392"/>
              </a:xfrm>
              <a:custGeom>
                <a:avLst/>
                <a:gdLst>
                  <a:gd name="connsiteX0" fmla="*/ 96869 w 96869"/>
                  <a:gd name="connsiteY0" fmla="*/ 29718 h 92392"/>
                  <a:gd name="connsiteX1" fmla="*/ 64008 w 96869"/>
                  <a:gd name="connsiteY1" fmla="*/ 7239 h 92392"/>
                  <a:gd name="connsiteX2" fmla="*/ 0 w 96869"/>
                  <a:gd name="connsiteY2" fmla="*/ 0 h 92392"/>
                  <a:gd name="connsiteX3" fmla="*/ 0 w 96869"/>
                  <a:gd name="connsiteY3" fmla="*/ 92393 h 92392"/>
                  <a:gd name="connsiteX4" fmla="*/ 96869 w 96869"/>
                  <a:gd name="connsiteY4" fmla="*/ 92393 h 92392"/>
                  <a:gd name="connsiteX5" fmla="*/ 96869 w 96869"/>
                  <a:gd name="connsiteY5" fmla="*/ 29718 h 9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869" h="92392">
                    <a:moveTo>
                      <a:pt x="96869" y="29718"/>
                    </a:moveTo>
                    <a:cubicBezTo>
                      <a:pt x="96869" y="12954"/>
                      <a:pt x="82867" y="10668"/>
                      <a:pt x="64008" y="7239"/>
                    </a:cubicBezTo>
                    <a:lnTo>
                      <a:pt x="0" y="0"/>
                    </a:lnTo>
                    <a:lnTo>
                      <a:pt x="0" y="92393"/>
                    </a:lnTo>
                    <a:lnTo>
                      <a:pt x="96869" y="92393"/>
                    </a:lnTo>
                    <a:lnTo>
                      <a:pt x="96869" y="29718"/>
                    </a:lnTo>
                    <a:close/>
                  </a:path>
                </a:pathLst>
              </a:custGeom>
              <a:solidFill>
                <a:srgbClr val="FFFFFF"/>
              </a:solidFill>
              <a:ln w="9525"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2525269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image" Target="../media/image1.png"/><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a890c60b-f7ee-4629-8057-c1c752f8de93">
            <a:extLst>
              <a:ext uri="{FF2B5EF4-FFF2-40B4-BE49-F238E27FC236}">
                <a16:creationId xmlns:a16="http://schemas.microsoft.com/office/drawing/2014/main" id="{9C53EB76-31C6-B9C4-49C7-1E05C9C82CAB}"/>
              </a:ext>
            </a:extLst>
          </p:cNvPr>
          <p:cNvGrpSpPr/>
          <p:nvPr userDrawn="1"/>
        </p:nvGrpSpPr>
        <p:grpSpPr>
          <a:xfrm>
            <a:off x="11908150" y="-1"/>
            <a:ext cx="283850" cy="6858001"/>
            <a:chOff x="11908150" y="-1"/>
            <a:chExt cx="283850" cy="6858001"/>
          </a:xfrm>
        </p:grpSpPr>
        <p:sp>
          <p:nvSpPr>
            <p:cNvPr id="9" name="Rectangle 1">
              <a:extLst>
                <a:ext uri="{FF2B5EF4-FFF2-40B4-BE49-F238E27FC236}">
                  <a16:creationId xmlns:a16="http://schemas.microsoft.com/office/drawing/2014/main" id="{20C7F596-A886-06F0-D785-E71591CA0212}"/>
                </a:ext>
              </a:extLst>
            </p:cNvPr>
            <p:cNvSpPr/>
            <p:nvPr/>
          </p:nvSpPr>
          <p:spPr>
            <a:xfrm>
              <a:off x="11908150" y="-1"/>
              <a:ext cx="283850" cy="6431459"/>
            </a:xfrm>
            <a:prstGeom prst="rect">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10" name="Rectangle 2">
              <a:extLst>
                <a:ext uri="{FF2B5EF4-FFF2-40B4-BE49-F238E27FC236}">
                  <a16:creationId xmlns:a16="http://schemas.microsoft.com/office/drawing/2014/main" id="{63B5BA90-5F8F-3326-D4CA-42036A2F51BB}"/>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grpSp>
      <p:sp>
        <p:nvSpPr>
          <p:cNvPr id="2" name="Espace réservé du titre 1">
            <a:extLst>
              <a:ext uri="{FF2B5EF4-FFF2-40B4-BE49-F238E27FC236}">
                <a16:creationId xmlns:a16="http://schemas.microsoft.com/office/drawing/2014/main" id="{A05A11CC-AF47-32BB-A85F-7F42CB2E0260}"/>
              </a:ext>
            </a:extLst>
          </p:cNvPr>
          <p:cNvSpPr>
            <a:spLocks noGrp="1"/>
          </p:cNvSpPr>
          <p:nvPr>
            <p:ph type="title"/>
          </p:nvPr>
        </p:nvSpPr>
        <p:spPr>
          <a:xfrm>
            <a:off x="659395" y="365125"/>
            <a:ext cx="10837205" cy="498598"/>
          </a:xfrm>
          <a:prstGeom prst="rect">
            <a:avLst/>
          </a:prstGeom>
        </p:spPr>
        <p:txBody>
          <a:bodyPr vert="horz" wrap="square" lIns="0" tIns="0" rIns="0" bIns="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5A03061D-9886-461B-A702-77F2E3BDA1B3}"/>
              </a:ext>
            </a:extLst>
          </p:cNvPr>
          <p:cNvSpPr>
            <a:spLocks noGrp="1"/>
          </p:cNvSpPr>
          <p:nvPr>
            <p:ph type="body" idx="1"/>
          </p:nvPr>
        </p:nvSpPr>
        <p:spPr>
          <a:xfrm>
            <a:off x="484136" y="1825625"/>
            <a:ext cx="11012464" cy="4351338"/>
          </a:xfrm>
          <a:prstGeom prst="rect">
            <a:avLst/>
          </a:prstGeom>
        </p:spPr>
        <p:txBody>
          <a:bodyPr vert="horz" lIns="0" tIns="0" rIns="0" bIns="0" rtlCol="0">
            <a:normAutofit/>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4" name="Espace réservé de la date 3">
            <a:extLst>
              <a:ext uri="{FF2B5EF4-FFF2-40B4-BE49-F238E27FC236}">
                <a16:creationId xmlns:a16="http://schemas.microsoft.com/office/drawing/2014/main" id="{96FE7F8D-1D5C-3BDD-4D76-5A792FD9A04C}"/>
              </a:ext>
            </a:extLst>
          </p:cNvPr>
          <p:cNvSpPr>
            <a:spLocks noGrp="1"/>
          </p:cNvSpPr>
          <p:nvPr>
            <p:ph type="dt" sz="half" idx="2"/>
          </p:nvPr>
        </p:nvSpPr>
        <p:spPr>
          <a:xfrm>
            <a:off x="484136" y="631031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F2370B-DB91-48F1-A4D4-501DDD68A57C}" type="datetime1">
              <a:rPr lang="fr-FR" smtClean="0"/>
              <a:t>03/03/2025</a:t>
            </a:fld>
            <a:endParaRPr lang="fr-FR"/>
          </a:p>
        </p:txBody>
      </p:sp>
      <p:sp>
        <p:nvSpPr>
          <p:cNvPr id="5" name="Espace réservé du pied de page 4">
            <a:extLst>
              <a:ext uri="{FF2B5EF4-FFF2-40B4-BE49-F238E27FC236}">
                <a16:creationId xmlns:a16="http://schemas.microsoft.com/office/drawing/2014/main" id="{A1AE2705-A3E8-ED76-BCFE-DB1180A25BC0}"/>
              </a:ext>
            </a:extLst>
          </p:cNvPr>
          <p:cNvSpPr>
            <a:spLocks noGrp="1"/>
          </p:cNvSpPr>
          <p:nvPr>
            <p:ph type="ftr" sz="quarter" idx="3"/>
          </p:nvPr>
        </p:nvSpPr>
        <p:spPr>
          <a:xfrm rot="16200000">
            <a:off x="9016909" y="3352126"/>
            <a:ext cx="6066335" cy="92333"/>
          </a:xfrm>
          <a:prstGeom prst="rect">
            <a:avLst/>
          </a:prstGeom>
        </p:spPr>
        <p:txBody>
          <a:bodyPr vert="horz" wrap="square" lIns="144000" tIns="0" rIns="0" bIns="0" rtlCol="0" anchor="ctr">
            <a:spAutoFit/>
          </a:bodyPr>
          <a:lstStyle>
            <a:lvl1pPr algn="l">
              <a:defRPr sz="600" cap="all" spc="300" baseline="0">
                <a:solidFill>
                  <a:schemeClr val="tx1">
                    <a:alpha val="70000"/>
                  </a:schemeClr>
                </a:solidFill>
              </a:defRPr>
            </a:lvl1pPr>
          </a:lstStyle>
          <a:p>
            <a:r>
              <a:rPr lang="fr-FR"/>
              <a:t>Titre du document //  Niveau de confidentialité // Interne/Externe</a:t>
            </a:r>
          </a:p>
        </p:txBody>
      </p:sp>
      <p:sp>
        <p:nvSpPr>
          <p:cNvPr id="6" name="Espace réservé du numéro de diapositive 5">
            <a:extLst>
              <a:ext uri="{FF2B5EF4-FFF2-40B4-BE49-F238E27FC236}">
                <a16:creationId xmlns:a16="http://schemas.microsoft.com/office/drawing/2014/main" id="{4119B71F-1541-6682-43A9-F5C68C536221}"/>
              </a:ext>
            </a:extLst>
          </p:cNvPr>
          <p:cNvSpPr>
            <a:spLocks noGrp="1"/>
          </p:cNvSpPr>
          <p:nvPr>
            <p:ph type="sldNum" sz="quarter" idx="4"/>
          </p:nvPr>
        </p:nvSpPr>
        <p:spPr>
          <a:xfrm>
            <a:off x="11938667" y="6567793"/>
            <a:ext cx="222817" cy="153888"/>
          </a:xfrm>
          <a:prstGeom prst="rect">
            <a:avLst/>
          </a:prstGeom>
        </p:spPr>
        <p:txBody>
          <a:bodyPr vert="horz" wrap="none" lIns="0" tIns="0" rIns="0" bIns="0" rtlCol="0" anchor="ctr">
            <a:spAutoFit/>
          </a:bodyPr>
          <a:lstStyle>
            <a:lvl1pPr algn="ctr">
              <a:defRPr sz="1000">
                <a:solidFill>
                  <a:schemeClr val="bg1"/>
                </a:solidFill>
              </a:defRPr>
            </a:lvl1pPr>
          </a:lstStyle>
          <a:p>
            <a:fld id="{3A28F117-D1D1-4562-BBA1-C4174F9770ED}" type="slidenum">
              <a:rPr lang="fr-FR" smtClean="0"/>
              <a:pPr/>
              <a:t>‹N°›</a:t>
            </a:fld>
            <a:endParaRPr lang="fr-FR"/>
          </a:p>
        </p:txBody>
      </p:sp>
      <p:grpSp>
        <p:nvGrpSpPr>
          <p:cNvPr id="11" name="Graphique 107">
            <a:extLst>
              <a:ext uri="{FF2B5EF4-FFF2-40B4-BE49-F238E27FC236}">
                <a16:creationId xmlns:a16="http://schemas.microsoft.com/office/drawing/2014/main" id="{1AC85225-072B-05EC-3877-52E46B62056F}"/>
              </a:ext>
            </a:extLst>
          </p:cNvPr>
          <p:cNvGrpSpPr/>
          <p:nvPr userDrawn="1"/>
        </p:nvGrpSpPr>
        <p:grpSpPr>
          <a:xfrm>
            <a:off x="5657850" y="6431475"/>
            <a:ext cx="876300" cy="194766"/>
            <a:chOff x="1526098" y="1657847"/>
            <a:chExt cx="1191189" cy="264757"/>
          </a:xfrm>
        </p:grpSpPr>
        <p:grpSp>
          <p:nvGrpSpPr>
            <p:cNvPr id="12" name="Graphique 107">
              <a:extLst>
                <a:ext uri="{FF2B5EF4-FFF2-40B4-BE49-F238E27FC236}">
                  <a16:creationId xmlns:a16="http://schemas.microsoft.com/office/drawing/2014/main" id="{7CDF234C-80CC-2294-CC3A-0FF688FC9F2F}"/>
                </a:ext>
              </a:extLst>
            </p:cNvPr>
            <p:cNvGrpSpPr/>
            <p:nvPr/>
          </p:nvGrpSpPr>
          <p:grpSpPr>
            <a:xfrm>
              <a:off x="1526098" y="1657847"/>
              <a:ext cx="1188982" cy="264757"/>
              <a:chOff x="1526098" y="1657847"/>
              <a:chExt cx="1188982" cy="264757"/>
            </a:xfrm>
          </p:grpSpPr>
          <p:sp>
            <p:nvSpPr>
              <p:cNvPr id="18" name="Forme libre : forme 17">
                <a:extLst>
                  <a:ext uri="{FF2B5EF4-FFF2-40B4-BE49-F238E27FC236}">
                    <a16:creationId xmlns:a16="http://schemas.microsoft.com/office/drawing/2014/main" id="{F2682466-1BA3-1E30-DF02-51F6A948FB2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9" name="Forme libre : forme 18">
                <a:extLst>
                  <a:ext uri="{FF2B5EF4-FFF2-40B4-BE49-F238E27FC236}">
                    <a16:creationId xmlns:a16="http://schemas.microsoft.com/office/drawing/2014/main" id="{68409BFB-0759-20A2-2865-E3F49F971DD4}"/>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20" name="Forme libre : forme 19">
                <a:extLst>
                  <a:ext uri="{FF2B5EF4-FFF2-40B4-BE49-F238E27FC236}">
                    <a16:creationId xmlns:a16="http://schemas.microsoft.com/office/drawing/2014/main" id="{49A392D3-0F0A-EEE6-0E8F-3B43E7BFBC58}"/>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21" name="Forme libre : forme 20">
                <a:extLst>
                  <a:ext uri="{FF2B5EF4-FFF2-40B4-BE49-F238E27FC236}">
                    <a16:creationId xmlns:a16="http://schemas.microsoft.com/office/drawing/2014/main" id="{1EE061EB-E258-87E6-7469-D3E927B4DACF}"/>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22" name="Forme libre : forme 21">
                <a:extLst>
                  <a:ext uri="{FF2B5EF4-FFF2-40B4-BE49-F238E27FC236}">
                    <a16:creationId xmlns:a16="http://schemas.microsoft.com/office/drawing/2014/main" id="{AE9330F9-A4B8-651F-13B3-1C6FB9649E48}"/>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13" name="Graphique 107">
              <a:extLst>
                <a:ext uri="{FF2B5EF4-FFF2-40B4-BE49-F238E27FC236}">
                  <a16:creationId xmlns:a16="http://schemas.microsoft.com/office/drawing/2014/main" id="{67D1798B-286E-8408-BF05-1A7B1253976E}"/>
                </a:ext>
              </a:extLst>
            </p:cNvPr>
            <p:cNvGrpSpPr/>
            <p:nvPr/>
          </p:nvGrpSpPr>
          <p:grpSpPr>
            <a:xfrm>
              <a:off x="2468572" y="1844458"/>
              <a:ext cx="248716" cy="77705"/>
              <a:chOff x="2468572" y="1844458"/>
              <a:chExt cx="248716" cy="77705"/>
            </a:xfrm>
            <a:solidFill>
              <a:srgbClr val="E7461C"/>
            </a:solidFill>
          </p:grpSpPr>
          <p:sp>
            <p:nvSpPr>
              <p:cNvPr id="14" name="Forme libre : forme 13">
                <a:extLst>
                  <a:ext uri="{FF2B5EF4-FFF2-40B4-BE49-F238E27FC236}">
                    <a16:creationId xmlns:a16="http://schemas.microsoft.com/office/drawing/2014/main" id="{68D73C39-0437-748E-2826-B20DE325B0A1}"/>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6EC9177E-9696-D7D4-63B0-609AC5E25F45}"/>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4A940237-CC0E-BB75-EE56-815909F07670}"/>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B40466B6-E62C-00CB-B863-B85E8B311E8D}"/>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grpSp>
        <p:nvGrpSpPr>
          <p:cNvPr id="41" name="Groupe 40">
            <a:extLst>
              <a:ext uri="{FF2B5EF4-FFF2-40B4-BE49-F238E27FC236}">
                <a16:creationId xmlns:a16="http://schemas.microsoft.com/office/drawing/2014/main" id="{B92A7BB5-0B11-18C3-3317-46A25B875131}"/>
              </a:ext>
            </a:extLst>
          </p:cNvPr>
          <p:cNvGrpSpPr/>
          <p:nvPr userDrawn="1"/>
        </p:nvGrpSpPr>
        <p:grpSpPr>
          <a:xfrm>
            <a:off x="11948029" y="81456"/>
            <a:ext cx="213491" cy="148952"/>
            <a:chOff x="5076825" y="2719386"/>
            <a:chExt cx="2037016" cy="1421225"/>
          </a:xfrm>
        </p:grpSpPr>
        <p:grpSp>
          <p:nvGrpSpPr>
            <p:cNvPr id="23" name="Graphique 20">
              <a:extLst>
                <a:ext uri="{FF2B5EF4-FFF2-40B4-BE49-F238E27FC236}">
                  <a16:creationId xmlns:a16="http://schemas.microsoft.com/office/drawing/2014/main" id="{BEA004FA-5CDA-8997-201B-FBAB5AB90024}"/>
                </a:ext>
              </a:extLst>
            </p:cNvPr>
            <p:cNvGrpSpPr/>
            <p:nvPr/>
          </p:nvGrpSpPr>
          <p:grpSpPr>
            <a:xfrm>
              <a:off x="5421562" y="2719386"/>
              <a:ext cx="1431388" cy="1001649"/>
              <a:chOff x="5421562" y="2719386"/>
              <a:chExt cx="1431388" cy="1001649"/>
            </a:xfrm>
          </p:grpSpPr>
          <p:sp>
            <p:nvSpPr>
              <p:cNvPr id="24" name="Forme libre : forme 23">
                <a:extLst>
                  <a:ext uri="{FF2B5EF4-FFF2-40B4-BE49-F238E27FC236}">
                    <a16:creationId xmlns:a16="http://schemas.microsoft.com/office/drawing/2014/main" id="{EF51376A-5A27-2F5F-1DE4-FF85536AF490}"/>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solidFill>
                <a:srgbClr val="004F36"/>
              </a:solidFill>
              <a:ln w="9525" cap="flat">
                <a:noFill/>
                <a:prstDash val="solid"/>
                <a:miter/>
              </a:ln>
            </p:spPr>
            <p:txBody>
              <a:bodyPr rtlCol="0" anchor="ctr"/>
              <a:lstStyle/>
              <a:p>
                <a:endParaRPr lang="en-US"/>
              </a:p>
            </p:txBody>
          </p:sp>
          <p:grpSp>
            <p:nvGrpSpPr>
              <p:cNvPr id="25" name="Graphique 20">
                <a:extLst>
                  <a:ext uri="{FF2B5EF4-FFF2-40B4-BE49-F238E27FC236}">
                    <a16:creationId xmlns:a16="http://schemas.microsoft.com/office/drawing/2014/main" id="{B772F101-BB51-6C3A-50E8-00B234321C34}"/>
                  </a:ext>
                </a:extLst>
              </p:cNvPr>
              <p:cNvGrpSpPr/>
              <p:nvPr/>
            </p:nvGrpSpPr>
            <p:grpSpPr>
              <a:xfrm>
                <a:off x="5421562" y="2784173"/>
                <a:ext cx="1431198" cy="749507"/>
                <a:chOff x="5421562" y="2784173"/>
                <a:chExt cx="1431198" cy="749507"/>
              </a:xfrm>
            </p:grpSpPr>
            <p:sp>
              <p:nvSpPr>
                <p:cNvPr id="26" name="Forme libre : forme 25">
                  <a:extLst>
                    <a:ext uri="{FF2B5EF4-FFF2-40B4-BE49-F238E27FC236}">
                      <a16:creationId xmlns:a16="http://schemas.microsoft.com/office/drawing/2014/main" id="{DB2E4F15-2856-549A-5BEA-1157C49634D0}"/>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solidFill>
                  <a:srgbClr val="004F36"/>
                </a:solid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895030F6-C521-6184-ABFE-9E219C8DAC54}"/>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solidFill>
                  <a:srgbClr val="008078"/>
                </a:solid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448A857E-D30A-6F2F-CE4F-2FC822D12573}"/>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solidFill>
                  <a:srgbClr val="004F36"/>
                </a:solidFill>
                <a:ln w="9525" cap="flat">
                  <a:noFill/>
                  <a:prstDash val="solid"/>
                  <a:miter/>
                </a:ln>
              </p:spPr>
              <p:txBody>
                <a:bodyPr rtlCol="0" anchor="ctr"/>
                <a:lstStyle/>
                <a:p>
                  <a:endParaRPr lang="en-US"/>
                </a:p>
              </p:txBody>
            </p:sp>
          </p:grpSp>
          <p:sp>
            <p:nvSpPr>
              <p:cNvPr id="29" name="Forme libre : forme 28">
                <a:extLst>
                  <a:ext uri="{FF2B5EF4-FFF2-40B4-BE49-F238E27FC236}">
                    <a16:creationId xmlns:a16="http://schemas.microsoft.com/office/drawing/2014/main" id="{F85D94C5-D94D-94D2-F4AB-96EC0737312C}"/>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solidFill>
                <a:srgbClr val="FF0000"/>
              </a:solidFill>
              <a:ln w="9525" cap="flat">
                <a:noFill/>
                <a:prstDash val="solid"/>
                <a:miter/>
              </a:ln>
            </p:spPr>
            <p:txBody>
              <a:bodyPr rtlCol="0" anchor="ctr"/>
              <a:lstStyle/>
              <a:p>
                <a:endParaRPr lang="en-US"/>
              </a:p>
            </p:txBody>
          </p:sp>
        </p:grpSp>
        <p:grpSp>
          <p:nvGrpSpPr>
            <p:cNvPr id="30" name="Graphique 20">
              <a:extLst>
                <a:ext uri="{FF2B5EF4-FFF2-40B4-BE49-F238E27FC236}">
                  <a16:creationId xmlns:a16="http://schemas.microsoft.com/office/drawing/2014/main" id="{F1FCD915-DF6E-8E04-405D-A9E89B2043AD}"/>
                </a:ext>
              </a:extLst>
            </p:cNvPr>
            <p:cNvGrpSpPr/>
            <p:nvPr/>
          </p:nvGrpSpPr>
          <p:grpSpPr>
            <a:xfrm>
              <a:off x="5076825" y="3953731"/>
              <a:ext cx="2037016" cy="186880"/>
              <a:chOff x="5076825" y="3953731"/>
              <a:chExt cx="2037016" cy="186880"/>
            </a:xfrm>
            <a:solidFill>
              <a:srgbClr val="004F36"/>
            </a:solidFill>
          </p:grpSpPr>
          <p:sp>
            <p:nvSpPr>
              <p:cNvPr id="31" name="Forme libre : forme 30">
                <a:extLst>
                  <a:ext uri="{FF2B5EF4-FFF2-40B4-BE49-F238E27FC236}">
                    <a16:creationId xmlns:a16="http://schemas.microsoft.com/office/drawing/2014/main" id="{9C8755C1-151E-4121-3B7E-DB9D389A1059}"/>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solidFill>
                <a:srgbClr val="004F36"/>
              </a:solidFill>
              <a:ln w="9525" cap="flat">
                <a:no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459FFB34-150D-8A20-F126-91756039DCBE}"/>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B208047F-07BE-5B93-B2FB-F85978E05BB8}"/>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F6FF7A31-E4C3-B685-4C6E-7761AFCE6D78}"/>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solidFill>
                <a:srgbClr val="004F36"/>
              </a:solidFill>
              <a:ln w="9525" cap="flat">
                <a:no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F7B025C7-3E2D-6E23-14B6-A9A22E188157}"/>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BEC2B109-710F-F8A5-5906-450F960A7563}"/>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67784F0A-AB0C-9604-5A90-03DC5C21652A}"/>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solidFill>
                <a:srgbClr val="004F36"/>
              </a:solidFill>
              <a:ln w="9525" cap="flat">
                <a:noFill/>
                <a:prstDash val="solid"/>
                <a:miter/>
              </a:ln>
            </p:spPr>
            <p:txBody>
              <a:bodyPr rtlCol="0" anchor="ctr"/>
              <a:lstStyle/>
              <a:p>
                <a:endParaRPr lang="en-US"/>
              </a:p>
            </p:txBody>
          </p:sp>
          <p:sp>
            <p:nvSpPr>
              <p:cNvPr id="38" name="Forme libre : forme 37">
                <a:extLst>
                  <a:ext uri="{FF2B5EF4-FFF2-40B4-BE49-F238E27FC236}">
                    <a16:creationId xmlns:a16="http://schemas.microsoft.com/office/drawing/2014/main" id="{23D3536A-1068-98F8-C8C8-DDEE0E2FF4D8}"/>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solidFill>
                <a:srgbClr val="004F36"/>
              </a:solid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5F6D8DDF-AAE7-FA9E-8674-85E70937C20B}"/>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solidFill>
                <a:srgbClr val="004F36"/>
              </a:solid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C22EEF24-9318-C4B3-79A7-FEBFC691A9D2}"/>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solidFill>
                <a:srgbClr val="004F36"/>
              </a:solidFill>
              <a:ln w="9525" cap="flat">
                <a:noFill/>
                <a:prstDash val="solid"/>
                <a:miter/>
              </a:ln>
            </p:spPr>
            <p:txBody>
              <a:bodyPr rtlCol="0" anchor="ctr"/>
              <a:lstStyle/>
              <a:p>
                <a:endParaRPr lang="en-US"/>
              </a:p>
            </p:txBody>
          </p:sp>
        </p:grpSp>
      </p:grpSp>
      <p:pic>
        <p:nvPicPr>
          <p:cNvPr id="43" name="Picture 109" descr="Une image contenant capture d’écran, Caractère coloré, léger, art&#10;&#10;Description générée automatiquement">
            <a:extLst>
              <a:ext uri="{FF2B5EF4-FFF2-40B4-BE49-F238E27FC236}">
                <a16:creationId xmlns:a16="http://schemas.microsoft.com/office/drawing/2014/main" id="{ED093997-EDA5-4E7F-17BA-EDE615D8B35B}"/>
              </a:ext>
            </a:extLst>
          </p:cNvPr>
          <p:cNvPicPr>
            <a:picLocks noChangeAspect="1"/>
          </p:cNvPicPr>
          <p:nvPr userDrawn="1"/>
        </p:nvPicPr>
        <p:blipFill>
          <a:blip r:embed="rId23" cstate="screen">
            <a:alphaModFix/>
            <a:extLst>
              <a:ext uri="{28A0092B-C50C-407E-A947-70E740481C1C}">
                <a14:useLocalDpi xmlns:a14="http://schemas.microsoft.com/office/drawing/2010/main" val="0"/>
              </a:ext>
            </a:extLst>
          </a:blip>
          <a:srcRect/>
          <a:stretch/>
        </p:blipFill>
        <p:spPr>
          <a:xfrm rot="16200000">
            <a:off x="-534246" y="534248"/>
            <a:ext cx="1857058" cy="788562"/>
          </a:xfrm>
          <a:prstGeom prst="rect">
            <a:avLst/>
          </a:prstGeom>
        </p:spPr>
      </p:pic>
    </p:spTree>
    <p:extLst>
      <p:ext uri="{BB962C8B-B14F-4D97-AF65-F5344CB8AC3E}">
        <p14:creationId xmlns:p14="http://schemas.microsoft.com/office/powerpoint/2010/main" val="4132850268"/>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8" r:id="rId3"/>
    <p:sldLayoutId id="2147483659" r:id="rId4"/>
    <p:sldLayoutId id="2147483660" r:id="rId5"/>
    <p:sldLayoutId id="2147483657" r:id="rId6"/>
    <p:sldLayoutId id="2147483666" r:id="rId7"/>
    <p:sldLayoutId id="2147483662" r:id="rId8"/>
    <p:sldLayoutId id="2147483663" r:id="rId9"/>
    <p:sldLayoutId id="2147483672" r:id="rId10"/>
    <p:sldLayoutId id="2147483673" r:id="rId11"/>
    <p:sldLayoutId id="2147483679" r:id="rId12"/>
    <p:sldLayoutId id="2147483670" r:id="rId13"/>
    <p:sldLayoutId id="2147483671" r:id="rId14"/>
    <p:sldLayoutId id="2147483681" r:id="rId15"/>
    <p:sldLayoutId id="2147483674" r:id="rId16"/>
    <p:sldLayoutId id="2147483675" r:id="rId17"/>
    <p:sldLayoutId id="2147483676" r:id="rId18"/>
    <p:sldLayoutId id="2147483677" r:id="rId19"/>
    <p:sldLayoutId id="2147483678" r:id="rId20"/>
    <p:sldLayoutId id="2147483680" r:id="rId21"/>
  </p:sldLayoutIdLst>
  <p:hf hdr="0" dt="0"/>
  <p:txStyles>
    <p:titleStyle>
      <a:lvl1pPr algn="l" defTabSz="914400" rtl="0" eaLnBrk="1" latinLnBrk="0" hangingPunct="1">
        <a:lnSpc>
          <a:spcPct val="90000"/>
        </a:lnSpc>
        <a:spcBef>
          <a:spcPct val="0"/>
        </a:spcBef>
        <a:buNone/>
        <a:defRPr sz="3600" kern="1200">
          <a:gradFill>
            <a:gsLst>
              <a:gs pos="0">
                <a:schemeClr val="accent2"/>
              </a:gs>
              <a:gs pos="100000">
                <a:schemeClr val="accent1"/>
              </a:gs>
            </a:gsLst>
            <a:lin ang="18900000" scaled="1"/>
          </a:gradFill>
          <a:latin typeface="+mj-lt"/>
          <a:ea typeface="+mj-ea"/>
          <a:cs typeface="+mj-cs"/>
        </a:defRPr>
      </a:lvl1pPr>
    </p:titleStyle>
    <p:bodyStyle>
      <a:lvl1pPr marL="182563" indent="-182563" algn="l" defTabSz="914400" rtl="0" eaLnBrk="1" latinLnBrk="0" hangingPunct="1">
        <a:lnSpc>
          <a:spcPct val="90000"/>
        </a:lnSpc>
        <a:spcBef>
          <a:spcPts val="1000"/>
        </a:spcBef>
        <a:buFont typeface="Arial" panose="020B0604020202020204" pitchFamily="34" charset="0"/>
        <a:buChar char=" "/>
        <a:defRPr sz="1800" b="1" kern="1200">
          <a:solidFill>
            <a:schemeClr val="tx1"/>
          </a:solidFill>
          <a:latin typeface="+mn-lt"/>
          <a:ea typeface="+mn-ea"/>
          <a:cs typeface="+mn-cs"/>
        </a:defRPr>
      </a:lvl1pPr>
      <a:lvl2pPr marL="358775" indent="-176213"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541338" indent="-182563"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715963" indent="-174625"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898525" indent="-182563" algn="l" defTabSz="914400" rtl="0" eaLnBrk="1" latinLnBrk="0" hangingPunct="1">
        <a:lnSpc>
          <a:spcPct val="90000"/>
        </a:lnSpc>
        <a:spcBef>
          <a:spcPts val="500"/>
        </a:spcBef>
        <a:buFont typeface="Arial" panose="020B0604020202020204" pitchFamily="34" charset="0"/>
        <a:buChar char="•"/>
        <a:defRPr sz="10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a890c60b-f7ee-4629-8057-c1c752f8de93">
            <a:extLst>
              <a:ext uri="{FF2B5EF4-FFF2-40B4-BE49-F238E27FC236}">
                <a16:creationId xmlns:a16="http://schemas.microsoft.com/office/drawing/2014/main" id="{9C53EB76-31C6-B9C4-49C7-1E05C9C82CAB}"/>
              </a:ext>
            </a:extLst>
          </p:cNvPr>
          <p:cNvGrpSpPr/>
          <p:nvPr userDrawn="1"/>
        </p:nvGrpSpPr>
        <p:grpSpPr>
          <a:xfrm>
            <a:off x="11908150" y="-1"/>
            <a:ext cx="283850" cy="6858001"/>
            <a:chOff x="11908150" y="-1"/>
            <a:chExt cx="283850" cy="6858001"/>
          </a:xfrm>
        </p:grpSpPr>
        <p:sp>
          <p:nvSpPr>
            <p:cNvPr id="9" name="Rectangle 1">
              <a:extLst>
                <a:ext uri="{FF2B5EF4-FFF2-40B4-BE49-F238E27FC236}">
                  <a16:creationId xmlns:a16="http://schemas.microsoft.com/office/drawing/2014/main" id="{20C7F596-A886-06F0-D785-E71591CA0212}"/>
                </a:ext>
              </a:extLst>
            </p:cNvPr>
            <p:cNvSpPr/>
            <p:nvPr/>
          </p:nvSpPr>
          <p:spPr>
            <a:xfrm>
              <a:off x="11908150" y="-1"/>
              <a:ext cx="283850" cy="6431459"/>
            </a:xfrm>
            <a:prstGeom prst="rect">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10" name="Rectangle 2">
              <a:extLst>
                <a:ext uri="{FF2B5EF4-FFF2-40B4-BE49-F238E27FC236}">
                  <a16:creationId xmlns:a16="http://schemas.microsoft.com/office/drawing/2014/main" id="{63B5BA90-5F8F-3326-D4CA-42036A2F51BB}"/>
                </a:ext>
              </a:extLst>
            </p:cNvPr>
            <p:cNvSpPr/>
            <p:nvPr/>
          </p:nvSpPr>
          <p:spPr>
            <a:xfrm>
              <a:off x="11908150" y="6431475"/>
              <a:ext cx="283850" cy="4265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26000" rIns="72000" bIns="144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600" normalizeH="0" baseline="0" noProof="0">
                <a:ln>
                  <a:noFill/>
                </a:ln>
                <a:solidFill>
                  <a:prstClr val="white"/>
                </a:solidFill>
                <a:effectLst/>
                <a:uLnTx/>
                <a:uFillTx/>
                <a:latin typeface="Glacial Indifference"/>
                <a:ea typeface="+mn-ea"/>
                <a:cs typeface="+mn-cs"/>
              </a:endParaRPr>
            </a:p>
          </p:txBody>
        </p:sp>
      </p:grpSp>
      <p:sp>
        <p:nvSpPr>
          <p:cNvPr id="2" name="Espace réservé du titre 1">
            <a:extLst>
              <a:ext uri="{FF2B5EF4-FFF2-40B4-BE49-F238E27FC236}">
                <a16:creationId xmlns:a16="http://schemas.microsoft.com/office/drawing/2014/main" id="{A05A11CC-AF47-32BB-A85F-7F42CB2E0260}"/>
              </a:ext>
            </a:extLst>
          </p:cNvPr>
          <p:cNvSpPr>
            <a:spLocks noGrp="1"/>
          </p:cNvSpPr>
          <p:nvPr>
            <p:ph type="title"/>
          </p:nvPr>
        </p:nvSpPr>
        <p:spPr>
          <a:xfrm>
            <a:off x="659395" y="365125"/>
            <a:ext cx="10837205" cy="498598"/>
          </a:xfrm>
          <a:prstGeom prst="rect">
            <a:avLst/>
          </a:prstGeom>
        </p:spPr>
        <p:txBody>
          <a:bodyPr vert="horz" wrap="square" lIns="0" tIns="0" rIns="0" bIns="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5A03061D-9886-461B-A702-77F2E3BDA1B3}"/>
              </a:ext>
            </a:extLst>
          </p:cNvPr>
          <p:cNvSpPr>
            <a:spLocks noGrp="1"/>
          </p:cNvSpPr>
          <p:nvPr>
            <p:ph type="body" idx="1"/>
          </p:nvPr>
        </p:nvSpPr>
        <p:spPr>
          <a:xfrm>
            <a:off x="484136" y="1825625"/>
            <a:ext cx="11012464" cy="4351338"/>
          </a:xfrm>
          <a:prstGeom prst="rect">
            <a:avLst/>
          </a:prstGeom>
        </p:spPr>
        <p:txBody>
          <a:bodyPr vert="horz" lIns="0" tIns="0" rIns="0" bIns="0" rtlCol="0">
            <a:normAutofit/>
          </a:bodyPr>
          <a:lstStyle/>
          <a:p>
            <a:pPr lvl="0"/>
            <a:r>
              <a:rPr lang="fr-FR"/>
              <a:t>Cliquez ici pour ajouter votre texte de niveau 01. Lorem ipsum dolor sit amet, consectetuer adipiscing elit. Maecenas porttitor congue massa. Fusce posuere, magna sed pulvinar ultricies, purus lectus malesuada libero</a:t>
            </a:r>
          </a:p>
          <a:p>
            <a:pPr lvl="1"/>
            <a:r>
              <a:rPr lang="fr-FR"/>
              <a:t>Cliquez ici pour ajouter votre texte de niveau 02. Lorem ipsum dolor sit amet, consectetuer adipiscing elit. Maecenas porttitor congue massa. Fusce posuere, magna sed pulvinar ultricies, purus lectus malesuada libero</a:t>
            </a:r>
          </a:p>
          <a:p>
            <a:pPr lvl="2"/>
            <a:r>
              <a:rPr lang="fr-FR"/>
              <a:t>Cliquez ici pour ajouter votre texte de niveau 03. Lorem ipsum dolor sit amet, consectetuer adipiscing elit. Maecenas porttitor congue massa. Fusce posuere, magna sed pulvinar ultricies, purus lectus malesuada libero</a:t>
            </a:r>
          </a:p>
          <a:p>
            <a:pPr lvl="3"/>
            <a:r>
              <a:rPr lang="fr-FR"/>
              <a:t>Cliquez ici pour ajouter votre texte de niveau 04. Lorem ipsum dolor sit amet, consectetuer adipiscing elit. Maecenas porttitor congue massa. Fusce posuere, magna sed pulvinar ultricies, purus lectus malesuada libero</a:t>
            </a:r>
          </a:p>
          <a:p>
            <a:pPr lvl="4"/>
            <a:r>
              <a:rPr lang="fr-FR"/>
              <a:t>Cliquez ici pour ajouter votre texte de niveau 05. Lorem ipsum dolor sit amet, consectetuer adipiscing elit. Maecenas porttitor congue massa. Fusce posuere, magna sed pulvinar ultricies, purus lectus malesuada libero</a:t>
            </a:r>
          </a:p>
        </p:txBody>
      </p:sp>
      <p:sp>
        <p:nvSpPr>
          <p:cNvPr id="4" name="Espace réservé de la date 3">
            <a:extLst>
              <a:ext uri="{FF2B5EF4-FFF2-40B4-BE49-F238E27FC236}">
                <a16:creationId xmlns:a16="http://schemas.microsoft.com/office/drawing/2014/main" id="{96FE7F8D-1D5C-3BDD-4D76-5A792FD9A04C}"/>
              </a:ext>
            </a:extLst>
          </p:cNvPr>
          <p:cNvSpPr>
            <a:spLocks noGrp="1"/>
          </p:cNvSpPr>
          <p:nvPr>
            <p:ph type="dt" sz="half" idx="2"/>
          </p:nvPr>
        </p:nvSpPr>
        <p:spPr>
          <a:xfrm>
            <a:off x="484136" y="631031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F2370B-DB91-48F1-A4D4-501DDD68A57C}" type="datetime1">
              <a:rPr lang="fr-FR" smtClean="0"/>
              <a:t>03/03/2025</a:t>
            </a:fld>
            <a:endParaRPr lang="fr-FR"/>
          </a:p>
        </p:txBody>
      </p:sp>
      <p:sp>
        <p:nvSpPr>
          <p:cNvPr id="5" name="Espace réservé du pied de page 4">
            <a:extLst>
              <a:ext uri="{FF2B5EF4-FFF2-40B4-BE49-F238E27FC236}">
                <a16:creationId xmlns:a16="http://schemas.microsoft.com/office/drawing/2014/main" id="{A1AE2705-A3E8-ED76-BCFE-DB1180A25BC0}"/>
              </a:ext>
            </a:extLst>
          </p:cNvPr>
          <p:cNvSpPr>
            <a:spLocks noGrp="1"/>
          </p:cNvSpPr>
          <p:nvPr>
            <p:ph type="ftr" sz="quarter" idx="3"/>
          </p:nvPr>
        </p:nvSpPr>
        <p:spPr>
          <a:xfrm rot="16200000">
            <a:off x="9016909" y="3352126"/>
            <a:ext cx="6066335" cy="92333"/>
          </a:xfrm>
          <a:prstGeom prst="rect">
            <a:avLst/>
          </a:prstGeom>
        </p:spPr>
        <p:txBody>
          <a:bodyPr vert="horz" wrap="square" lIns="144000" tIns="0" rIns="0" bIns="0" rtlCol="0" anchor="ctr">
            <a:spAutoFit/>
          </a:bodyPr>
          <a:lstStyle>
            <a:lvl1pPr algn="l">
              <a:defRPr sz="600" cap="all" spc="300" baseline="0">
                <a:solidFill>
                  <a:schemeClr val="tx1">
                    <a:alpha val="70000"/>
                  </a:schemeClr>
                </a:solidFill>
              </a:defRPr>
            </a:lvl1pPr>
          </a:lstStyle>
          <a:p>
            <a:r>
              <a:rPr lang="fr-FR"/>
              <a:t>Titre du document //  Niveau de confidentialité // Interne/Externe</a:t>
            </a:r>
          </a:p>
        </p:txBody>
      </p:sp>
      <p:sp>
        <p:nvSpPr>
          <p:cNvPr id="6" name="Espace réservé du numéro de diapositive 5">
            <a:extLst>
              <a:ext uri="{FF2B5EF4-FFF2-40B4-BE49-F238E27FC236}">
                <a16:creationId xmlns:a16="http://schemas.microsoft.com/office/drawing/2014/main" id="{4119B71F-1541-6682-43A9-F5C68C536221}"/>
              </a:ext>
            </a:extLst>
          </p:cNvPr>
          <p:cNvSpPr>
            <a:spLocks noGrp="1"/>
          </p:cNvSpPr>
          <p:nvPr>
            <p:ph type="sldNum" sz="quarter" idx="4"/>
          </p:nvPr>
        </p:nvSpPr>
        <p:spPr>
          <a:xfrm>
            <a:off x="11938667" y="6567793"/>
            <a:ext cx="222817" cy="153888"/>
          </a:xfrm>
          <a:prstGeom prst="rect">
            <a:avLst/>
          </a:prstGeom>
        </p:spPr>
        <p:txBody>
          <a:bodyPr vert="horz" wrap="none" lIns="0" tIns="0" rIns="0" bIns="0" rtlCol="0" anchor="ctr">
            <a:spAutoFit/>
          </a:bodyPr>
          <a:lstStyle>
            <a:lvl1pPr algn="ctr">
              <a:defRPr sz="1000">
                <a:solidFill>
                  <a:schemeClr val="bg1"/>
                </a:solidFill>
              </a:defRPr>
            </a:lvl1pPr>
          </a:lstStyle>
          <a:p>
            <a:fld id="{3A28F117-D1D1-4562-BBA1-C4174F9770ED}" type="slidenum">
              <a:rPr lang="fr-FR" smtClean="0"/>
              <a:pPr/>
              <a:t>‹N°›</a:t>
            </a:fld>
            <a:endParaRPr lang="fr-FR"/>
          </a:p>
        </p:txBody>
      </p:sp>
      <p:grpSp>
        <p:nvGrpSpPr>
          <p:cNvPr id="11" name="Graphique 107">
            <a:extLst>
              <a:ext uri="{FF2B5EF4-FFF2-40B4-BE49-F238E27FC236}">
                <a16:creationId xmlns:a16="http://schemas.microsoft.com/office/drawing/2014/main" id="{1AC85225-072B-05EC-3877-52E46B62056F}"/>
              </a:ext>
            </a:extLst>
          </p:cNvPr>
          <p:cNvGrpSpPr/>
          <p:nvPr userDrawn="1"/>
        </p:nvGrpSpPr>
        <p:grpSpPr>
          <a:xfrm>
            <a:off x="5657850" y="6431475"/>
            <a:ext cx="876300" cy="194766"/>
            <a:chOff x="1526098" y="1657847"/>
            <a:chExt cx="1191189" cy="264757"/>
          </a:xfrm>
        </p:grpSpPr>
        <p:grpSp>
          <p:nvGrpSpPr>
            <p:cNvPr id="12" name="Graphique 107">
              <a:extLst>
                <a:ext uri="{FF2B5EF4-FFF2-40B4-BE49-F238E27FC236}">
                  <a16:creationId xmlns:a16="http://schemas.microsoft.com/office/drawing/2014/main" id="{7CDF234C-80CC-2294-CC3A-0FF688FC9F2F}"/>
                </a:ext>
              </a:extLst>
            </p:cNvPr>
            <p:cNvGrpSpPr/>
            <p:nvPr/>
          </p:nvGrpSpPr>
          <p:grpSpPr>
            <a:xfrm>
              <a:off x="1526098" y="1657847"/>
              <a:ext cx="1188982" cy="264757"/>
              <a:chOff x="1526098" y="1657847"/>
              <a:chExt cx="1188982" cy="264757"/>
            </a:xfrm>
          </p:grpSpPr>
          <p:sp>
            <p:nvSpPr>
              <p:cNvPr id="18" name="Forme libre : forme 17">
                <a:extLst>
                  <a:ext uri="{FF2B5EF4-FFF2-40B4-BE49-F238E27FC236}">
                    <a16:creationId xmlns:a16="http://schemas.microsoft.com/office/drawing/2014/main" id="{F2682466-1BA3-1E30-DF02-51F6A948FB23}"/>
                  </a:ext>
                </a:extLst>
              </p:cNvPr>
              <p:cNvSpPr/>
              <p:nvPr/>
            </p:nvSpPr>
            <p:spPr>
              <a:xfrm>
                <a:off x="1532721" y="1735405"/>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sp>
            <p:nvSpPr>
              <p:cNvPr id="19" name="Forme libre : forme 18">
                <a:extLst>
                  <a:ext uri="{FF2B5EF4-FFF2-40B4-BE49-F238E27FC236}">
                    <a16:creationId xmlns:a16="http://schemas.microsoft.com/office/drawing/2014/main" id="{68409BFB-0759-20A2-2865-E3F49F971DD4}"/>
                  </a:ext>
                </a:extLst>
              </p:cNvPr>
              <p:cNvSpPr/>
              <p:nvPr/>
            </p:nvSpPr>
            <p:spPr>
              <a:xfrm>
                <a:off x="1526098" y="1661968"/>
                <a:ext cx="1176767" cy="260637"/>
              </a:xfrm>
              <a:custGeom>
                <a:avLst/>
                <a:gdLst>
                  <a:gd name="connsiteX0" fmla="*/ 0 w 1176767"/>
                  <a:gd name="connsiteY0" fmla="*/ 260637 h 260637"/>
                  <a:gd name="connsiteX1" fmla="*/ 46947 w 1176767"/>
                  <a:gd name="connsiteY1" fmla="*/ 256075 h 260637"/>
                  <a:gd name="connsiteX2" fmla="*/ 53423 w 1176767"/>
                  <a:gd name="connsiteY2" fmla="*/ 107287 h 260637"/>
                  <a:gd name="connsiteX3" fmla="*/ 6475 w 1176767"/>
                  <a:gd name="connsiteY3" fmla="*/ 111849 h 260637"/>
                  <a:gd name="connsiteX4" fmla="*/ 0 w 1176767"/>
                  <a:gd name="connsiteY4" fmla="*/ 260637 h 260637"/>
                  <a:gd name="connsiteX5" fmla="*/ 156736 w 1176767"/>
                  <a:gd name="connsiteY5" fmla="*/ 184698 h 260637"/>
                  <a:gd name="connsiteX6" fmla="*/ 136868 w 1176767"/>
                  <a:gd name="connsiteY6" fmla="*/ 99339 h 260637"/>
                  <a:gd name="connsiteX7" fmla="*/ 73585 w 1176767"/>
                  <a:gd name="connsiteY7" fmla="*/ 105373 h 260637"/>
                  <a:gd name="connsiteX8" fmla="*/ 67109 w 1176767"/>
                  <a:gd name="connsiteY8" fmla="*/ 254162 h 260637"/>
                  <a:gd name="connsiteX9" fmla="*/ 111554 w 1176767"/>
                  <a:gd name="connsiteY9" fmla="*/ 249894 h 260637"/>
                  <a:gd name="connsiteX10" fmla="*/ 115675 w 1176767"/>
                  <a:gd name="connsiteY10" fmla="*/ 156147 h 260637"/>
                  <a:gd name="connsiteX11" fmla="*/ 138781 w 1176767"/>
                  <a:gd name="connsiteY11" fmla="*/ 247245 h 260637"/>
                  <a:gd name="connsiteX12" fmla="*/ 166890 w 1176767"/>
                  <a:gd name="connsiteY12" fmla="*/ 244596 h 260637"/>
                  <a:gd name="connsiteX13" fmla="*/ 198385 w 1176767"/>
                  <a:gd name="connsiteY13" fmla="*/ 148200 h 260637"/>
                  <a:gd name="connsiteX14" fmla="*/ 194264 w 1176767"/>
                  <a:gd name="connsiteY14" fmla="*/ 241947 h 260637"/>
                  <a:gd name="connsiteX15" fmla="*/ 238709 w 1176767"/>
                  <a:gd name="connsiteY15" fmla="*/ 237679 h 260637"/>
                  <a:gd name="connsiteX16" fmla="*/ 245184 w 1176767"/>
                  <a:gd name="connsiteY16" fmla="*/ 88890 h 260637"/>
                  <a:gd name="connsiteX17" fmla="*/ 184403 w 1176767"/>
                  <a:gd name="connsiteY17" fmla="*/ 94777 h 260637"/>
                  <a:gd name="connsiteX18" fmla="*/ 156736 w 1176767"/>
                  <a:gd name="connsiteY18" fmla="*/ 184698 h 260637"/>
                  <a:gd name="connsiteX19" fmla="*/ 484041 w 1176767"/>
                  <a:gd name="connsiteY19" fmla="*/ 159090 h 260637"/>
                  <a:gd name="connsiteX20" fmla="*/ 478301 w 1176767"/>
                  <a:gd name="connsiteY20" fmla="*/ 179252 h 260637"/>
                  <a:gd name="connsiteX21" fmla="*/ 463142 w 1176767"/>
                  <a:gd name="connsiteY21" fmla="*/ 186905 h 260637"/>
                  <a:gd name="connsiteX22" fmla="*/ 448278 w 1176767"/>
                  <a:gd name="connsiteY22" fmla="*/ 182196 h 260637"/>
                  <a:gd name="connsiteX23" fmla="*/ 444599 w 1176767"/>
                  <a:gd name="connsiteY23" fmla="*/ 162917 h 260637"/>
                  <a:gd name="connsiteX24" fmla="*/ 448573 w 1176767"/>
                  <a:gd name="connsiteY24" fmla="*/ 69611 h 260637"/>
                  <a:gd name="connsiteX25" fmla="*/ 401626 w 1176767"/>
                  <a:gd name="connsiteY25" fmla="*/ 74173 h 260637"/>
                  <a:gd name="connsiteX26" fmla="*/ 397652 w 1176767"/>
                  <a:gd name="connsiteY26" fmla="*/ 167479 h 260637"/>
                  <a:gd name="connsiteX27" fmla="*/ 411339 w 1176767"/>
                  <a:gd name="connsiteY27" fmla="*/ 211630 h 260637"/>
                  <a:gd name="connsiteX28" fmla="*/ 461524 w 1176767"/>
                  <a:gd name="connsiteY28" fmla="*/ 220901 h 260637"/>
                  <a:gd name="connsiteX29" fmla="*/ 513033 w 1176767"/>
                  <a:gd name="connsiteY29" fmla="*/ 201917 h 260637"/>
                  <a:gd name="connsiteX30" fmla="*/ 530988 w 1176767"/>
                  <a:gd name="connsiteY30" fmla="*/ 154822 h 260637"/>
                  <a:gd name="connsiteX31" fmla="*/ 534961 w 1176767"/>
                  <a:gd name="connsiteY31" fmla="*/ 61517 h 260637"/>
                  <a:gd name="connsiteX32" fmla="*/ 488014 w 1176767"/>
                  <a:gd name="connsiteY32" fmla="*/ 66079 h 260637"/>
                  <a:gd name="connsiteX33" fmla="*/ 484041 w 1176767"/>
                  <a:gd name="connsiteY33" fmla="*/ 159385 h 260637"/>
                  <a:gd name="connsiteX34" fmla="*/ 599863 w 1176767"/>
                  <a:gd name="connsiteY34" fmla="*/ 55041 h 260637"/>
                  <a:gd name="connsiteX35" fmla="*/ 552916 w 1176767"/>
                  <a:gd name="connsiteY35" fmla="*/ 59604 h 260637"/>
                  <a:gd name="connsiteX36" fmla="*/ 546440 w 1176767"/>
                  <a:gd name="connsiteY36" fmla="*/ 208392 h 260637"/>
                  <a:gd name="connsiteX37" fmla="*/ 649165 w 1176767"/>
                  <a:gd name="connsiteY37" fmla="*/ 198532 h 260637"/>
                  <a:gd name="connsiteX38" fmla="*/ 650636 w 1176767"/>
                  <a:gd name="connsiteY38" fmla="*/ 164683 h 260637"/>
                  <a:gd name="connsiteX39" fmla="*/ 594859 w 1176767"/>
                  <a:gd name="connsiteY39" fmla="*/ 169981 h 260637"/>
                  <a:gd name="connsiteX40" fmla="*/ 600010 w 1176767"/>
                  <a:gd name="connsiteY40" fmla="*/ 55041 h 260637"/>
                  <a:gd name="connsiteX41" fmla="*/ 775142 w 1176767"/>
                  <a:gd name="connsiteY41" fmla="*/ 45181 h 260637"/>
                  <a:gd name="connsiteX42" fmla="*/ 727900 w 1176767"/>
                  <a:gd name="connsiteY42" fmla="*/ 38706 h 260637"/>
                  <a:gd name="connsiteX43" fmla="*/ 679776 w 1176767"/>
                  <a:gd name="connsiteY43" fmla="*/ 55041 h 260637"/>
                  <a:gd name="connsiteX44" fmla="*/ 663293 w 1176767"/>
                  <a:gd name="connsiteY44" fmla="*/ 94041 h 260637"/>
                  <a:gd name="connsiteX45" fmla="*/ 665942 w 1176767"/>
                  <a:gd name="connsiteY45" fmla="*/ 110671 h 260637"/>
                  <a:gd name="connsiteX46" fmla="*/ 674772 w 1176767"/>
                  <a:gd name="connsiteY46" fmla="*/ 121562 h 260637"/>
                  <a:gd name="connsiteX47" fmla="*/ 687723 w 1176767"/>
                  <a:gd name="connsiteY47" fmla="*/ 128332 h 260637"/>
                  <a:gd name="connsiteX48" fmla="*/ 702587 w 1176767"/>
                  <a:gd name="connsiteY48" fmla="*/ 132305 h 260637"/>
                  <a:gd name="connsiteX49" fmla="*/ 717599 w 1176767"/>
                  <a:gd name="connsiteY49" fmla="*/ 135102 h 260637"/>
                  <a:gd name="connsiteX50" fmla="*/ 730697 w 1176767"/>
                  <a:gd name="connsiteY50" fmla="*/ 138339 h 260637"/>
                  <a:gd name="connsiteX51" fmla="*/ 739821 w 1176767"/>
                  <a:gd name="connsiteY51" fmla="*/ 143343 h 260637"/>
                  <a:gd name="connsiteX52" fmla="*/ 742912 w 1176767"/>
                  <a:gd name="connsiteY52" fmla="*/ 151879 h 260637"/>
                  <a:gd name="connsiteX53" fmla="*/ 737614 w 1176767"/>
                  <a:gd name="connsiteY53" fmla="*/ 162475 h 260637"/>
                  <a:gd name="connsiteX54" fmla="*/ 722308 w 1176767"/>
                  <a:gd name="connsiteY54" fmla="*/ 167037 h 260637"/>
                  <a:gd name="connsiteX55" fmla="*/ 705383 w 1176767"/>
                  <a:gd name="connsiteY55" fmla="*/ 164536 h 260637"/>
                  <a:gd name="connsiteX56" fmla="*/ 700674 w 1176767"/>
                  <a:gd name="connsiteY56" fmla="*/ 151732 h 260637"/>
                  <a:gd name="connsiteX57" fmla="*/ 658289 w 1176767"/>
                  <a:gd name="connsiteY57" fmla="*/ 155853 h 260637"/>
                  <a:gd name="connsiteX58" fmla="*/ 672123 w 1176767"/>
                  <a:gd name="connsiteY58" fmla="*/ 189996 h 260637"/>
                  <a:gd name="connsiteX59" fmla="*/ 720836 w 1176767"/>
                  <a:gd name="connsiteY59" fmla="*/ 196471 h 260637"/>
                  <a:gd name="connsiteX60" fmla="*/ 770727 w 1176767"/>
                  <a:gd name="connsiteY60" fmla="*/ 179988 h 260637"/>
                  <a:gd name="connsiteX61" fmla="*/ 787798 w 1176767"/>
                  <a:gd name="connsiteY61" fmla="*/ 140841 h 260637"/>
                  <a:gd name="connsiteX62" fmla="*/ 784119 w 1176767"/>
                  <a:gd name="connsiteY62" fmla="*/ 120826 h 260637"/>
                  <a:gd name="connsiteX63" fmla="*/ 772787 w 1176767"/>
                  <a:gd name="connsiteY63" fmla="*/ 108022 h 260637"/>
                  <a:gd name="connsiteX64" fmla="*/ 757040 w 1176767"/>
                  <a:gd name="connsiteY64" fmla="*/ 100958 h 260637"/>
                  <a:gd name="connsiteX65" fmla="*/ 739674 w 1176767"/>
                  <a:gd name="connsiteY65" fmla="*/ 96838 h 260637"/>
                  <a:gd name="connsiteX66" fmla="*/ 723927 w 1176767"/>
                  <a:gd name="connsiteY66" fmla="*/ 94188 h 260637"/>
                  <a:gd name="connsiteX67" fmla="*/ 712300 w 1176767"/>
                  <a:gd name="connsiteY67" fmla="*/ 90215 h 260637"/>
                  <a:gd name="connsiteX68" fmla="*/ 708033 w 1176767"/>
                  <a:gd name="connsiteY68" fmla="*/ 83298 h 260637"/>
                  <a:gd name="connsiteX69" fmla="*/ 712889 w 1176767"/>
                  <a:gd name="connsiteY69" fmla="*/ 72849 h 260637"/>
                  <a:gd name="connsiteX70" fmla="*/ 726576 w 1176767"/>
                  <a:gd name="connsiteY70" fmla="*/ 68434 h 260637"/>
                  <a:gd name="connsiteX71" fmla="*/ 741882 w 1176767"/>
                  <a:gd name="connsiteY71" fmla="*/ 71083 h 260637"/>
                  <a:gd name="connsiteX72" fmla="*/ 746002 w 1176767"/>
                  <a:gd name="connsiteY72" fmla="*/ 83887 h 260637"/>
                  <a:gd name="connsiteX73" fmla="*/ 788240 w 1176767"/>
                  <a:gd name="connsiteY73" fmla="*/ 79913 h 260637"/>
                  <a:gd name="connsiteX74" fmla="*/ 775142 w 1176767"/>
                  <a:gd name="connsiteY74" fmla="*/ 45623 h 260637"/>
                  <a:gd name="connsiteX75" fmla="*/ 799278 w 1176767"/>
                  <a:gd name="connsiteY75" fmla="*/ 184256 h 260637"/>
                  <a:gd name="connsiteX76" fmla="*/ 846225 w 1176767"/>
                  <a:gd name="connsiteY76" fmla="*/ 179694 h 260637"/>
                  <a:gd name="connsiteX77" fmla="*/ 852700 w 1176767"/>
                  <a:gd name="connsiteY77" fmla="*/ 30906 h 260637"/>
                  <a:gd name="connsiteX78" fmla="*/ 805753 w 1176767"/>
                  <a:gd name="connsiteY78" fmla="*/ 35468 h 260637"/>
                  <a:gd name="connsiteX79" fmla="*/ 799278 w 1176767"/>
                  <a:gd name="connsiteY79" fmla="*/ 184256 h 260637"/>
                  <a:gd name="connsiteX80" fmla="*/ 946006 w 1176767"/>
                  <a:gd name="connsiteY80" fmla="*/ 17808 h 260637"/>
                  <a:gd name="connsiteX81" fmla="*/ 884783 w 1176767"/>
                  <a:gd name="connsiteY81" fmla="*/ 42238 h 260637"/>
                  <a:gd name="connsiteX82" fmla="*/ 863296 w 1176767"/>
                  <a:gd name="connsiteY82" fmla="*/ 104049 h 260637"/>
                  <a:gd name="connsiteX83" fmla="*/ 879485 w 1176767"/>
                  <a:gd name="connsiteY83" fmla="*/ 162181 h 260637"/>
                  <a:gd name="connsiteX84" fmla="*/ 939089 w 1176767"/>
                  <a:gd name="connsiteY84" fmla="*/ 175132 h 260637"/>
                  <a:gd name="connsiteX85" fmla="*/ 1000458 w 1176767"/>
                  <a:gd name="connsiteY85" fmla="*/ 150702 h 260637"/>
                  <a:gd name="connsiteX86" fmla="*/ 1021945 w 1176767"/>
                  <a:gd name="connsiteY86" fmla="*/ 88890 h 260637"/>
                  <a:gd name="connsiteX87" fmla="*/ 1005756 w 1176767"/>
                  <a:gd name="connsiteY87" fmla="*/ 30758 h 260637"/>
                  <a:gd name="connsiteX88" fmla="*/ 946006 w 1176767"/>
                  <a:gd name="connsiteY88" fmla="*/ 17808 h 260637"/>
                  <a:gd name="connsiteX89" fmla="*/ 972643 w 1176767"/>
                  <a:gd name="connsiteY89" fmla="*/ 93600 h 260637"/>
                  <a:gd name="connsiteX90" fmla="*/ 963960 w 1176767"/>
                  <a:gd name="connsiteY90" fmla="*/ 128479 h 260637"/>
                  <a:gd name="connsiteX91" fmla="*/ 940707 w 1176767"/>
                  <a:gd name="connsiteY91" fmla="*/ 141430 h 260637"/>
                  <a:gd name="connsiteX92" fmla="*/ 918338 w 1176767"/>
                  <a:gd name="connsiteY92" fmla="*/ 132894 h 260637"/>
                  <a:gd name="connsiteX93" fmla="*/ 912745 w 1176767"/>
                  <a:gd name="connsiteY93" fmla="*/ 99487 h 260637"/>
                  <a:gd name="connsiteX94" fmla="*/ 921428 w 1176767"/>
                  <a:gd name="connsiteY94" fmla="*/ 64755 h 260637"/>
                  <a:gd name="connsiteX95" fmla="*/ 944534 w 1176767"/>
                  <a:gd name="connsiteY95" fmla="*/ 51804 h 260637"/>
                  <a:gd name="connsiteX96" fmla="*/ 966904 w 1176767"/>
                  <a:gd name="connsiteY96" fmla="*/ 60339 h 260637"/>
                  <a:gd name="connsiteX97" fmla="*/ 972496 w 1176767"/>
                  <a:gd name="connsiteY97" fmla="*/ 93747 h 260637"/>
                  <a:gd name="connsiteX98" fmla="*/ 1132322 w 1176767"/>
                  <a:gd name="connsiteY98" fmla="*/ 4268 h 260637"/>
                  <a:gd name="connsiteX99" fmla="*/ 1128202 w 1176767"/>
                  <a:gd name="connsiteY99" fmla="*/ 96543 h 260637"/>
                  <a:gd name="connsiteX100" fmla="*/ 1092439 w 1176767"/>
                  <a:gd name="connsiteY100" fmla="*/ 8094 h 260637"/>
                  <a:gd name="connsiteX101" fmla="*/ 1038722 w 1176767"/>
                  <a:gd name="connsiteY101" fmla="*/ 13245 h 260637"/>
                  <a:gd name="connsiteX102" fmla="*/ 1032247 w 1176767"/>
                  <a:gd name="connsiteY102" fmla="*/ 162034 h 260637"/>
                  <a:gd name="connsiteX103" fmla="*/ 1076692 w 1176767"/>
                  <a:gd name="connsiteY103" fmla="*/ 157766 h 260637"/>
                  <a:gd name="connsiteX104" fmla="*/ 1080813 w 1176767"/>
                  <a:gd name="connsiteY104" fmla="*/ 65490 h 260637"/>
                  <a:gd name="connsiteX105" fmla="*/ 1116575 w 1176767"/>
                  <a:gd name="connsiteY105" fmla="*/ 153939 h 260637"/>
                  <a:gd name="connsiteX106" fmla="*/ 1170292 w 1176767"/>
                  <a:gd name="connsiteY106" fmla="*/ 148788 h 260637"/>
                  <a:gd name="connsiteX107" fmla="*/ 1176767 w 1176767"/>
                  <a:gd name="connsiteY107" fmla="*/ 0 h 260637"/>
                  <a:gd name="connsiteX108" fmla="*/ 1132322 w 1176767"/>
                  <a:gd name="connsiteY108" fmla="*/ 4268 h 260637"/>
                  <a:gd name="connsiteX109" fmla="*/ 379697 w 1176767"/>
                  <a:gd name="connsiteY109" fmla="*/ 91245 h 260637"/>
                  <a:gd name="connsiteX110" fmla="*/ 361301 w 1176767"/>
                  <a:gd name="connsiteY110" fmla="*/ 81826 h 260637"/>
                  <a:gd name="connsiteX111" fmla="*/ 333928 w 1176767"/>
                  <a:gd name="connsiteY111" fmla="*/ 80355 h 260637"/>
                  <a:gd name="connsiteX112" fmla="*/ 265052 w 1176767"/>
                  <a:gd name="connsiteY112" fmla="*/ 86977 h 260637"/>
                  <a:gd name="connsiteX113" fmla="*/ 277415 w 1176767"/>
                  <a:gd name="connsiteY113" fmla="*/ 166007 h 260637"/>
                  <a:gd name="connsiteX114" fmla="*/ 258577 w 1176767"/>
                  <a:gd name="connsiteY114" fmla="*/ 235766 h 260637"/>
                  <a:gd name="connsiteX115" fmla="*/ 305524 w 1176767"/>
                  <a:gd name="connsiteY115" fmla="*/ 231203 h 260637"/>
                  <a:gd name="connsiteX116" fmla="*/ 307731 w 1176767"/>
                  <a:gd name="connsiteY116" fmla="*/ 180871 h 260637"/>
                  <a:gd name="connsiteX117" fmla="*/ 329513 w 1176767"/>
                  <a:gd name="connsiteY117" fmla="*/ 178811 h 260637"/>
                  <a:gd name="connsiteX118" fmla="*/ 357328 w 1176767"/>
                  <a:gd name="connsiteY118" fmla="*/ 172188 h 260637"/>
                  <a:gd name="connsiteX119" fmla="*/ 376754 w 1176767"/>
                  <a:gd name="connsiteY119" fmla="*/ 159237 h 260637"/>
                  <a:gd name="connsiteX120" fmla="*/ 387792 w 1176767"/>
                  <a:gd name="connsiteY120" fmla="*/ 142460 h 260637"/>
                  <a:gd name="connsiteX121" fmla="*/ 392207 w 1176767"/>
                  <a:gd name="connsiteY121" fmla="*/ 123770 h 260637"/>
                  <a:gd name="connsiteX122" fmla="*/ 389558 w 1176767"/>
                  <a:gd name="connsiteY122" fmla="*/ 105815 h 260637"/>
                  <a:gd name="connsiteX123" fmla="*/ 379844 w 1176767"/>
                  <a:gd name="connsiteY123" fmla="*/ 91245 h 260637"/>
                  <a:gd name="connsiteX124" fmla="*/ 345112 w 1176767"/>
                  <a:gd name="connsiteY124" fmla="*/ 128332 h 260637"/>
                  <a:gd name="connsiteX125" fmla="*/ 340256 w 1176767"/>
                  <a:gd name="connsiteY125" fmla="*/ 141283 h 260637"/>
                  <a:gd name="connsiteX126" fmla="*/ 328188 w 1176767"/>
                  <a:gd name="connsiteY126" fmla="*/ 147464 h 260637"/>
                  <a:gd name="connsiteX127" fmla="*/ 308909 w 1176767"/>
                  <a:gd name="connsiteY127" fmla="*/ 149377 h 260637"/>
                  <a:gd name="connsiteX128" fmla="*/ 310675 w 1176767"/>
                  <a:gd name="connsiteY128" fmla="*/ 114056 h 260637"/>
                  <a:gd name="connsiteX129" fmla="*/ 329954 w 1176767"/>
                  <a:gd name="connsiteY129" fmla="*/ 112143 h 260637"/>
                  <a:gd name="connsiteX130" fmla="*/ 341286 w 1176767"/>
                  <a:gd name="connsiteY130" fmla="*/ 116117 h 260637"/>
                  <a:gd name="connsiteX131" fmla="*/ 344965 w 1176767"/>
                  <a:gd name="connsiteY131" fmla="*/ 128185 h 2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176767" h="260637">
                    <a:moveTo>
                      <a:pt x="0" y="260637"/>
                    </a:moveTo>
                    <a:lnTo>
                      <a:pt x="46947" y="256075"/>
                    </a:lnTo>
                    <a:lnTo>
                      <a:pt x="53423" y="107287"/>
                    </a:lnTo>
                    <a:lnTo>
                      <a:pt x="6475" y="111849"/>
                    </a:lnTo>
                    <a:lnTo>
                      <a:pt x="0" y="260637"/>
                    </a:lnTo>
                    <a:close/>
                    <a:moveTo>
                      <a:pt x="156736" y="184698"/>
                    </a:moveTo>
                    <a:lnTo>
                      <a:pt x="136868" y="99339"/>
                    </a:lnTo>
                    <a:lnTo>
                      <a:pt x="73585" y="105373"/>
                    </a:lnTo>
                    <a:lnTo>
                      <a:pt x="67109" y="254162"/>
                    </a:lnTo>
                    <a:lnTo>
                      <a:pt x="111554" y="249894"/>
                    </a:lnTo>
                    <a:lnTo>
                      <a:pt x="115675" y="156147"/>
                    </a:lnTo>
                    <a:lnTo>
                      <a:pt x="138781" y="247245"/>
                    </a:lnTo>
                    <a:lnTo>
                      <a:pt x="166890" y="244596"/>
                    </a:lnTo>
                    <a:lnTo>
                      <a:pt x="198385" y="148200"/>
                    </a:lnTo>
                    <a:lnTo>
                      <a:pt x="194264" y="241947"/>
                    </a:lnTo>
                    <a:lnTo>
                      <a:pt x="238709" y="237679"/>
                    </a:lnTo>
                    <a:lnTo>
                      <a:pt x="245184" y="88890"/>
                    </a:lnTo>
                    <a:lnTo>
                      <a:pt x="184403" y="94777"/>
                    </a:lnTo>
                    <a:lnTo>
                      <a:pt x="156736" y="184698"/>
                    </a:lnTo>
                    <a:close/>
                    <a:moveTo>
                      <a:pt x="484041" y="159090"/>
                    </a:moveTo>
                    <a:cubicBezTo>
                      <a:pt x="483599" y="168215"/>
                      <a:pt x="481686" y="174837"/>
                      <a:pt x="478301" y="179252"/>
                    </a:cubicBezTo>
                    <a:cubicBezTo>
                      <a:pt x="474916" y="183668"/>
                      <a:pt x="469912" y="186169"/>
                      <a:pt x="463142" y="186905"/>
                    </a:cubicBezTo>
                    <a:cubicBezTo>
                      <a:pt x="456078" y="187641"/>
                      <a:pt x="451222" y="186022"/>
                      <a:pt x="448278" y="182196"/>
                    </a:cubicBezTo>
                    <a:cubicBezTo>
                      <a:pt x="445335" y="178369"/>
                      <a:pt x="444158" y="171894"/>
                      <a:pt x="444599" y="162917"/>
                    </a:cubicBezTo>
                    <a:lnTo>
                      <a:pt x="448573" y="69611"/>
                    </a:lnTo>
                    <a:lnTo>
                      <a:pt x="401626" y="74173"/>
                    </a:lnTo>
                    <a:lnTo>
                      <a:pt x="397652" y="167479"/>
                    </a:lnTo>
                    <a:cubicBezTo>
                      <a:pt x="396622" y="188524"/>
                      <a:pt x="401331" y="203094"/>
                      <a:pt x="411339" y="211630"/>
                    </a:cubicBezTo>
                    <a:cubicBezTo>
                      <a:pt x="421493" y="220018"/>
                      <a:pt x="438124" y="223109"/>
                      <a:pt x="461524" y="220901"/>
                    </a:cubicBezTo>
                    <a:cubicBezTo>
                      <a:pt x="484924" y="218694"/>
                      <a:pt x="501995" y="212366"/>
                      <a:pt x="513033" y="201917"/>
                    </a:cubicBezTo>
                    <a:cubicBezTo>
                      <a:pt x="524071" y="191468"/>
                      <a:pt x="529957" y="175720"/>
                      <a:pt x="530988" y="154822"/>
                    </a:cubicBezTo>
                    <a:lnTo>
                      <a:pt x="534961" y="61517"/>
                    </a:lnTo>
                    <a:lnTo>
                      <a:pt x="488014" y="66079"/>
                    </a:lnTo>
                    <a:lnTo>
                      <a:pt x="484041" y="159385"/>
                    </a:lnTo>
                    <a:close/>
                    <a:moveTo>
                      <a:pt x="599863" y="55041"/>
                    </a:moveTo>
                    <a:lnTo>
                      <a:pt x="552916" y="59604"/>
                    </a:lnTo>
                    <a:lnTo>
                      <a:pt x="546440" y="208392"/>
                    </a:lnTo>
                    <a:lnTo>
                      <a:pt x="649165" y="198532"/>
                    </a:lnTo>
                    <a:lnTo>
                      <a:pt x="650636" y="164683"/>
                    </a:lnTo>
                    <a:lnTo>
                      <a:pt x="594859" y="169981"/>
                    </a:lnTo>
                    <a:lnTo>
                      <a:pt x="600010" y="55041"/>
                    </a:lnTo>
                    <a:close/>
                    <a:moveTo>
                      <a:pt x="775142" y="45181"/>
                    </a:moveTo>
                    <a:cubicBezTo>
                      <a:pt x="765576" y="38706"/>
                      <a:pt x="749829" y="36645"/>
                      <a:pt x="727900" y="38706"/>
                    </a:cubicBezTo>
                    <a:cubicBezTo>
                      <a:pt x="706119" y="40766"/>
                      <a:pt x="690078" y="46211"/>
                      <a:pt x="679776" y="55041"/>
                    </a:cubicBezTo>
                    <a:cubicBezTo>
                      <a:pt x="669474" y="63872"/>
                      <a:pt x="664029" y="76823"/>
                      <a:pt x="663293" y="94041"/>
                    </a:cubicBezTo>
                    <a:cubicBezTo>
                      <a:pt x="662851" y="100370"/>
                      <a:pt x="663734" y="105962"/>
                      <a:pt x="665942" y="110671"/>
                    </a:cubicBezTo>
                    <a:cubicBezTo>
                      <a:pt x="668150" y="115381"/>
                      <a:pt x="671093" y="118913"/>
                      <a:pt x="674772" y="121562"/>
                    </a:cubicBezTo>
                    <a:cubicBezTo>
                      <a:pt x="678599" y="124211"/>
                      <a:pt x="682867" y="126419"/>
                      <a:pt x="687723" y="128332"/>
                    </a:cubicBezTo>
                    <a:cubicBezTo>
                      <a:pt x="692580" y="130245"/>
                      <a:pt x="697583" y="131570"/>
                      <a:pt x="702587" y="132305"/>
                    </a:cubicBezTo>
                    <a:cubicBezTo>
                      <a:pt x="707738" y="133041"/>
                      <a:pt x="712595" y="134071"/>
                      <a:pt x="717599" y="135102"/>
                    </a:cubicBezTo>
                    <a:cubicBezTo>
                      <a:pt x="722455" y="136132"/>
                      <a:pt x="726870" y="137309"/>
                      <a:pt x="730697" y="138339"/>
                    </a:cubicBezTo>
                    <a:cubicBezTo>
                      <a:pt x="734523" y="139370"/>
                      <a:pt x="737614" y="140988"/>
                      <a:pt x="739821" y="143343"/>
                    </a:cubicBezTo>
                    <a:cubicBezTo>
                      <a:pt x="742029" y="145551"/>
                      <a:pt x="743059" y="148494"/>
                      <a:pt x="742912" y="151879"/>
                    </a:cubicBezTo>
                    <a:cubicBezTo>
                      <a:pt x="742912" y="156588"/>
                      <a:pt x="740998" y="160120"/>
                      <a:pt x="737614" y="162475"/>
                    </a:cubicBezTo>
                    <a:cubicBezTo>
                      <a:pt x="734229" y="164830"/>
                      <a:pt x="729078" y="166302"/>
                      <a:pt x="722308" y="167037"/>
                    </a:cubicBezTo>
                    <a:cubicBezTo>
                      <a:pt x="714508" y="167773"/>
                      <a:pt x="708916" y="167037"/>
                      <a:pt x="705383" y="164536"/>
                    </a:cubicBezTo>
                    <a:cubicBezTo>
                      <a:pt x="701999" y="162181"/>
                      <a:pt x="700380" y="157913"/>
                      <a:pt x="700674" y="151732"/>
                    </a:cubicBezTo>
                    <a:lnTo>
                      <a:pt x="658289" y="155853"/>
                    </a:lnTo>
                    <a:cubicBezTo>
                      <a:pt x="657553" y="172188"/>
                      <a:pt x="662263" y="183520"/>
                      <a:pt x="672123" y="189996"/>
                    </a:cubicBezTo>
                    <a:cubicBezTo>
                      <a:pt x="681984" y="196471"/>
                      <a:pt x="698319" y="198679"/>
                      <a:pt x="720836" y="196471"/>
                    </a:cubicBezTo>
                    <a:cubicBezTo>
                      <a:pt x="743500" y="194264"/>
                      <a:pt x="760130" y="188819"/>
                      <a:pt x="770727" y="179988"/>
                    </a:cubicBezTo>
                    <a:cubicBezTo>
                      <a:pt x="781323" y="171158"/>
                      <a:pt x="786915" y="158207"/>
                      <a:pt x="787798" y="140841"/>
                    </a:cubicBezTo>
                    <a:cubicBezTo>
                      <a:pt x="788240" y="133041"/>
                      <a:pt x="786915" y="126419"/>
                      <a:pt x="784119" y="120826"/>
                    </a:cubicBezTo>
                    <a:cubicBezTo>
                      <a:pt x="781323" y="115234"/>
                      <a:pt x="777496" y="110966"/>
                      <a:pt x="772787" y="108022"/>
                    </a:cubicBezTo>
                    <a:cubicBezTo>
                      <a:pt x="768078" y="105079"/>
                      <a:pt x="762780" y="102724"/>
                      <a:pt x="757040" y="100958"/>
                    </a:cubicBezTo>
                    <a:cubicBezTo>
                      <a:pt x="751300" y="99192"/>
                      <a:pt x="745561" y="97868"/>
                      <a:pt x="739674" y="96838"/>
                    </a:cubicBezTo>
                    <a:cubicBezTo>
                      <a:pt x="733934" y="95955"/>
                      <a:pt x="728636" y="95072"/>
                      <a:pt x="723927" y="94188"/>
                    </a:cubicBezTo>
                    <a:cubicBezTo>
                      <a:pt x="719217" y="93305"/>
                      <a:pt x="715391" y="91981"/>
                      <a:pt x="712300" y="90215"/>
                    </a:cubicBezTo>
                    <a:cubicBezTo>
                      <a:pt x="709357" y="88449"/>
                      <a:pt x="707885" y="86094"/>
                      <a:pt x="708033" y="83298"/>
                    </a:cubicBezTo>
                    <a:cubicBezTo>
                      <a:pt x="708327" y="78736"/>
                      <a:pt x="709946" y="75351"/>
                      <a:pt x="712889" y="72849"/>
                    </a:cubicBezTo>
                    <a:cubicBezTo>
                      <a:pt x="715833" y="70494"/>
                      <a:pt x="720395" y="69023"/>
                      <a:pt x="726576" y="68434"/>
                    </a:cubicBezTo>
                    <a:cubicBezTo>
                      <a:pt x="733640" y="67698"/>
                      <a:pt x="738791" y="68581"/>
                      <a:pt x="741882" y="71083"/>
                    </a:cubicBezTo>
                    <a:cubicBezTo>
                      <a:pt x="744972" y="73585"/>
                      <a:pt x="746297" y="77853"/>
                      <a:pt x="746002" y="83887"/>
                    </a:cubicBezTo>
                    <a:lnTo>
                      <a:pt x="788240" y="79913"/>
                    </a:lnTo>
                    <a:cubicBezTo>
                      <a:pt x="789123" y="63430"/>
                      <a:pt x="784708" y="52098"/>
                      <a:pt x="775142" y="45623"/>
                    </a:cubicBezTo>
                    <a:close/>
                    <a:moveTo>
                      <a:pt x="799278" y="184256"/>
                    </a:moveTo>
                    <a:lnTo>
                      <a:pt x="846225" y="179694"/>
                    </a:lnTo>
                    <a:lnTo>
                      <a:pt x="852700" y="30906"/>
                    </a:lnTo>
                    <a:lnTo>
                      <a:pt x="805753" y="35468"/>
                    </a:lnTo>
                    <a:lnTo>
                      <a:pt x="799278" y="184256"/>
                    </a:lnTo>
                    <a:close/>
                    <a:moveTo>
                      <a:pt x="946006" y="17808"/>
                    </a:moveTo>
                    <a:cubicBezTo>
                      <a:pt x="918338" y="20457"/>
                      <a:pt x="897881" y="28551"/>
                      <a:pt x="884783" y="42238"/>
                    </a:cubicBezTo>
                    <a:cubicBezTo>
                      <a:pt x="871685" y="55924"/>
                      <a:pt x="864474" y="76528"/>
                      <a:pt x="863296" y="104049"/>
                    </a:cubicBezTo>
                    <a:cubicBezTo>
                      <a:pt x="862119" y="131570"/>
                      <a:pt x="867564" y="150996"/>
                      <a:pt x="879485" y="162181"/>
                    </a:cubicBezTo>
                    <a:cubicBezTo>
                      <a:pt x="891553" y="173513"/>
                      <a:pt x="911421" y="177781"/>
                      <a:pt x="939089" y="175132"/>
                    </a:cubicBezTo>
                    <a:cubicBezTo>
                      <a:pt x="966904" y="172483"/>
                      <a:pt x="987360" y="164241"/>
                      <a:pt x="1000458" y="150702"/>
                    </a:cubicBezTo>
                    <a:cubicBezTo>
                      <a:pt x="1013556" y="137015"/>
                      <a:pt x="1020768" y="116411"/>
                      <a:pt x="1021945" y="88890"/>
                    </a:cubicBezTo>
                    <a:cubicBezTo>
                      <a:pt x="1023270" y="61370"/>
                      <a:pt x="1017824" y="41943"/>
                      <a:pt x="1005756" y="30758"/>
                    </a:cubicBezTo>
                    <a:cubicBezTo>
                      <a:pt x="993689" y="19426"/>
                      <a:pt x="973821" y="15158"/>
                      <a:pt x="946006" y="17808"/>
                    </a:cubicBezTo>
                    <a:close/>
                    <a:moveTo>
                      <a:pt x="972643" y="93600"/>
                    </a:moveTo>
                    <a:cubicBezTo>
                      <a:pt x="971907" y="109200"/>
                      <a:pt x="968964" y="120826"/>
                      <a:pt x="963960" y="128479"/>
                    </a:cubicBezTo>
                    <a:cubicBezTo>
                      <a:pt x="958809" y="136132"/>
                      <a:pt x="951156" y="140400"/>
                      <a:pt x="940707" y="141430"/>
                    </a:cubicBezTo>
                    <a:cubicBezTo>
                      <a:pt x="930258" y="142460"/>
                      <a:pt x="922753" y="139517"/>
                      <a:pt x="918338" y="132894"/>
                    </a:cubicBezTo>
                    <a:cubicBezTo>
                      <a:pt x="913923" y="126124"/>
                      <a:pt x="912157" y="115087"/>
                      <a:pt x="912745" y="99487"/>
                    </a:cubicBezTo>
                    <a:cubicBezTo>
                      <a:pt x="913481" y="83887"/>
                      <a:pt x="916277" y="72260"/>
                      <a:pt x="921428" y="64755"/>
                    </a:cubicBezTo>
                    <a:cubicBezTo>
                      <a:pt x="926432" y="57102"/>
                      <a:pt x="934232" y="52834"/>
                      <a:pt x="944534" y="51804"/>
                    </a:cubicBezTo>
                    <a:cubicBezTo>
                      <a:pt x="954983" y="50773"/>
                      <a:pt x="962489" y="53717"/>
                      <a:pt x="966904" y="60339"/>
                    </a:cubicBezTo>
                    <a:cubicBezTo>
                      <a:pt x="971319" y="67109"/>
                      <a:pt x="973232" y="78147"/>
                      <a:pt x="972496" y="93747"/>
                    </a:cubicBezTo>
                    <a:close/>
                    <a:moveTo>
                      <a:pt x="1132322" y="4268"/>
                    </a:moveTo>
                    <a:lnTo>
                      <a:pt x="1128202" y="96543"/>
                    </a:lnTo>
                    <a:lnTo>
                      <a:pt x="1092439" y="8094"/>
                    </a:lnTo>
                    <a:lnTo>
                      <a:pt x="1038722" y="13245"/>
                    </a:lnTo>
                    <a:lnTo>
                      <a:pt x="1032247" y="162034"/>
                    </a:lnTo>
                    <a:lnTo>
                      <a:pt x="1076692" y="157766"/>
                    </a:lnTo>
                    <a:lnTo>
                      <a:pt x="1080813" y="65490"/>
                    </a:lnTo>
                    <a:lnTo>
                      <a:pt x="1116575" y="153939"/>
                    </a:lnTo>
                    <a:lnTo>
                      <a:pt x="1170292" y="148788"/>
                    </a:lnTo>
                    <a:lnTo>
                      <a:pt x="1176767" y="0"/>
                    </a:lnTo>
                    <a:lnTo>
                      <a:pt x="1132322" y="4268"/>
                    </a:lnTo>
                    <a:close/>
                    <a:moveTo>
                      <a:pt x="379697" y="91245"/>
                    </a:moveTo>
                    <a:cubicBezTo>
                      <a:pt x="375135" y="86977"/>
                      <a:pt x="369101" y="83887"/>
                      <a:pt x="361301" y="81826"/>
                    </a:cubicBezTo>
                    <a:cubicBezTo>
                      <a:pt x="353501" y="79913"/>
                      <a:pt x="344377" y="79472"/>
                      <a:pt x="333928" y="80355"/>
                    </a:cubicBezTo>
                    <a:lnTo>
                      <a:pt x="265052" y="86977"/>
                    </a:lnTo>
                    <a:lnTo>
                      <a:pt x="277415" y="166007"/>
                    </a:lnTo>
                    <a:lnTo>
                      <a:pt x="258577" y="235766"/>
                    </a:lnTo>
                    <a:lnTo>
                      <a:pt x="305524" y="231203"/>
                    </a:lnTo>
                    <a:lnTo>
                      <a:pt x="307731" y="180871"/>
                    </a:lnTo>
                    <a:lnTo>
                      <a:pt x="329513" y="178811"/>
                    </a:lnTo>
                    <a:cubicBezTo>
                      <a:pt x="339962" y="177781"/>
                      <a:pt x="349233" y="175573"/>
                      <a:pt x="357328" y="172188"/>
                    </a:cubicBezTo>
                    <a:cubicBezTo>
                      <a:pt x="365422" y="168803"/>
                      <a:pt x="371897" y="164388"/>
                      <a:pt x="376754" y="159237"/>
                    </a:cubicBezTo>
                    <a:cubicBezTo>
                      <a:pt x="381611" y="154087"/>
                      <a:pt x="385290" y="148494"/>
                      <a:pt x="387792" y="142460"/>
                    </a:cubicBezTo>
                    <a:cubicBezTo>
                      <a:pt x="390294" y="136573"/>
                      <a:pt x="391765" y="130245"/>
                      <a:pt x="392207" y="123770"/>
                    </a:cubicBezTo>
                    <a:cubicBezTo>
                      <a:pt x="392501" y="117294"/>
                      <a:pt x="391471" y="111260"/>
                      <a:pt x="389558" y="105815"/>
                    </a:cubicBezTo>
                    <a:cubicBezTo>
                      <a:pt x="387497" y="100370"/>
                      <a:pt x="384260" y="95513"/>
                      <a:pt x="379844" y="91245"/>
                    </a:cubicBezTo>
                    <a:close/>
                    <a:moveTo>
                      <a:pt x="345112" y="128332"/>
                    </a:moveTo>
                    <a:cubicBezTo>
                      <a:pt x="344818" y="133336"/>
                      <a:pt x="343346" y="137604"/>
                      <a:pt x="340256" y="141283"/>
                    </a:cubicBezTo>
                    <a:cubicBezTo>
                      <a:pt x="337313" y="144962"/>
                      <a:pt x="333339" y="147022"/>
                      <a:pt x="328188" y="147464"/>
                    </a:cubicBezTo>
                    <a:lnTo>
                      <a:pt x="308909" y="149377"/>
                    </a:lnTo>
                    <a:lnTo>
                      <a:pt x="310675" y="114056"/>
                    </a:lnTo>
                    <a:lnTo>
                      <a:pt x="329954" y="112143"/>
                    </a:lnTo>
                    <a:cubicBezTo>
                      <a:pt x="334811" y="111702"/>
                      <a:pt x="338637" y="113026"/>
                      <a:pt x="341286" y="116117"/>
                    </a:cubicBezTo>
                    <a:cubicBezTo>
                      <a:pt x="343935" y="119207"/>
                      <a:pt x="345260" y="123328"/>
                      <a:pt x="344965" y="128185"/>
                    </a:cubicBezTo>
                    <a:close/>
                  </a:path>
                </a:pathLst>
              </a:custGeom>
              <a:solidFill>
                <a:srgbClr val="212C55"/>
              </a:solidFill>
              <a:ln w="1467" cap="flat">
                <a:noFill/>
                <a:prstDash val="solid"/>
                <a:miter/>
              </a:ln>
            </p:spPr>
            <p:txBody>
              <a:bodyPr rtlCol="0" anchor="ctr"/>
              <a:lstStyle/>
              <a:p>
                <a:endParaRPr lang="en-US"/>
              </a:p>
            </p:txBody>
          </p:sp>
          <p:sp>
            <p:nvSpPr>
              <p:cNvPr id="20" name="Forme libre : forme 19">
                <a:extLst>
                  <a:ext uri="{FF2B5EF4-FFF2-40B4-BE49-F238E27FC236}">
                    <a16:creationId xmlns:a16="http://schemas.microsoft.com/office/drawing/2014/main" id="{49A392D3-0F0A-EEE6-0E8F-3B43E7BFBC58}"/>
                  </a:ext>
                </a:extLst>
              </p:cNvPr>
              <p:cNvSpPr/>
              <p:nvPr/>
            </p:nvSpPr>
            <p:spPr>
              <a:xfrm>
                <a:off x="1764660" y="1751005"/>
                <a:ext cx="18837" cy="148788"/>
              </a:xfrm>
              <a:custGeom>
                <a:avLst/>
                <a:gdLst>
                  <a:gd name="connsiteX0" fmla="*/ 6475 w 18837"/>
                  <a:gd name="connsiteY0" fmla="*/ 0 h 148788"/>
                  <a:gd name="connsiteX1" fmla="*/ 18838 w 18837"/>
                  <a:gd name="connsiteY1" fmla="*/ 79030 h 148788"/>
                  <a:gd name="connsiteX2" fmla="*/ 0 w 18837"/>
                  <a:gd name="connsiteY2" fmla="*/ 148788 h 148788"/>
                  <a:gd name="connsiteX3" fmla="*/ 6475 w 18837"/>
                  <a:gd name="connsiteY3" fmla="*/ 0 h 148788"/>
                </a:gdLst>
                <a:ahLst/>
                <a:cxnLst>
                  <a:cxn ang="0">
                    <a:pos x="connsiteX0" y="connsiteY0"/>
                  </a:cxn>
                  <a:cxn ang="0">
                    <a:pos x="connsiteX1" y="connsiteY1"/>
                  </a:cxn>
                  <a:cxn ang="0">
                    <a:pos x="connsiteX2" y="connsiteY2"/>
                  </a:cxn>
                  <a:cxn ang="0">
                    <a:pos x="connsiteX3" y="connsiteY3"/>
                  </a:cxn>
                </a:cxnLst>
                <a:rect l="l" t="t" r="r" b="b"/>
                <a:pathLst>
                  <a:path w="18837" h="148788">
                    <a:moveTo>
                      <a:pt x="6475" y="0"/>
                    </a:moveTo>
                    <a:lnTo>
                      <a:pt x="18838" y="79030"/>
                    </a:lnTo>
                    <a:lnTo>
                      <a:pt x="0" y="148788"/>
                    </a:lnTo>
                    <a:lnTo>
                      <a:pt x="6475" y="0"/>
                    </a:lnTo>
                    <a:close/>
                  </a:path>
                </a:pathLst>
              </a:custGeom>
              <a:solidFill>
                <a:srgbClr val="E7461C"/>
              </a:solidFill>
              <a:ln w="1467" cap="flat">
                <a:noFill/>
                <a:prstDash val="solid"/>
                <a:miter/>
              </a:ln>
            </p:spPr>
            <p:txBody>
              <a:bodyPr rtlCol="0" anchor="ctr"/>
              <a:lstStyle/>
              <a:p>
                <a:endParaRPr lang="en-US"/>
              </a:p>
            </p:txBody>
          </p:sp>
          <p:sp>
            <p:nvSpPr>
              <p:cNvPr id="21" name="Forme libre : forme 20">
                <a:extLst>
                  <a:ext uri="{FF2B5EF4-FFF2-40B4-BE49-F238E27FC236}">
                    <a16:creationId xmlns:a16="http://schemas.microsoft.com/office/drawing/2014/main" id="{1EE061EB-E258-87E6-7469-D3E927B4DACF}"/>
                  </a:ext>
                </a:extLst>
              </p:cNvPr>
              <p:cNvSpPr/>
              <p:nvPr/>
            </p:nvSpPr>
            <p:spPr>
              <a:xfrm>
                <a:off x="2696096" y="1661968"/>
                <a:ext cx="18984" cy="148788"/>
              </a:xfrm>
              <a:custGeom>
                <a:avLst/>
                <a:gdLst>
                  <a:gd name="connsiteX0" fmla="*/ 6623 w 18984"/>
                  <a:gd name="connsiteY0" fmla="*/ 0 h 148788"/>
                  <a:gd name="connsiteX1" fmla="*/ 18985 w 18984"/>
                  <a:gd name="connsiteY1" fmla="*/ 79030 h 148788"/>
                  <a:gd name="connsiteX2" fmla="*/ 0 w 18984"/>
                  <a:gd name="connsiteY2" fmla="*/ 148788 h 148788"/>
                  <a:gd name="connsiteX3" fmla="*/ 6623 w 18984"/>
                  <a:gd name="connsiteY3" fmla="*/ 0 h 148788"/>
                </a:gdLst>
                <a:ahLst/>
                <a:cxnLst>
                  <a:cxn ang="0">
                    <a:pos x="connsiteX0" y="connsiteY0"/>
                  </a:cxn>
                  <a:cxn ang="0">
                    <a:pos x="connsiteX1" y="connsiteY1"/>
                  </a:cxn>
                  <a:cxn ang="0">
                    <a:pos x="connsiteX2" y="connsiteY2"/>
                  </a:cxn>
                  <a:cxn ang="0">
                    <a:pos x="connsiteX3" y="connsiteY3"/>
                  </a:cxn>
                </a:cxnLst>
                <a:rect l="l" t="t" r="r" b="b"/>
                <a:pathLst>
                  <a:path w="18984" h="148788">
                    <a:moveTo>
                      <a:pt x="6623" y="0"/>
                    </a:moveTo>
                    <a:lnTo>
                      <a:pt x="18985" y="79030"/>
                    </a:lnTo>
                    <a:lnTo>
                      <a:pt x="0" y="148788"/>
                    </a:lnTo>
                    <a:lnTo>
                      <a:pt x="6623" y="0"/>
                    </a:lnTo>
                    <a:close/>
                  </a:path>
                </a:pathLst>
              </a:custGeom>
              <a:solidFill>
                <a:srgbClr val="E7461C"/>
              </a:solidFill>
              <a:ln w="1467" cap="flat">
                <a:noFill/>
                <a:prstDash val="solid"/>
                <a:miter/>
              </a:ln>
            </p:spPr>
            <p:txBody>
              <a:bodyPr rtlCol="0" anchor="ctr"/>
              <a:lstStyle/>
              <a:p>
                <a:endParaRPr lang="en-US"/>
              </a:p>
            </p:txBody>
          </p:sp>
          <p:sp>
            <p:nvSpPr>
              <p:cNvPr id="22" name="Forme libre : forme 21">
                <a:extLst>
                  <a:ext uri="{FF2B5EF4-FFF2-40B4-BE49-F238E27FC236}">
                    <a16:creationId xmlns:a16="http://schemas.microsoft.com/office/drawing/2014/main" id="{AE9330F9-A4B8-651F-13B3-1C6FB9649E48}"/>
                  </a:ext>
                </a:extLst>
              </p:cNvPr>
              <p:cNvSpPr/>
              <p:nvPr/>
            </p:nvSpPr>
            <p:spPr>
              <a:xfrm>
                <a:off x="2330821" y="1657847"/>
                <a:ext cx="48271" cy="28403"/>
              </a:xfrm>
              <a:custGeom>
                <a:avLst/>
                <a:gdLst>
                  <a:gd name="connsiteX0" fmla="*/ 48272 w 48271"/>
                  <a:gd name="connsiteY0" fmla="*/ 0 h 28403"/>
                  <a:gd name="connsiteX1" fmla="*/ 46947 w 48271"/>
                  <a:gd name="connsiteY1" fmla="*/ 23841 h 28403"/>
                  <a:gd name="connsiteX2" fmla="*/ 0 w 48271"/>
                  <a:gd name="connsiteY2" fmla="*/ 28404 h 28403"/>
                  <a:gd name="connsiteX3" fmla="*/ 48272 w 48271"/>
                  <a:gd name="connsiteY3" fmla="*/ 0 h 28403"/>
                </a:gdLst>
                <a:ahLst/>
                <a:cxnLst>
                  <a:cxn ang="0">
                    <a:pos x="connsiteX0" y="connsiteY0"/>
                  </a:cxn>
                  <a:cxn ang="0">
                    <a:pos x="connsiteX1" y="connsiteY1"/>
                  </a:cxn>
                  <a:cxn ang="0">
                    <a:pos x="connsiteX2" y="connsiteY2"/>
                  </a:cxn>
                  <a:cxn ang="0">
                    <a:pos x="connsiteX3" y="connsiteY3"/>
                  </a:cxn>
                </a:cxnLst>
                <a:rect l="l" t="t" r="r" b="b"/>
                <a:pathLst>
                  <a:path w="48271" h="28403">
                    <a:moveTo>
                      <a:pt x="48272" y="0"/>
                    </a:moveTo>
                    <a:lnTo>
                      <a:pt x="46947" y="23841"/>
                    </a:lnTo>
                    <a:lnTo>
                      <a:pt x="0" y="28404"/>
                    </a:lnTo>
                    <a:lnTo>
                      <a:pt x="48272" y="0"/>
                    </a:lnTo>
                    <a:close/>
                  </a:path>
                </a:pathLst>
              </a:custGeom>
              <a:solidFill>
                <a:srgbClr val="E7461C"/>
              </a:solidFill>
              <a:ln w="1467" cap="flat">
                <a:noFill/>
                <a:prstDash val="solid"/>
                <a:miter/>
              </a:ln>
            </p:spPr>
            <p:txBody>
              <a:bodyPr rtlCol="0" anchor="ctr"/>
              <a:lstStyle/>
              <a:p>
                <a:endParaRPr lang="en-US"/>
              </a:p>
            </p:txBody>
          </p:sp>
        </p:grpSp>
        <p:grpSp>
          <p:nvGrpSpPr>
            <p:cNvPr id="13" name="Graphique 107">
              <a:extLst>
                <a:ext uri="{FF2B5EF4-FFF2-40B4-BE49-F238E27FC236}">
                  <a16:creationId xmlns:a16="http://schemas.microsoft.com/office/drawing/2014/main" id="{67D1798B-286E-8408-BF05-1A7B1253976E}"/>
                </a:ext>
              </a:extLst>
            </p:cNvPr>
            <p:cNvGrpSpPr/>
            <p:nvPr/>
          </p:nvGrpSpPr>
          <p:grpSpPr>
            <a:xfrm>
              <a:off x="2468572" y="1844458"/>
              <a:ext cx="248716" cy="77705"/>
              <a:chOff x="2468572" y="1844458"/>
              <a:chExt cx="248716" cy="77705"/>
            </a:xfrm>
            <a:solidFill>
              <a:srgbClr val="E7461C"/>
            </a:solidFill>
          </p:grpSpPr>
          <p:sp>
            <p:nvSpPr>
              <p:cNvPr id="14" name="Forme libre : forme 13">
                <a:extLst>
                  <a:ext uri="{FF2B5EF4-FFF2-40B4-BE49-F238E27FC236}">
                    <a16:creationId xmlns:a16="http://schemas.microsoft.com/office/drawing/2014/main" id="{68D73C39-0437-748E-2826-B20DE325B0A1}"/>
                  </a:ext>
                </a:extLst>
              </p:cNvPr>
              <p:cNvSpPr/>
              <p:nvPr/>
            </p:nvSpPr>
            <p:spPr>
              <a:xfrm>
                <a:off x="2468572"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5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5" y="17808"/>
                      <a:pt x="54305" y="22370"/>
                    </a:cubicBezTo>
                    <a:cubicBezTo>
                      <a:pt x="54305"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5" name="Forme libre : forme 14">
                <a:extLst>
                  <a:ext uri="{FF2B5EF4-FFF2-40B4-BE49-F238E27FC236}">
                    <a16:creationId xmlns:a16="http://schemas.microsoft.com/office/drawing/2014/main" id="{6EC9177E-9696-D7D4-63B0-609AC5E25F45}"/>
                  </a:ext>
                </a:extLst>
              </p:cNvPr>
              <p:cNvSpPr/>
              <p:nvPr/>
            </p:nvSpPr>
            <p:spPr>
              <a:xfrm>
                <a:off x="2533326" y="1844458"/>
                <a:ext cx="56660" cy="77705"/>
              </a:xfrm>
              <a:custGeom>
                <a:avLst/>
                <a:gdLst>
                  <a:gd name="connsiteX0" fmla="*/ 11626 w 56660"/>
                  <a:gd name="connsiteY0" fmla="*/ 72407 h 77705"/>
                  <a:gd name="connsiteX1" fmla="*/ 2649 w 56660"/>
                  <a:gd name="connsiteY1" fmla="*/ 58279 h 77705"/>
                  <a:gd name="connsiteX2" fmla="*/ 0 w 56660"/>
                  <a:gd name="connsiteY2" fmla="*/ 39147 h 77705"/>
                  <a:gd name="connsiteX3" fmla="*/ 6328 w 56660"/>
                  <a:gd name="connsiteY3" fmla="*/ 11038 h 77705"/>
                  <a:gd name="connsiteX4" fmla="*/ 28404 w 56660"/>
                  <a:gd name="connsiteY4" fmla="*/ 0 h 77705"/>
                  <a:gd name="connsiteX5" fmla="*/ 50332 w 56660"/>
                  <a:gd name="connsiteY5" fmla="*/ 11038 h 77705"/>
                  <a:gd name="connsiteX6" fmla="*/ 56660 w 56660"/>
                  <a:gd name="connsiteY6" fmla="*/ 39000 h 77705"/>
                  <a:gd name="connsiteX7" fmla="*/ 54011 w 56660"/>
                  <a:gd name="connsiteY7" fmla="*/ 58132 h 77705"/>
                  <a:gd name="connsiteX8" fmla="*/ 45034 w 56660"/>
                  <a:gd name="connsiteY8" fmla="*/ 72260 h 77705"/>
                  <a:gd name="connsiteX9" fmla="*/ 28551 w 56660"/>
                  <a:gd name="connsiteY9" fmla="*/ 77706 h 77705"/>
                  <a:gd name="connsiteX10" fmla="*/ 12068 w 56660"/>
                  <a:gd name="connsiteY10" fmla="*/ 72260 h 77705"/>
                  <a:gd name="connsiteX11" fmla="*/ 17513 w 56660"/>
                  <a:gd name="connsiteY11" fmla="*/ 50626 h 77705"/>
                  <a:gd name="connsiteX12" fmla="*/ 20751 w 56660"/>
                  <a:gd name="connsiteY12" fmla="*/ 59309 h 77705"/>
                  <a:gd name="connsiteX13" fmla="*/ 27962 w 56660"/>
                  <a:gd name="connsiteY13" fmla="*/ 62841 h 77705"/>
                  <a:gd name="connsiteX14" fmla="*/ 37087 w 56660"/>
                  <a:gd name="connsiteY14" fmla="*/ 56072 h 77705"/>
                  <a:gd name="connsiteX15" fmla="*/ 39294 w 56660"/>
                  <a:gd name="connsiteY15" fmla="*/ 39294 h 77705"/>
                  <a:gd name="connsiteX16" fmla="*/ 38558 w 56660"/>
                  <a:gd name="connsiteY16" fmla="*/ 27668 h 77705"/>
                  <a:gd name="connsiteX17" fmla="*/ 35321 w 56660"/>
                  <a:gd name="connsiteY17" fmla="*/ 18838 h 77705"/>
                  <a:gd name="connsiteX18" fmla="*/ 27962 w 56660"/>
                  <a:gd name="connsiteY18" fmla="*/ 15158 h 77705"/>
                  <a:gd name="connsiteX19" fmla="*/ 18838 w 56660"/>
                  <a:gd name="connsiteY19" fmla="*/ 22075 h 77705"/>
                  <a:gd name="connsiteX20" fmla="*/ 16630 w 56660"/>
                  <a:gd name="connsiteY20" fmla="*/ 39000 h 77705"/>
                  <a:gd name="connsiteX21" fmla="*/ 17366 w 56660"/>
                  <a:gd name="connsiteY21" fmla="*/ 50626 h 7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660" h="77705">
                    <a:moveTo>
                      <a:pt x="11626" y="72407"/>
                    </a:moveTo>
                    <a:cubicBezTo>
                      <a:pt x="7358" y="68728"/>
                      <a:pt x="4415" y="64166"/>
                      <a:pt x="2649" y="58279"/>
                    </a:cubicBezTo>
                    <a:cubicBezTo>
                      <a:pt x="883" y="52540"/>
                      <a:pt x="0" y="46211"/>
                      <a:pt x="0" y="39147"/>
                    </a:cubicBezTo>
                    <a:cubicBezTo>
                      <a:pt x="0" y="27815"/>
                      <a:pt x="2060" y="18396"/>
                      <a:pt x="6328" y="11038"/>
                    </a:cubicBezTo>
                    <a:cubicBezTo>
                      <a:pt x="10449" y="3679"/>
                      <a:pt x="17807" y="0"/>
                      <a:pt x="28404" y="0"/>
                    </a:cubicBezTo>
                    <a:cubicBezTo>
                      <a:pt x="39000" y="0"/>
                      <a:pt x="46211" y="3679"/>
                      <a:pt x="50332" y="11038"/>
                    </a:cubicBezTo>
                    <a:cubicBezTo>
                      <a:pt x="54453" y="18396"/>
                      <a:pt x="56660" y="27668"/>
                      <a:pt x="56660" y="39000"/>
                    </a:cubicBezTo>
                    <a:cubicBezTo>
                      <a:pt x="56660" y="50332"/>
                      <a:pt x="55777" y="52245"/>
                      <a:pt x="54011" y="58132"/>
                    </a:cubicBezTo>
                    <a:cubicBezTo>
                      <a:pt x="52245" y="63872"/>
                      <a:pt x="49155" y="68581"/>
                      <a:pt x="45034" y="72260"/>
                    </a:cubicBezTo>
                    <a:cubicBezTo>
                      <a:pt x="40766" y="75939"/>
                      <a:pt x="35321" y="77706"/>
                      <a:pt x="28551" y="77706"/>
                    </a:cubicBezTo>
                    <a:cubicBezTo>
                      <a:pt x="21781" y="77706"/>
                      <a:pt x="16189" y="75939"/>
                      <a:pt x="12068" y="72260"/>
                    </a:cubicBezTo>
                    <a:close/>
                    <a:moveTo>
                      <a:pt x="17513" y="50626"/>
                    </a:moveTo>
                    <a:cubicBezTo>
                      <a:pt x="18102" y="54011"/>
                      <a:pt x="19132" y="56955"/>
                      <a:pt x="20751" y="59309"/>
                    </a:cubicBezTo>
                    <a:cubicBezTo>
                      <a:pt x="22370" y="61664"/>
                      <a:pt x="24872" y="62841"/>
                      <a:pt x="27962" y="62841"/>
                    </a:cubicBezTo>
                    <a:cubicBezTo>
                      <a:pt x="32524" y="62841"/>
                      <a:pt x="35615" y="60634"/>
                      <a:pt x="37087" y="56072"/>
                    </a:cubicBezTo>
                    <a:cubicBezTo>
                      <a:pt x="38558" y="51657"/>
                      <a:pt x="39294" y="46064"/>
                      <a:pt x="39294" y="39294"/>
                    </a:cubicBezTo>
                    <a:cubicBezTo>
                      <a:pt x="39294" y="32524"/>
                      <a:pt x="39000" y="31200"/>
                      <a:pt x="38558" y="27668"/>
                    </a:cubicBezTo>
                    <a:cubicBezTo>
                      <a:pt x="38117" y="24283"/>
                      <a:pt x="36940" y="21340"/>
                      <a:pt x="35321" y="18838"/>
                    </a:cubicBezTo>
                    <a:cubicBezTo>
                      <a:pt x="33702" y="16336"/>
                      <a:pt x="31200" y="15158"/>
                      <a:pt x="27962" y="15158"/>
                    </a:cubicBezTo>
                    <a:cubicBezTo>
                      <a:pt x="24724" y="15158"/>
                      <a:pt x="20309" y="17513"/>
                      <a:pt x="18838" y="22075"/>
                    </a:cubicBezTo>
                    <a:cubicBezTo>
                      <a:pt x="17366" y="26638"/>
                      <a:pt x="16630" y="32377"/>
                      <a:pt x="16630" y="39000"/>
                    </a:cubicBezTo>
                    <a:cubicBezTo>
                      <a:pt x="16630" y="45623"/>
                      <a:pt x="16924" y="47094"/>
                      <a:pt x="17366" y="50626"/>
                    </a:cubicBezTo>
                    <a:close/>
                  </a:path>
                </a:pathLst>
              </a:custGeom>
              <a:solidFill>
                <a:srgbClr val="E7461C"/>
              </a:solidFill>
              <a:ln w="1467" cap="flat">
                <a:noFill/>
                <a:prstDash val="solid"/>
                <a:miter/>
              </a:ln>
            </p:spPr>
            <p:txBody>
              <a:bodyPr rtlCol="0" anchor="ctr"/>
              <a:lstStyle/>
              <a:p>
                <a:endParaRPr lang="en-US"/>
              </a:p>
            </p:txBody>
          </p:sp>
          <p:sp>
            <p:nvSpPr>
              <p:cNvPr id="16" name="Forme libre : forme 15">
                <a:extLst>
                  <a:ext uri="{FF2B5EF4-FFF2-40B4-BE49-F238E27FC236}">
                    <a16:creationId xmlns:a16="http://schemas.microsoft.com/office/drawing/2014/main" id="{4A940237-CC0E-BB75-EE56-815909F07670}"/>
                  </a:ext>
                </a:extLst>
              </p:cNvPr>
              <p:cNvSpPr/>
              <p:nvPr/>
            </p:nvSpPr>
            <p:spPr>
              <a:xfrm>
                <a:off x="2594990" y="1844605"/>
                <a:ext cx="55777" cy="76528"/>
              </a:xfrm>
              <a:custGeom>
                <a:avLst/>
                <a:gdLst>
                  <a:gd name="connsiteX0" fmla="*/ 35468 w 55777"/>
                  <a:gd name="connsiteY0" fmla="*/ 30464 h 76528"/>
                  <a:gd name="connsiteX1" fmla="*/ 37675 w 55777"/>
                  <a:gd name="connsiteY1" fmla="*/ 22811 h 76528"/>
                  <a:gd name="connsiteX2" fmla="*/ 35321 w 55777"/>
                  <a:gd name="connsiteY2" fmla="*/ 17072 h 76528"/>
                  <a:gd name="connsiteX3" fmla="*/ 29140 w 55777"/>
                  <a:gd name="connsiteY3" fmla="*/ 15011 h 76528"/>
                  <a:gd name="connsiteX4" fmla="*/ 19721 w 55777"/>
                  <a:gd name="connsiteY4" fmla="*/ 26932 h 76528"/>
                  <a:gd name="connsiteX5" fmla="*/ 3091 w 55777"/>
                  <a:gd name="connsiteY5" fmla="*/ 26932 h 76528"/>
                  <a:gd name="connsiteX6" fmla="*/ 6475 w 55777"/>
                  <a:gd name="connsiteY6" fmla="*/ 13392 h 76528"/>
                  <a:gd name="connsiteX7" fmla="*/ 15747 w 55777"/>
                  <a:gd name="connsiteY7" fmla="*/ 3679 h 76528"/>
                  <a:gd name="connsiteX8" fmla="*/ 30170 w 55777"/>
                  <a:gd name="connsiteY8" fmla="*/ 0 h 76528"/>
                  <a:gd name="connsiteX9" fmla="*/ 42826 w 55777"/>
                  <a:gd name="connsiteY9" fmla="*/ 2796 h 76528"/>
                  <a:gd name="connsiteX10" fmla="*/ 51362 w 55777"/>
                  <a:gd name="connsiteY10" fmla="*/ 10596 h 76528"/>
                  <a:gd name="connsiteX11" fmla="*/ 54306 w 55777"/>
                  <a:gd name="connsiteY11" fmla="*/ 22370 h 76528"/>
                  <a:gd name="connsiteX12" fmla="*/ 52540 w 55777"/>
                  <a:gd name="connsiteY12" fmla="*/ 31789 h 76528"/>
                  <a:gd name="connsiteX13" fmla="*/ 48124 w 55777"/>
                  <a:gd name="connsiteY13" fmla="*/ 40324 h 76528"/>
                  <a:gd name="connsiteX14" fmla="*/ 41796 w 55777"/>
                  <a:gd name="connsiteY14" fmla="*/ 49007 h 76528"/>
                  <a:gd name="connsiteX15" fmla="*/ 31789 w 55777"/>
                  <a:gd name="connsiteY15" fmla="*/ 61517 h 76528"/>
                  <a:gd name="connsiteX16" fmla="*/ 55777 w 55777"/>
                  <a:gd name="connsiteY16" fmla="*/ 61517 h 76528"/>
                  <a:gd name="connsiteX17" fmla="*/ 55777 w 55777"/>
                  <a:gd name="connsiteY17" fmla="*/ 76528 h 76528"/>
                  <a:gd name="connsiteX18" fmla="*/ 0 w 55777"/>
                  <a:gd name="connsiteY18" fmla="*/ 76528 h 76528"/>
                  <a:gd name="connsiteX19" fmla="*/ 29875 w 55777"/>
                  <a:gd name="connsiteY19" fmla="*/ 38411 h 76528"/>
                  <a:gd name="connsiteX20" fmla="*/ 35321 w 55777"/>
                  <a:gd name="connsiteY20" fmla="*/ 30464 h 76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777" h="76528">
                    <a:moveTo>
                      <a:pt x="35468" y="30464"/>
                    </a:moveTo>
                    <a:cubicBezTo>
                      <a:pt x="36940" y="27815"/>
                      <a:pt x="37675" y="25313"/>
                      <a:pt x="37675" y="22811"/>
                    </a:cubicBezTo>
                    <a:cubicBezTo>
                      <a:pt x="37675" y="20309"/>
                      <a:pt x="36940" y="18396"/>
                      <a:pt x="35321" y="17072"/>
                    </a:cubicBezTo>
                    <a:cubicBezTo>
                      <a:pt x="33702" y="15747"/>
                      <a:pt x="31641" y="15011"/>
                      <a:pt x="29140" y="15011"/>
                    </a:cubicBezTo>
                    <a:cubicBezTo>
                      <a:pt x="23106" y="15011"/>
                      <a:pt x="20015" y="18985"/>
                      <a:pt x="19721" y="26932"/>
                    </a:cubicBezTo>
                    <a:lnTo>
                      <a:pt x="3091" y="26932"/>
                    </a:lnTo>
                    <a:cubicBezTo>
                      <a:pt x="3091" y="21928"/>
                      <a:pt x="4415" y="17366"/>
                      <a:pt x="6475" y="13392"/>
                    </a:cubicBezTo>
                    <a:cubicBezTo>
                      <a:pt x="8683" y="9272"/>
                      <a:pt x="11626" y="6034"/>
                      <a:pt x="15747" y="3679"/>
                    </a:cubicBezTo>
                    <a:cubicBezTo>
                      <a:pt x="19868" y="1325"/>
                      <a:pt x="24577" y="0"/>
                      <a:pt x="30170" y="0"/>
                    </a:cubicBezTo>
                    <a:cubicBezTo>
                      <a:pt x="35762" y="0"/>
                      <a:pt x="39294" y="883"/>
                      <a:pt x="42826" y="2796"/>
                    </a:cubicBezTo>
                    <a:cubicBezTo>
                      <a:pt x="46506" y="4562"/>
                      <a:pt x="49302" y="7211"/>
                      <a:pt x="51362" y="10596"/>
                    </a:cubicBezTo>
                    <a:cubicBezTo>
                      <a:pt x="53423" y="13981"/>
                      <a:pt x="54306" y="17808"/>
                      <a:pt x="54306" y="22370"/>
                    </a:cubicBezTo>
                    <a:cubicBezTo>
                      <a:pt x="54306" y="26932"/>
                      <a:pt x="53717" y="28698"/>
                      <a:pt x="52540" y="31789"/>
                    </a:cubicBezTo>
                    <a:cubicBezTo>
                      <a:pt x="51362" y="34879"/>
                      <a:pt x="49890" y="37675"/>
                      <a:pt x="48124" y="40324"/>
                    </a:cubicBezTo>
                    <a:cubicBezTo>
                      <a:pt x="46358" y="42974"/>
                      <a:pt x="44298" y="45770"/>
                      <a:pt x="41796" y="49007"/>
                    </a:cubicBezTo>
                    <a:lnTo>
                      <a:pt x="31789" y="61517"/>
                    </a:lnTo>
                    <a:lnTo>
                      <a:pt x="55777" y="61517"/>
                    </a:lnTo>
                    <a:lnTo>
                      <a:pt x="55777" y="76528"/>
                    </a:lnTo>
                    <a:lnTo>
                      <a:pt x="0" y="76528"/>
                    </a:lnTo>
                    <a:lnTo>
                      <a:pt x="29875" y="38411"/>
                    </a:lnTo>
                    <a:cubicBezTo>
                      <a:pt x="32083" y="35762"/>
                      <a:pt x="33849" y="33113"/>
                      <a:pt x="35321" y="30464"/>
                    </a:cubicBezTo>
                    <a:close/>
                  </a:path>
                </a:pathLst>
              </a:custGeom>
              <a:solidFill>
                <a:srgbClr val="E7461C"/>
              </a:solidFill>
              <a:ln w="1467" cap="flat">
                <a:noFill/>
                <a:prstDash val="solid"/>
                <a:miter/>
              </a:ln>
            </p:spPr>
            <p:txBody>
              <a:bodyPr rtlCol="0" anchor="ctr"/>
              <a:lstStyle/>
              <a:p>
                <a:endParaRPr lang="en-US"/>
              </a:p>
            </p:txBody>
          </p:sp>
          <p:sp>
            <p:nvSpPr>
              <p:cNvPr id="17" name="Forme libre : forme 16">
                <a:extLst>
                  <a:ext uri="{FF2B5EF4-FFF2-40B4-BE49-F238E27FC236}">
                    <a16:creationId xmlns:a16="http://schemas.microsoft.com/office/drawing/2014/main" id="{B40466B6-E62C-00CB-B863-B85E8B311E8D}"/>
                  </a:ext>
                </a:extLst>
              </p:cNvPr>
              <p:cNvSpPr/>
              <p:nvPr/>
            </p:nvSpPr>
            <p:spPr>
              <a:xfrm>
                <a:off x="2660775" y="1845783"/>
                <a:ext cx="56513" cy="75350"/>
              </a:xfrm>
              <a:custGeom>
                <a:avLst/>
                <a:gdLst>
                  <a:gd name="connsiteX0" fmla="*/ 30758 w 56513"/>
                  <a:gd name="connsiteY0" fmla="*/ 15011 h 75350"/>
                  <a:gd name="connsiteX1" fmla="*/ 0 w 56513"/>
                  <a:gd name="connsiteY1" fmla="*/ 15011 h 75350"/>
                  <a:gd name="connsiteX2" fmla="*/ 0 w 56513"/>
                  <a:gd name="connsiteY2" fmla="*/ 0 h 75350"/>
                  <a:gd name="connsiteX3" fmla="*/ 56513 w 56513"/>
                  <a:gd name="connsiteY3" fmla="*/ 0 h 75350"/>
                  <a:gd name="connsiteX4" fmla="*/ 21192 w 56513"/>
                  <a:gd name="connsiteY4" fmla="*/ 75351 h 75350"/>
                  <a:gd name="connsiteX5" fmla="*/ 2060 w 56513"/>
                  <a:gd name="connsiteY5" fmla="*/ 75351 h 75350"/>
                  <a:gd name="connsiteX6" fmla="*/ 30906 w 56513"/>
                  <a:gd name="connsiteY6" fmla="*/ 15011 h 7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13" h="75350">
                    <a:moveTo>
                      <a:pt x="30758" y="15011"/>
                    </a:moveTo>
                    <a:lnTo>
                      <a:pt x="0" y="15011"/>
                    </a:lnTo>
                    <a:lnTo>
                      <a:pt x="0" y="0"/>
                    </a:lnTo>
                    <a:lnTo>
                      <a:pt x="56513" y="0"/>
                    </a:lnTo>
                    <a:lnTo>
                      <a:pt x="21192" y="75351"/>
                    </a:lnTo>
                    <a:lnTo>
                      <a:pt x="2060" y="75351"/>
                    </a:lnTo>
                    <a:lnTo>
                      <a:pt x="30906" y="15011"/>
                    </a:lnTo>
                    <a:close/>
                  </a:path>
                </a:pathLst>
              </a:custGeom>
              <a:solidFill>
                <a:srgbClr val="E7461C"/>
              </a:solidFill>
              <a:ln w="1467" cap="flat">
                <a:noFill/>
                <a:prstDash val="solid"/>
                <a:miter/>
              </a:ln>
            </p:spPr>
            <p:txBody>
              <a:bodyPr rtlCol="0" anchor="ctr"/>
              <a:lstStyle/>
              <a:p>
                <a:endParaRPr lang="en-US"/>
              </a:p>
            </p:txBody>
          </p:sp>
        </p:grpSp>
      </p:grpSp>
      <p:grpSp>
        <p:nvGrpSpPr>
          <p:cNvPr id="41" name="Groupe 40">
            <a:extLst>
              <a:ext uri="{FF2B5EF4-FFF2-40B4-BE49-F238E27FC236}">
                <a16:creationId xmlns:a16="http://schemas.microsoft.com/office/drawing/2014/main" id="{B92A7BB5-0B11-18C3-3317-46A25B875131}"/>
              </a:ext>
            </a:extLst>
          </p:cNvPr>
          <p:cNvGrpSpPr/>
          <p:nvPr userDrawn="1"/>
        </p:nvGrpSpPr>
        <p:grpSpPr>
          <a:xfrm>
            <a:off x="11948029" y="81456"/>
            <a:ext cx="213491" cy="148952"/>
            <a:chOff x="5076825" y="2719386"/>
            <a:chExt cx="2037016" cy="1421225"/>
          </a:xfrm>
        </p:grpSpPr>
        <p:grpSp>
          <p:nvGrpSpPr>
            <p:cNvPr id="23" name="Graphique 20">
              <a:extLst>
                <a:ext uri="{FF2B5EF4-FFF2-40B4-BE49-F238E27FC236}">
                  <a16:creationId xmlns:a16="http://schemas.microsoft.com/office/drawing/2014/main" id="{BEA004FA-5CDA-8997-201B-FBAB5AB90024}"/>
                </a:ext>
              </a:extLst>
            </p:cNvPr>
            <p:cNvGrpSpPr/>
            <p:nvPr/>
          </p:nvGrpSpPr>
          <p:grpSpPr>
            <a:xfrm>
              <a:off x="5421562" y="2719386"/>
              <a:ext cx="1431388" cy="1001649"/>
              <a:chOff x="5421562" y="2719386"/>
              <a:chExt cx="1431388" cy="1001649"/>
            </a:xfrm>
          </p:grpSpPr>
          <p:sp>
            <p:nvSpPr>
              <p:cNvPr id="24" name="Forme libre : forme 23">
                <a:extLst>
                  <a:ext uri="{FF2B5EF4-FFF2-40B4-BE49-F238E27FC236}">
                    <a16:creationId xmlns:a16="http://schemas.microsoft.com/office/drawing/2014/main" id="{EF51376A-5A27-2F5F-1DE4-FF85536AF490}"/>
                  </a:ext>
                </a:extLst>
              </p:cNvPr>
              <p:cNvSpPr/>
              <p:nvPr/>
            </p:nvSpPr>
            <p:spPr>
              <a:xfrm>
                <a:off x="5436298" y="3603116"/>
                <a:ext cx="1318831" cy="117919"/>
              </a:xfrm>
              <a:custGeom>
                <a:avLst/>
                <a:gdLst>
                  <a:gd name="connsiteX0" fmla="*/ 0 w 1318831"/>
                  <a:gd name="connsiteY0" fmla="*/ 0 h 117919"/>
                  <a:gd name="connsiteX1" fmla="*/ 1318832 w 1318831"/>
                  <a:gd name="connsiteY1" fmla="*/ 0 h 117919"/>
                  <a:gd name="connsiteX2" fmla="*/ 1318832 w 1318831"/>
                  <a:gd name="connsiteY2" fmla="*/ 117919 h 117919"/>
                  <a:gd name="connsiteX3" fmla="*/ 0 w 1318831"/>
                  <a:gd name="connsiteY3" fmla="*/ 117919 h 117919"/>
                </a:gdLst>
                <a:ahLst/>
                <a:cxnLst>
                  <a:cxn ang="0">
                    <a:pos x="connsiteX0" y="connsiteY0"/>
                  </a:cxn>
                  <a:cxn ang="0">
                    <a:pos x="connsiteX1" y="connsiteY1"/>
                  </a:cxn>
                  <a:cxn ang="0">
                    <a:pos x="connsiteX2" y="connsiteY2"/>
                  </a:cxn>
                  <a:cxn ang="0">
                    <a:pos x="connsiteX3" y="connsiteY3"/>
                  </a:cxn>
                </a:cxnLst>
                <a:rect l="l" t="t" r="r" b="b"/>
                <a:pathLst>
                  <a:path w="1318831" h="117919">
                    <a:moveTo>
                      <a:pt x="0" y="0"/>
                    </a:moveTo>
                    <a:lnTo>
                      <a:pt x="1318832" y="0"/>
                    </a:lnTo>
                    <a:lnTo>
                      <a:pt x="1318832" y="117919"/>
                    </a:lnTo>
                    <a:lnTo>
                      <a:pt x="0" y="117919"/>
                    </a:lnTo>
                    <a:close/>
                  </a:path>
                </a:pathLst>
              </a:custGeom>
              <a:solidFill>
                <a:srgbClr val="004F36"/>
              </a:solidFill>
              <a:ln w="9525" cap="flat">
                <a:noFill/>
                <a:prstDash val="solid"/>
                <a:miter/>
              </a:ln>
            </p:spPr>
            <p:txBody>
              <a:bodyPr rtlCol="0" anchor="ctr"/>
              <a:lstStyle/>
              <a:p>
                <a:endParaRPr lang="en-US"/>
              </a:p>
            </p:txBody>
          </p:sp>
          <p:grpSp>
            <p:nvGrpSpPr>
              <p:cNvPr id="25" name="Graphique 20">
                <a:extLst>
                  <a:ext uri="{FF2B5EF4-FFF2-40B4-BE49-F238E27FC236}">
                    <a16:creationId xmlns:a16="http://schemas.microsoft.com/office/drawing/2014/main" id="{B772F101-BB51-6C3A-50E8-00B234321C34}"/>
                  </a:ext>
                </a:extLst>
              </p:cNvPr>
              <p:cNvGrpSpPr/>
              <p:nvPr/>
            </p:nvGrpSpPr>
            <p:grpSpPr>
              <a:xfrm>
                <a:off x="5421562" y="2784173"/>
                <a:ext cx="1431198" cy="749507"/>
                <a:chOff x="5421562" y="2784173"/>
                <a:chExt cx="1431198" cy="749507"/>
              </a:xfrm>
            </p:grpSpPr>
            <p:sp>
              <p:nvSpPr>
                <p:cNvPr id="26" name="Forme libre : forme 25">
                  <a:extLst>
                    <a:ext uri="{FF2B5EF4-FFF2-40B4-BE49-F238E27FC236}">
                      <a16:creationId xmlns:a16="http://schemas.microsoft.com/office/drawing/2014/main" id="{DB2E4F15-2856-549A-5BEA-1157C49634D0}"/>
                    </a:ext>
                  </a:extLst>
                </p:cNvPr>
                <p:cNvSpPr/>
                <p:nvPr/>
              </p:nvSpPr>
              <p:spPr>
                <a:xfrm>
                  <a:off x="5908452" y="2799492"/>
                  <a:ext cx="612648" cy="519207"/>
                </a:xfrm>
                <a:custGeom>
                  <a:avLst/>
                  <a:gdLst>
                    <a:gd name="connsiteX0" fmla="*/ 366332 w 612648"/>
                    <a:gd name="connsiteY0" fmla="*/ 161544 h 519207"/>
                    <a:gd name="connsiteX1" fmla="*/ 455390 w 612648"/>
                    <a:gd name="connsiteY1" fmla="*/ 384429 h 519207"/>
                    <a:gd name="connsiteX2" fmla="*/ 612648 w 612648"/>
                    <a:gd name="connsiteY2" fmla="*/ 301752 h 519207"/>
                    <a:gd name="connsiteX3" fmla="*/ 476441 w 612648"/>
                    <a:gd name="connsiteY3" fmla="*/ 0 h 519207"/>
                    <a:gd name="connsiteX4" fmla="*/ 278321 w 612648"/>
                    <a:gd name="connsiteY4" fmla="*/ 0 h 519207"/>
                    <a:gd name="connsiteX5" fmla="*/ 0 w 612648"/>
                    <a:gd name="connsiteY5" fmla="*/ 519208 h 519207"/>
                    <a:gd name="connsiteX6" fmla="*/ 224504 w 612648"/>
                    <a:gd name="connsiteY6" fmla="*/ 449009 h 519207"/>
                    <a:gd name="connsiteX7" fmla="*/ 366332 w 612648"/>
                    <a:gd name="connsiteY7" fmla="*/ 161639 h 519207"/>
                    <a:gd name="connsiteX8" fmla="*/ 366332 w 612648"/>
                    <a:gd name="connsiteY8" fmla="*/ 161639 h 51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2648" h="519207">
                      <a:moveTo>
                        <a:pt x="366332" y="161544"/>
                      </a:moveTo>
                      <a:lnTo>
                        <a:pt x="455390" y="384429"/>
                      </a:lnTo>
                      <a:lnTo>
                        <a:pt x="612648" y="301752"/>
                      </a:lnTo>
                      <a:lnTo>
                        <a:pt x="476441" y="0"/>
                      </a:lnTo>
                      <a:lnTo>
                        <a:pt x="278321" y="0"/>
                      </a:lnTo>
                      <a:lnTo>
                        <a:pt x="0" y="519208"/>
                      </a:lnTo>
                      <a:cubicBezTo>
                        <a:pt x="0" y="519208"/>
                        <a:pt x="136874" y="515017"/>
                        <a:pt x="224504" y="449009"/>
                      </a:cubicBezTo>
                      <a:cubicBezTo>
                        <a:pt x="246698" y="435959"/>
                        <a:pt x="309086" y="271939"/>
                        <a:pt x="366332" y="161639"/>
                      </a:cubicBezTo>
                      <a:lnTo>
                        <a:pt x="366332" y="161639"/>
                      </a:lnTo>
                      <a:close/>
                    </a:path>
                  </a:pathLst>
                </a:custGeom>
                <a:solidFill>
                  <a:srgbClr val="004F36"/>
                </a:solidFill>
                <a:ln w="9525" cap="flat">
                  <a:noFill/>
                  <a:prstDash val="solid"/>
                  <a:miter/>
                </a:ln>
              </p:spPr>
              <p:txBody>
                <a:bodyPr rtlCol="0" anchor="ctr"/>
                <a:lstStyle/>
                <a:p>
                  <a:endParaRPr lang="en-US"/>
                </a:p>
              </p:txBody>
            </p:sp>
            <p:sp>
              <p:nvSpPr>
                <p:cNvPr id="27" name="Forme libre : forme 26">
                  <a:extLst>
                    <a:ext uri="{FF2B5EF4-FFF2-40B4-BE49-F238E27FC236}">
                      <a16:creationId xmlns:a16="http://schemas.microsoft.com/office/drawing/2014/main" id="{895030F6-C521-6184-ABFE-9E219C8DAC54}"/>
                    </a:ext>
                  </a:extLst>
                </p:cNvPr>
                <p:cNvSpPr/>
                <p:nvPr/>
              </p:nvSpPr>
              <p:spPr>
                <a:xfrm>
                  <a:off x="5421562" y="2784173"/>
                  <a:ext cx="1431198" cy="749507"/>
                </a:xfrm>
                <a:custGeom>
                  <a:avLst/>
                  <a:gdLst>
                    <a:gd name="connsiteX0" fmla="*/ 1099443 w 1431198"/>
                    <a:gd name="connsiteY0" fmla="*/ 317070 h 749507"/>
                    <a:gd name="connsiteX1" fmla="*/ 942185 w 1431198"/>
                    <a:gd name="connsiteY1" fmla="*/ 399747 h 749507"/>
                    <a:gd name="connsiteX2" fmla="*/ 611001 w 1431198"/>
                    <a:gd name="connsiteY2" fmla="*/ 548528 h 749507"/>
                    <a:gd name="connsiteX3" fmla="*/ 128845 w 1431198"/>
                    <a:gd name="connsiteY3" fmla="*/ 561863 h 749507"/>
                    <a:gd name="connsiteX4" fmla="*/ 552993 w 1431198"/>
                    <a:gd name="connsiteY4" fmla="*/ 156003 h 749507"/>
                    <a:gd name="connsiteX5" fmla="*/ 636813 w 1431198"/>
                    <a:gd name="connsiteY5" fmla="*/ 147621 h 749507"/>
                    <a:gd name="connsiteX6" fmla="*/ 596999 w 1431198"/>
                    <a:gd name="connsiteY6" fmla="*/ 32749 h 749507"/>
                    <a:gd name="connsiteX7" fmla="*/ 513274 w 1431198"/>
                    <a:gd name="connsiteY7" fmla="*/ 1317 h 749507"/>
                    <a:gd name="connsiteX8" fmla="*/ 23594 w 1431198"/>
                    <a:gd name="connsiteY8" fmla="*/ 335930 h 749507"/>
                    <a:gd name="connsiteX9" fmla="*/ 102270 w 1431198"/>
                    <a:gd name="connsiteY9" fmla="*/ 663399 h 749507"/>
                    <a:gd name="connsiteX10" fmla="*/ 693868 w 1431198"/>
                    <a:gd name="connsiteY10" fmla="*/ 681021 h 749507"/>
                    <a:gd name="connsiteX11" fmla="*/ 1431198 w 1431198"/>
                    <a:gd name="connsiteY11" fmla="*/ 292686 h 749507"/>
                    <a:gd name="connsiteX12" fmla="*/ 1431198 w 1431198"/>
                    <a:gd name="connsiteY12" fmla="*/ 133809 h 749507"/>
                    <a:gd name="connsiteX13" fmla="*/ 1099252 w 1431198"/>
                    <a:gd name="connsiteY13" fmla="*/ 317070 h 74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1198" h="749507">
                      <a:moveTo>
                        <a:pt x="1099443" y="317070"/>
                      </a:moveTo>
                      <a:lnTo>
                        <a:pt x="942185" y="399747"/>
                      </a:lnTo>
                      <a:cubicBezTo>
                        <a:pt x="807597" y="468613"/>
                        <a:pt x="679866" y="529097"/>
                        <a:pt x="611001" y="548528"/>
                      </a:cubicBezTo>
                      <a:cubicBezTo>
                        <a:pt x="429454" y="600820"/>
                        <a:pt x="208284" y="632157"/>
                        <a:pt x="128845" y="561863"/>
                      </a:cubicBezTo>
                      <a:cubicBezTo>
                        <a:pt x="54169" y="495569"/>
                        <a:pt x="226667" y="217820"/>
                        <a:pt x="552993" y="156003"/>
                      </a:cubicBezTo>
                      <a:cubicBezTo>
                        <a:pt x="605857" y="144192"/>
                        <a:pt x="636813" y="147240"/>
                        <a:pt x="636813" y="147621"/>
                      </a:cubicBezTo>
                      <a:cubicBezTo>
                        <a:pt x="636813" y="147240"/>
                        <a:pt x="614430" y="52656"/>
                        <a:pt x="596999" y="32749"/>
                      </a:cubicBezTo>
                      <a:cubicBezTo>
                        <a:pt x="572710" y="2936"/>
                        <a:pt x="548802" y="-3160"/>
                        <a:pt x="513274" y="1317"/>
                      </a:cubicBezTo>
                      <a:cubicBezTo>
                        <a:pt x="442599" y="5508"/>
                        <a:pt x="142180" y="85613"/>
                        <a:pt x="23594" y="335930"/>
                      </a:cubicBezTo>
                      <a:cubicBezTo>
                        <a:pt x="-42510" y="478138"/>
                        <a:pt x="45406" y="621775"/>
                        <a:pt x="102270" y="663399"/>
                      </a:cubicBezTo>
                      <a:cubicBezTo>
                        <a:pt x="128750" y="682735"/>
                        <a:pt x="299343" y="835707"/>
                        <a:pt x="693868" y="681021"/>
                      </a:cubicBezTo>
                      <a:cubicBezTo>
                        <a:pt x="1082679" y="530145"/>
                        <a:pt x="1430913" y="292686"/>
                        <a:pt x="1431198" y="292686"/>
                      </a:cubicBezTo>
                      <a:lnTo>
                        <a:pt x="1431198" y="133809"/>
                      </a:lnTo>
                      <a:cubicBezTo>
                        <a:pt x="1431198" y="133809"/>
                        <a:pt x="1277465" y="221630"/>
                        <a:pt x="1099252" y="317070"/>
                      </a:cubicBezTo>
                      <a:close/>
                    </a:path>
                  </a:pathLst>
                </a:custGeom>
                <a:solidFill>
                  <a:srgbClr val="008078"/>
                </a:solidFill>
                <a:ln w="9525" cap="flat">
                  <a:noFill/>
                  <a:prstDash val="solid"/>
                  <a:miter/>
                </a:ln>
              </p:spPr>
              <p:txBody>
                <a:bodyPr rtlCol="0" anchor="ctr"/>
                <a:lstStyle/>
                <a:p>
                  <a:endParaRPr lang="en-US"/>
                </a:p>
              </p:txBody>
            </p:sp>
            <p:sp>
              <p:nvSpPr>
                <p:cNvPr id="28" name="Forme libre : forme 27">
                  <a:extLst>
                    <a:ext uri="{FF2B5EF4-FFF2-40B4-BE49-F238E27FC236}">
                      <a16:creationId xmlns:a16="http://schemas.microsoft.com/office/drawing/2014/main" id="{448A857E-D30A-6F2F-CE4F-2FC822D12573}"/>
                    </a:ext>
                  </a:extLst>
                </p:cNvPr>
                <p:cNvSpPr/>
                <p:nvPr/>
              </p:nvSpPr>
              <p:spPr>
                <a:xfrm>
                  <a:off x="6418992" y="3242309"/>
                  <a:ext cx="297179" cy="279966"/>
                </a:xfrm>
                <a:custGeom>
                  <a:avLst/>
                  <a:gdLst>
                    <a:gd name="connsiteX0" fmla="*/ 0 w 297179"/>
                    <a:gd name="connsiteY0" fmla="*/ 86487 h 279966"/>
                    <a:gd name="connsiteX1" fmla="*/ 67056 w 297179"/>
                    <a:gd name="connsiteY1" fmla="*/ 248698 h 279966"/>
                    <a:gd name="connsiteX2" fmla="*/ 115824 w 297179"/>
                    <a:gd name="connsiteY2" fmla="*/ 279940 h 279966"/>
                    <a:gd name="connsiteX3" fmla="*/ 297180 w 297179"/>
                    <a:gd name="connsiteY3" fmla="*/ 279940 h 279966"/>
                    <a:gd name="connsiteX4" fmla="*/ 162115 w 297179"/>
                    <a:gd name="connsiteY4" fmla="*/ 0 h 279966"/>
                    <a:gd name="connsiteX5" fmla="*/ 0 w 297179"/>
                    <a:gd name="connsiteY5" fmla="*/ 86487 h 27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79" h="279966">
                      <a:moveTo>
                        <a:pt x="0" y="86487"/>
                      </a:moveTo>
                      <a:cubicBezTo>
                        <a:pt x="14573" y="120682"/>
                        <a:pt x="56388" y="220027"/>
                        <a:pt x="67056" y="248698"/>
                      </a:cubicBezTo>
                      <a:cubicBezTo>
                        <a:pt x="80963" y="280130"/>
                        <a:pt x="115824" y="280130"/>
                        <a:pt x="115824" y="279940"/>
                      </a:cubicBezTo>
                      <a:lnTo>
                        <a:pt x="297180" y="279940"/>
                      </a:lnTo>
                      <a:lnTo>
                        <a:pt x="162115" y="0"/>
                      </a:lnTo>
                      <a:cubicBezTo>
                        <a:pt x="112585" y="27718"/>
                        <a:pt x="58007" y="57055"/>
                        <a:pt x="0" y="86487"/>
                      </a:cubicBezTo>
                      <a:close/>
                    </a:path>
                  </a:pathLst>
                </a:custGeom>
                <a:solidFill>
                  <a:srgbClr val="004F36"/>
                </a:solidFill>
                <a:ln w="9525" cap="flat">
                  <a:noFill/>
                  <a:prstDash val="solid"/>
                  <a:miter/>
                </a:ln>
              </p:spPr>
              <p:txBody>
                <a:bodyPr rtlCol="0" anchor="ctr"/>
                <a:lstStyle/>
                <a:p>
                  <a:endParaRPr lang="en-US"/>
                </a:p>
              </p:txBody>
            </p:sp>
          </p:grpSp>
          <p:sp>
            <p:nvSpPr>
              <p:cNvPr id="29" name="Forme libre : forme 28">
                <a:extLst>
                  <a:ext uri="{FF2B5EF4-FFF2-40B4-BE49-F238E27FC236}">
                    <a16:creationId xmlns:a16="http://schemas.microsoft.com/office/drawing/2014/main" id="{F85D94C5-D94D-94D2-F4AB-96EC0737312C}"/>
                  </a:ext>
                </a:extLst>
              </p:cNvPr>
              <p:cNvSpPr/>
              <p:nvPr/>
            </p:nvSpPr>
            <p:spPr>
              <a:xfrm>
                <a:off x="6495764" y="2719386"/>
                <a:ext cx="357187" cy="280270"/>
              </a:xfrm>
              <a:custGeom>
                <a:avLst/>
                <a:gdLst>
                  <a:gd name="connsiteX0" fmla="*/ 357188 w 357187"/>
                  <a:gd name="connsiteY0" fmla="*/ 136684 h 280270"/>
                  <a:gd name="connsiteX1" fmla="*/ 101155 w 357187"/>
                  <a:gd name="connsiteY1" fmla="*/ 273844 h 280270"/>
                  <a:gd name="connsiteX2" fmla="*/ 34385 w 357187"/>
                  <a:gd name="connsiteY2" fmla="*/ 260033 h 280270"/>
                  <a:gd name="connsiteX3" fmla="*/ 0 w 357187"/>
                  <a:gd name="connsiteY3" fmla="*/ 172212 h 280270"/>
                  <a:gd name="connsiteX4" fmla="*/ 39148 w 357187"/>
                  <a:gd name="connsiteY4" fmla="*/ 168021 h 280270"/>
                  <a:gd name="connsiteX5" fmla="*/ 357188 w 357187"/>
                  <a:gd name="connsiteY5" fmla="*/ 0 h 280270"/>
                  <a:gd name="connsiteX6" fmla="*/ 357188 w 357187"/>
                  <a:gd name="connsiteY6" fmla="*/ 136684 h 280270"/>
                  <a:gd name="connsiteX7" fmla="*/ 357188 w 357187"/>
                  <a:gd name="connsiteY7" fmla="*/ 136684 h 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7" h="280270">
                    <a:moveTo>
                      <a:pt x="357188" y="136684"/>
                    </a:moveTo>
                    <a:cubicBezTo>
                      <a:pt x="357188" y="136684"/>
                      <a:pt x="149733" y="255746"/>
                      <a:pt x="101155" y="273844"/>
                    </a:cubicBezTo>
                    <a:cubicBezTo>
                      <a:pt x="56483" y="291465"/>
                      <a:pt x="39719" y="268129"/>
                      <a:pt x="34385" y="260033"/>
                    </a:cubicBezTo>
                    <a:cubicBezTo>
                      <a:pt x="22384" y="241745"/>
                      <a:pt x="2762" y="181356"/>
                      <a:pt x="0" y="172212"/>
                    </a:cubicBezTo>
                    <a:cubicBezTo>
                      <a:pt x="1238" y="172498"/>
                      <a:pt x="12668" y="174689"/>
                      <a:pt x="39148" y="168021"/>
                    </a:cubicBezTo>
                    <a:cubicBezTo>
                      <a:pt x="70771" y="159925"/>
                      <a:pt x="356902" y="-95"/>
                      <a:pt x="357188" y="0"/>
                    </a:cubicBezTo>
                    <a:lnTo>
                      <a:pt x="357188" y="136684"/>
                    </a:lnTo>
                    <a:lnTo>
                      <a:pt x="357188" y="136684"/>
                    </a:lnTo>
                    <a:close/>
                  </a:path>
                </a:pathLst>
              </a:custGeom>
              <a:solidFill>
                <a:srgbClr val="FF0000"/>
              </a:solidFill>
              <a:ln w="9525" cap="flat">
                <a:noFill/>
                <a:prstDash val="solid"/>
                <a:miter/>
              </a:ln>
            </p:spPr>
            <p:txBody>
              <a:bodyPr rtlCol="0" anchor="ctr"/>
              <a:lstStyle/>
              <a:p>
                <a:endParaRPr lang="en-US"/>
              </a:p>
            </p:txBody>
          </p:sp>
        </p:grpSp>
        <p:grpSp>
          <p:nvGrpSpPr>
            <p:cNvPr id="30" name="Graphique 20">
              <a:extLst>
                <a:ext uri="{FF2B5EF4-FFF2-40B4-BE49-F238E27FC236}">
                  <a16:creationId xmlns:a16="http://schemas.microsoft.com/office/drawing/2014/main" id="{F1FCD915-DF6E-8E04-405D-A9E89B2043AD}"/>
                </a:ext>
              </a:extLst>
            </p:cNvPr>
            <p:cNvGrpSpPr/>
            <p:nvPr/>
          </p:nvGrpSpPr>
          <p:grpSpPr>
            <a:xfrm>
              <a:off x="5076825" y="3953731"/>
              <a:ext cx="2037016" cy="186880"/>
              <a:chOff x="5076825" y="3953731"/>
              <a:chExt cx="2037016" cy="186880"/>
            </a:xfrm>
            <a:solidFill>
              <a:srgbClr val="004F36"/>
            </a:solidFill>
          </p:grpSpPr>
          <p:sp>
            <p:nvSpPr>
              <p:cNvPr id="31" name="Forme libre : forme 30">
                <a:extLst>
                  <a:ext uri="{FF2B5EF4-FFF2-40B4-BE49-F238E27FC236}">
                    <a16:creationId xmlns:a16="http://schemas.microsoft.com/office/drawing/2014/main" id="{9C8755C1-151E-4121-3B7E-DB9D389A1059}"/>
                  </a:ext>
                </a:extLst>
              </p:cNvPr>
              <p:cNvSpPr/>
              <p:nvPr/>
            </p:nvSpPr>
            <p:spPr>
              <a:xfrm>
                <a:off x="5076825" y="3956970"/>
                <a:ext cx="173926" cy="180498"/>
              </a:xfrm>
              <a:custGeom>
                <a:avLst/>
                <a:gdLst>
                  <a:gd name="connsiteX0" fmla="*/ 0 w 173926"/>
                  <a:gd name="connsiteY0" fmla="*/ 28861 h 180498"/>
                  <a:gd name="connsiteX1" fmla="*/ 0 w 173926"/>
                  <a:gd name="connsiteY1" fmla="*/ 0 h 180498"/>
                  <a:gd name="connsiteX2" fmla="*/ 173927 w 173926"/>
                  <a:gd name="connsiteY2" fmla="*/ 0 h 180498"/>
                  <a:gd name="connsiteX3" fmla="*/ 173927 w 173926"/>
                  <a:gd name="connsiteY3" fmla="*/ 28861 h 180498"/>
                  <a:gd name="connsiteX4" fmla="*/ 105918 w 173926"/>
                  <a:gd name="connsiteY4" fmla="*/ 28861 h 180498"/>
                  <a:gd name="connsiteX5" fmla="*/ 105918 w 173926"/>
                  <a:gd name="connsiteY5" fmla="*/ 180499 h 180498"/>
                  <a:gd name="connsiteX6" fmla="*/ 68009 w 173926"/>
                  <a:gd name="connsiteY6" fmla="*/ 180499 h 180498"/>
                  <a:gd name="connsiteX7" fmla="*/ 68009 w 173926"/>
                  <a:gd name="connsiteY7" fmla="*/ 28861 h 180498"/>
                  <a:gd name="connsiteX8" fmla="*/ 0 w 173926"/>
                  <a:gd name="connsiteY8" fmla="*/ 28861 h 18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926" h="180498">
                    <a:moveTo>
                      <a:pt x="0" y="28861"/>
                    </a:moveTo>
                    <a:lnTo>
                      <a:pt x="0" y="0"/>
                    </a:lnTo>
                    <a:lnTo>
                      <a:pt x="173927" y="0"/>
                    </a:lnTo>
                    <a:lnTo>
                      <a:pt x="173927" y="28861"/>
                    </a:lnTo>
                    <a:lnTo>
                      <a:pt x="105918" y="28861"/>
                    </a:lnTo>
                    <a:lnTo>
                      <a:pt x="105918" y="180499"/>
                    </a:lnTo>
                    <a:lnTo>
                      <a:pt x="68009" y="180499"/>
                    </a:lnTo>
                    <a:lnTo>
                      <a:pt x="68009" y="28861"/>
                    </a:lnTo>
                    <a:lnTo>
                      <a:pt x="0" y="28861"/>
                    </a:lnTo>
                    <a:close/>
                  </a:path>
                </a:pathLst>
              </a:custGeom>
              <a:solidFill>
                <a:srgbClr val="004F36"/>
              </a:solidFill>
              <a:ln w="9525" cap="flat">
                <a:noFill/>
                <a:prstDash val="solid"/>
                <a:miter/>
              </a:ln>
            </p:spPr>
            <p:txBody>
              <a:bodyPr rtlCol="0" anchor="ctr"/>
              <a:lstStyle/>
              <a:p>
                <a:endParaRPr lang="en-US"/>
              </a:p>
            </p:txBody>
          </p:sp>
          <p:sp>
            <p:nvSpPr>
              <p:cNvPr id="32" name="Forme libre : forme 31">
                <a:extLst>
                  <a:ext uri="{FF2B5EF4-FFF2-40B4-BE49-F238E27FC236}">
                    <a16:creationId xmlns:a16="http://schemas.microsoft.com/office/drawing/2014/main" id="{459FFB34-150D-8A20-F126-91756039DCBE}"/>
                  </a:ext>
                </a:extLst>
              </p:cNvPr>
              <p:cNvSpPr/>
              <p:nvPr/>
            </p:nvSpPr>
            <p:spPr>
              <a:xfrm>
                <a:off x="5260562" y="3953827"/>
                <a:ext cx="224028" cy="186689"/>
              </a:xfrm>
              <a:custGeom>
                <a:avLst/>
                <a:gdLst>
                  <a:gd name="connsiteX0" fmla="*/ 0 w 224028"/>
                  <a:gd name="connsiteY0" fmla="*/ 93345 h 186689"/>
                  <a:gd name="connsiteX1" fmla="*/ 112014 w 224028"/>
                  <a:gd name="connsiteY1" fmla="*/ 0 h 186689"/>
                  <a:gd name="connsiteX2" fmla="*/ 224028 w 224028"/>
                  <a:gd name="connsiteY2" fmla="*/ 93345 h 186689"/>
                  <a:gd name="connsiteX3" fmla="*/ 112014 w 224028"/>
                  <a:gd name="connsiteY3" fmla="*/ 186690 h 186689"/>
                  <a:gd name="connsiteX4" fmla="*/ 0 w 224028"/>
                  <a:gd name="connsiteY4" fmla="*/ 93345 h 186689"/>
                  <a:gd name="connsiteX5" fmla="*/ 39433 w 224028"/>
                  <a:gd name="connsiteY5" fmla="*/ 93345 h 186689"/>
                  <a:gd name="connsiteX6" fmla="*/ 112014 w 224028"/>
                  <a:gd name="connsiteY6" fmla="*/ 158591 h 186689"/>
                  <a:gd name="connsiteX7" fmla="*/ 184594 w 224028"/>
                  <a:gd name="connsiteY7" fmla="*/ 93345 h 186689"/>
                  <a:gd name="connsiteX8" fmla="*/ 112014 w 224028"/>
                  <a:gd name="connsiteY8" fmla="*/ 28099 h 186689"/>
                  <a:gd name="connsiteX9" fmla="*/ 39433 w 224028"/>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8"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33" name="Forme libre : forme 32">
                <a:extLst>
                  <a:ext uri="{FF2B5EF4-FFF2-40B4-BE49-F238E27FC236}">
                    <a16:creationId xmlns:a16="http://schemas.microsoft.com/office/drawing/2014/main" id="{B208047F-07BE-5B93-B2FB-F85978E05BB8}"/>
                  </a:ext>
                </a:extLst>
              </p:cNvPr>
              <p:cNvSpPr/>
              <p:nvPr/>
            </p:nvSpPr>
            <p:spPr>
              <a:xfrm>
                <a:off x="5517070" y="3956874"/>
                <a:ext cx="185070" cy="183641"/>
              </a:xfrm>
              <a:custGeom>
                <a:avLst/>
                <a:gdLst>
                  <a:gd name="connsiteX0" fmla="*/ 0 w 185070"/>
                  <a:gd name="connsiteY0" fmla="*/ 99346 h 183641"/>
                  <a:gd name="connsiteX1" fmla="*/ 0 w 185070"/>
                  <a:gd name="connsiteY1" fmla="*/ 0 h 183641"/>
                  <a:gd name="connsiteX2" fmla="*/ 37909 w 185070"/>
                  <a:gd name="connsiteY2" fmla="*/ 0 h 183641"/>
                  <a:gd name="connsiteX3" fmla="*/ 37909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09" y="0"/>
                    </a:lnTo>
                    <a:lnTo>
                      <a:pt x="37909" y="101632"/>
                    </a:lnTo>
                    <a:cubicBezTo>
                      <a:pt x="37909" y="133826"/>
                      <a:pt x="59912" y="155543"/>
                      <a:pt x="93250" y="155543"/>
                    </a:cubicBezTo>
                    <a:cubicBezTo>
                      <a:pt x="126587" y="155543"/>
                      <a:pt x="148399" y="133826"/>
                      <a:pt x="148399" y="101632"/>
                    </a:cubicBezTo>
                    <a:lnTo>
                      <a:pt x="148399" y="0"/>
                    </a:lnTo>
                    <a:lnTo>
                      <a:pt x="185071" y="0"/>
                    </a:lnTo>
                    <a:lnTo>
                      <a:pt x="185071" y="99346"/>
                    </a:lnTo>
                    <a:cubicBezTo>
                      <a:pt x="185071" y="149924"/>
                      <a:pt x="148209" y="183642"/>
                      <a:pt x="92583" y="183642"/>
                    </a:cubicBezTo>
                    <a:cubicBezTo>
                      <a:pt x="36957"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34" name="Forme libre : forme 33">
                <a:extLst>
                  <a:ext uri="{FF2B5EF4-FFF2-40B4-BE49-F238E27FC236}">
                    <a16:creationId xmlns:a16="http://schemas.microsoft.com/office/drawing/2014/main" id="{F6FF7A31-E4C3-B685-4C6E-7761AFCE6D78}"/>
                  </a:ext>
                </a:extLst>
              </p:cNvPr>
              <p:cNvSpPr/>
              <p:nvPr/>
            </p:nvSpPr>
            <p:spPr>
              <a:xfrm>
                <a:off x="5751195" y="3956874"/>
                <a:ext cx="135826" cy="180594"/>
              </a:xfrm>
              <a:custGeom>
                <a:avLst/>
                <a:gdLst>
                  <a:gd name="connsiteX0" fmla="*/ 0 w 135826"/>
                  <a:gd name="connsiteY0" fmla="*/ 95 h 180594"/>
                  <a:gd name="connsiteX1" fmla="*/ 37909 w 135826"/>
                  <a:gd name="connsiteY1" fmla="*/ 95 h 180594"/>
                  <a:gd name="connsiteX2" fmla="*/ 37909 w 135826"/>
                  <a:gd name="connsiteY2" fmla="*/ 151733 h 180594"/>
                  <a:gd name="connsiteX3" fmla="*/ 135826 w 135826"/>
                  <a:gd name="connsiteY3" fmla="*/ 151733 h 180594"/>
                  <a:gd name="connsiteX4" fmla="*/ 135826 w 135826"/>
                  <a:gd name="connsiteY4" fmla="*/ 180594 h 180594"/>
                  <a:gd name="connsiteX5" fmla="*/ 0 w 135826"/>
                  <a:gd name="connsiteY5" fmla="*/ 180594 h 180594"/>
                  <a:gd name="connsiteX6" fmla="*/ 0 w 135826"/>
                  <a:gd name="connsiteY6" fmla="*/ 0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26" h="180594">
                    <a:moveTo>
                      <a:pt x="0" y="95"/>
                    </a:moveTo>
                    <a:lnTo>
                      <a:pt x="37909" y="95"/>
                    </a:lnTo>
                    <a:lnTo>
                      <a:pt x="37909" y="151733"/>
                    </a:lnTo>
                    <a:lnTo>
                      <a:pt x="135826" y="151733"/>
                    </a:lnTo>
                    <a:lnTo>
                      <a:pt x="135826" y="180594"/>
                    </a:lnTo>
                    <a:lnTo>
                      <a:pt x="0" y="180594"/>
                    </a:lnTo>
                    <a:lnTo>
                      <a:pt x="0" y="0"/>
                    </a:lnTo>
                    <a:close/>
                  </a:path>
                </a:pathLst>
              </a:custGeom>
              <a:solidFill>
                <a:srgbClr val="004F36"/>
              </a:solidFill>
              <a:ln w="9525" cap="flat">
                <a:noFill/>
                <a:prstDash val="solid"/>
                <a:miter/>
              </a:ln>
            </p:spPr>
            <p:txBody>
              <a:bodyPr rtlCol="0" anchor="ctr"/>
              <a:lstStyle/>
              <a:p>
                <a:endParaRPr lang="en-US"/>
              </a:p>
            </p:txBody>
          </p:sp>
          <p:sp>
            <p:nvSpPr>
              <p:cNvPr id="35" name="Forme libre : forme 34">
                <a:extLst>
                  <a:ext uri="{FF2B5EF4-FFF2-40B4-BE49-F238E27FC236}">
                    <a16:creationId xmlns:a16="http://schemas.microsoft.com/office/drawing/2014/main" id="{F7B025C7-3E2D-6E23-14B6-A9A22E188157}"/>
                  </a:ext>
                </a:extLst>
              </p:cNvPr>
              <p:cNvSpPr/>
              <p:nvPr/>
            </p:nvSpPr>
            <p:spPr>
              <a:xfrm>
                <a:off x="5897499" y="3953827"/>
                <a:ext cx="224027" cy="186689"/>
              </a:xfrm>
              <a:custGeom>
                <a:avLst/>
                <a:gdLst>
                  <a:gd name="connsiteX0" fmla="*/ 0 w 224027"/>
                  <a:gd name="connsiteY0" fmla="*/ 93345 h 186689"/>
                  <a:gd name="connsiteX1" fmla="*/ 112014 w 224027"/>
                  <a:gd name="connsiteY1" fmla="*/ 0 h 186689"/>
                  <a:gd name="connsiteX2" fmla="*/ 224028 w 224027"/>
                  <a:gd name="connsiteY2" fmla="*/ 93345 h 186689"/>
                  <a:gd name="connsiteX3" fmla="*/ 112014 w 224027"/>
                  <a:gd name="connsiteY3" fmla="*/ 186690 h 186689"/>
                  <a:gd name="connsiteX4" fmla="*/ 0 w 224027"/>
                  <a:gd name="connsiteY4" fmla="*/ 93345 h 186689"/>
                  <a:gd name="connsiteX5" fmla="*/ 39433 w 224027"/>
                  <a:gd name="connsiteY5" fmla="*/ 93345 h 186689"/>
                  <a:gd name="connsiteX6" fmla="*/ 112014 w 224027"/>
                  <a:gd name="connsiteY6" fmla="*/ 158591 h 186689"/>
                  <a:gd name="connsiteX7" fmla="*/ 184594 w 224027"/>
                  <a:gd name="connsiteY7" fmla="*/ 93345 h 186689"/>
                  <a:gd name="connsiteX8" fmla="*/ 112014 w 224027"/>
                  <a:gd name="connsiteY8" fmla="*/ 28099 h 186689"/>
                  <a:gd name="connsiteX9" fmla="*/ 39433 w 224027"/>
                  <a:gd name="connsiteY9" fmla="*/ 93345 h 18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027" h="186689">
                    <a:moveTo>
                      <a:pt x="0" y="93345"/>
                    </a:moveTo>
                    <a:cubicBezTo>
                      <a:pt x="0" y="42291"/>
                      <a:pt x="46482" y="0"/>
                      <a:pt x="112014" y="0"/>
                    </a:cubicBezTo>
                    <a:cubicBezTo>
                      <a:pt x="177546" y="0"/>
                      <a:pt x="224028" y="42291"/>
                      <a:pt x="224028" y="93345"/>
                    </a:cubicBezTo>
                    <a:cubicBezTo>
                      <a:pt x="224028" y="144399"/>
                      <a:pt x="177546" y="186690"/>
                      <a:pt x="112014" y="186690"/>
                    </a:cubicBezTo>
                    <a:cubicBezTo>
                      <a:pt x="46482" y="186690"/>
                      <a:pt x="0" y="144399"/>
                      <a:pt x="0" y="93345"/>
                    </a:cubicBezTo>
                    <a:close/>
                    <a:moveTo>
                      <a:pt x="39433" y="93345"/>
                    </a:moveTo>
                    <a:cubicBezTo>
                      <a:pt x="39433" y="129730"/>
                      <a:pt x="69056" y="158591"/>
                      <a:pt x="112014" y="158591"/>
                    </a:cubicBezTo>
                    <a:cubicBezTo>
                      <a:pt x="154972" y="158591"/>
                      <a:pt x="184594" y="129730"/>
                      <a:pt x="184594" y="93345"/>
                    </a:cubicBezTo>
                    <a:cubicBezTo>
                      <a:pt x="184594" y="56959"/>
                      <a:pt x="154972" y="28099"/>
                      <a:pt x="112014" y="28099"/>
                    </a:cubicBezTo>
                    <a:cubicBezTo>
                      <a:pt x="69056" y="28099"/>
                      <a:pt x="39433" y="56959"/>
                      <a:pt x="39433" y="93345"/>
                    </a:cubicBezTo>
                    <a:close/>
                  </a:path>
                </a:pathLst>
              </a:custGeom>
              <a:solidFill>
                <a:srgbClr val="004F36"/>
              </a:solidFill>
              <a:ln w="9525"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BEC2B109-710F-F8A5-5906-450F960A7563}"/>
                  </a:ext>
                </a:extLst>
              </p:cNvPr>
              <p:cNvSpPr/>
              <p:nvPr/>
            </p:nvSpPr>
            <p:spPr>
              <a:xfrm>
                <a:off x="6152768" y="3956874"/>
                <a:ext cx="185070" cy="183641"/>
              </a:xfrm>
              <a:custGeom>
                <a:avLst/>
                <a:gdLst>
                  <a:gd name="connsiteX0" fmla="*/ 0 w 185070"/>
                  <a:gd name="connsiteY0" fmla="*/ 99346 h 183641"/>
                  <a:gd name="connsiteX1" fmla="*/ 0 w 185070"/>
                  <a:gd name="connsiteY1" fmla="*/ 0 h 183641"/>
                  <a:gd name="connsiteX2" fmla="*/ 37910 w 185070"/>
                  <a:gd name="connsiteY2" fmla="*/ 0 h 183641"/>
                  <a:gd name="connsiteX3" fmla="*/ 37910 w 185070"/>
                  <a:gd name="connsiteY3" fmla="*/ 101632 h 183641"/>
                  <a:gd name="connsiteX4" fmla="*/ 93250 w 185070"/>
                  <a:gd name="connsiteY4" fmla="*/ 155543 h 183641"/>
                  <a:gd name="connsiteX5" fmla="*/ 148399 w 185070"/>
                  <a:gd name="connsiteY5" fmla="*/ 101632 h 183641"/>
                  <a:gd name="connsiteX6" fmla="*/ 148399 w 185070"/>
                  <a:gd name="connsiteY6" fmla="*/ 0 h 183641"/>
                  <a:gd name="connsiteX7" fmla="*/ 185071 w 185070"/>
                  <a:gd name="connsiteY7" fmla="*/ 0 h 183641"/>
                  <a:gd name="connsiteX8" fmla="*/ 185071 w 185070"/>
                  <a:gd name="connsiteY8" fmla="*/ 99346 h 183641"/>
                  <a:gd name="connsiteX9" fmla="*/ 92583 w 185070"/>
                  <a:gd name="connsiteY9" fmla="*/ 183642 h 183641"/>
                  <a:gd name="connsiteX10" fmla="*/ 0 w 185070"/>
                  <a:gd name="connsiteY10" fmla="*/ 99346 h 18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070" h="183641">
                    <a:moveTo>
                      <a:pt x="0" y="99346"/>
                    </a:moveTo>
                    <a:lnTo>
                      <a:pt x="0" y="0"/>
                    </a:lnTo>
                    <a:lnTo>
                      <a:pt x="37910" y="0"/>
                    </a:lnTo>
                    <a:lnTo>
                      <a:pt x="37910" y="101632"/>
                    </a:lnTo>
                    <a:cubicBezTo>
                      <a:pt x="37910" y="133826"/>
                      <a:pt x="59912" y="155543"/>
                      <a:pt x="93250" y="155543"/>
                    </a:cubicBezTo>
                    <a:cubicBezTo>
                      <a:pt x="126587" y="155543"/>
                      <a:pt x="148399" y="133826"/>
                      <a:pt x="148399" y="101632"/>
                    </a:cubicBezTo>
                    <a:lnTo>
                      <a:pt x="148399" y="0"/>
                    </a:lnTo>
                    <a:lnTo>
                      <a:pt x="185071" y="0"/>
                    </a:lnTo>
                    <a:lnTo>
                      <a:pt x="185071" y="99346"/>
                    </a:lnTo>
                    <a:cubicBezTo>
                      <a:pt x="185071" y="149924"/>
                      <a:pt x="148114" y="183642"/>
                      <a:pt x="92583" y="183642"/>
                    </a:cubicBezTo>
                    <a:cubicBezTo>
                      <a:pt x="37052" y="183642"/>
                      <a:pt x="0" y="149828"/>
                      <a:pt x="0" y="99346"/>
                    </a:cubicBezTo>
                    <a:close/>
                  </a:path>
                </a:pathLst>
              </a:custGeom>
              <a:solidFill>
                <a:srgbClr val="004F36"/>
              </a:solidFill>
              <a:ln w="9525" cap="flat">
                <a:no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67784F0A-AB0C-9604-5A90-03DC5C21652A}"/>
                  </a:ext>
                </a:extLst>
              </p:cNvPr>
              <p:cNvSpPr/>
              <p:nvPr/>
            </p:nvSpPr>
            <p:spPr>
              <a:xfrm>
                <a:off x="6371653" y="3953731"/>
                <a:ext cx="189166" cy="186690"/>
              </a:xfrm>
              <a:custGeom>
                <a:avLst/>
                <a:gdLst>
                  <a:gd name="connsiteX0" fmla="*/ 0 w 189166"/>
                  <a:gd name="connsiteY0" fmla="*/ 158210 h 186690"/>
                  <a:gd name="connsiteX1" fmla="*/ 17717 w 189166"/>
                  <a:gd name="connsiteY1" fmla="*/ 132112 h 186690"/>
                  <a:gd name="connsiteX2" fmla="*/ 99155 w 189166"/>
                  <a:gd name="connsiteY2" fmla="*/ 157353 h 186690"/>
                  <a:gd name="connsiteX3" fmla="*/ 150209 w 189166"/>
                  <a:gd name="connsiteY3" fmla="*/ 135446 h 186690"/>
                  <a:gd name="connsiteX4" fmla="*/ 95345 w 189166"/>
                  <a:gd name="connsiteY4" fmla="*/ 109633 h 186690"/>
                  <a:gd name="connsiteX5" fmla="*/ 6858 w 189166"/>
                  <a:gd name="connsiteY5" fmla="*/ 54388 h 186690"/>
                  <a:gd name="connsiteX6" fmla="*/ 94583 w 189166"/>
                  <a:gd name="connsiteY6" fmla="*/ 0 h 186690"/>
                  <a:gd name="connsiteX7" fmla="*/ 184595 w 189166"/>
                  <a:gd name="connsiteY7" fmla="*/ 26099 h 186690"/>
                  <a:gd name="connsiteX8" fmla="*/ 166878 w 189166"/>
                  <a:gd name="connsiteY8" fmla="*/ 52102 h 186690"/>
                  <a:gd name="connsiteX9" fmla="*/ 95345 w 189166"/>
                  <a:gd name="connsiteY9" fmla="*/ 28861 h 186690"/>
                  <a:gd name="connsiteX10" fmla="*/ 45815 w 189166"/>
                  <a:gd name="connsiteY10" fmla="*/ 49721 h 186690"/>
                  <a:gd name="connsiteX11" fmla="*/ 96869 w 189166"/>
                  <a:gd name="connsiteY11" fmla="*/ 72390 h 186690"/>
                  <a:gd name="connsiteX12" fmla="*/ 189167 w 189166"/>
                  <a:gd name="connsiteY12" fmla="*/ 130683 h 186690"/>
                  <a:gd name="connsiteX13" fmla="*/ 99631 w 189166"/>
                  <a:gd name="connsiteY13" fmla="*/ 186690 h 186690"/>
                  <a:gd name="connsiteX14" fmla="*/ 0 w 189166"/>
                  <a:gd name="connsiteY14" fmla="*/ 158115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166" h="186690">
                    <a:moveTo>
                      <a:pt x="0" y="158210"/>
                    </a:moveTo>
                    <a:lnTo>
                      <a:pt x="17717" y="132112"/>
                    </a:lnTo>
                    <a:cubicBezTo>
                      <a:pt x="40672" y="149352"/>
                      <a:pt x="72104" y="157353"/>
                      <a:pt x="99155" y="157353"/>
                    </a:cubicBezTo>
                    <a:cubicBezTo>
                      <a:pt x="126206" y="157353"/>
                      <a:pt x="150209" y="148876"/>
                      <a:pt x="150209" y="135446"/>
                    </a:cubicBezTo>
                    <a:cubicBezTo>
                      <a:pt x="150209" y="122015"/>
                      <a:pt x="124682" y="116110"/>
                      <a:pt x="95345" y="109633"/>
                    </a:cubicBezTo>
                    <a:cubicBezTo>
                      <a:pt x="54864" y="100870"/>
                      <a:pt x="6858" y="90583"/>
                      <a:pt x="6858" y="54388"/>
                    </a:cubicBezTo>
                    <a:cubicBezTo>
                      <a:pt x="6858" y="20860"/>
                      <a:pt x="47816" y="0"/>
                      <a:pt x="94583" y="0"/>
                    </a:cubicBezTo>
                    <a:cubicBezTo>
                      <a:pt x="126683" y="0"/>
                      <a:pt x="160306" y="9239"/>
                      <a:pt x="184595" y="26099"/>
                    </a:cubicBezTo>
                    <a:lnTo>
                      <a:pt x="166878" y="52102"/>
                    </a:lnTo>
                    <a:cubicBezTo>
                      <a:pt x="146875" y="36671"/>
                      <a:pt x="120110" y="28861"/>
                      <a:pt x="95345" y="28861"/>
                    </a:cubicBezTo>
                    <a:cubicBezTo>
                      <a:pt x="70580" y="28861"/>
                      <a:pt x="45815" y="36862"/>
                      <a:pt x="45815" y="49721"/>
                    </a:cubicBezTo>
                    <a:cubicBezTo>
                      <a:pt x="45815" y="61817"/>
                      <a:pt x="69056" y="66770"/>
                      <a:pt x="96869" y="72390"/>
                    </a:cubicBezTo>
                    <a:cubicBezTo>
                      <a:pt x="138113" y="80867"/>
                      <a:pt x="189167" y="91440"/>
                      <a:pt x="189167" y="130683"/>
                    </a:cubicBezTo>
                    <a:cubicBezTo>
                      <a:pt x="189167" y="166307"/>
                      <a:pt x="147161" y="186690"/>
                      <a:pt x="99631" y="186690"/>
                    </a:cubicBezTo>
                    <a:cubicBezTo>
                      <a:pt x="62960" y="186690"/>
                      <a:pt x="26098" y="175641"/>
                      <a:pt x="0" y="158115"/>
                    </a:cubicBezTo>
                    <a:close/>
                  </a:path>
                </a:pathLst>
              </a:custGeom>
              <a:solidFill>
                <a:srgbClr val="004F36"/>
              </a:solidFill>
              <a:ln w="9525" cap="flat">
                <a:noFill/>
                <a:prstDash val="solid"/>
                <a:miter/>
              </a:ln>
            </p:spPr>
            <p:txBody>
              <a:bodyPr rtlCol="0" anchor="ctr"/>
              <a:lstStyle/>
              <a:p>
                <a:endParaRPr lang="en-US"/>
              </a:p>
            </p:txBody>
          </p:sp>
          <p:sp>
            <p:nvSpPr>
              <p:cNvPr id="38" name="Forme libre : forme 37">
                <a:extLst>
                  <a:ext uri="{FF2B5EF4-FFF2-40B4-BE49-F238E27FC236}">
                    <a16:creationId xmlns:a16="http://schemas.microsoft.com/office/drawing/2014/main" id="{23D3536A-1068-98F8-C8C8-DDEE0E2FF4D8}"/>
                  </a:ext>
                </a:extLst>
              </p:cNvPr>
              <p:cNvSpPr/>
              <p:nvPr/>
            </p:nvSpPr>
            <p:spPr>
              <a:xfrm>
                <a:off x="6595871" y="3956874"/>
                <a:ext cx="163829" cy="180594"/>
              </a:xfrm>
              <a:custGeom>
                <a:avLst/>
                <a:gdLst>
                  <a:gd name="connsiteX0" fmla="*/ 0 w 163829"/>
                  <a:gd name="connsiteY0" fmla="*/ 128492 h 180594"/>
                  <a:gd name="connsiteX1" fmla="*/ 0 w 163829"/>
                  <a:gd name="connsiteY1" fmla="*/ 0 h 180594"/>
                  <a:gd name="connsiteX2" fmla="*/ 160306 w 163829"/>
                  <a:gd name="connsiteY2" fmla="*/ 0 h 180594"/>
                  <a:gd name="connsiteX3" fmla="*/ 160306 w 163829"/>
                  <a:gd name="connsiteY3" fmla="*/ 28861 h 180594"/>
                  <a:gd name="connsiteX4" fmla="*/ 37910 w 163829"/>
                  <a:gd name="connsiteY4" fmla="*/ 28861 h 180594"/>
                  <a:gd name="connsiteX5" fmla="*/ 37910 w 163829"/>
                  <a:gd name="connsiteY5" fmla="*/ 72485 h 180594"/>
                  <a:gd name="connsiteX6" fmla="*/ 150209 w 163829"/>
                  <a:gd name="connsiteY6" fmla="*/ 72485 h 180594"/>
                  <a:gd name="connsiteX7" fmla="*/ 150209 w 163829"/>
                  <a:gd name="connsiteY7" fmla="*/ 100584 h 180594"/>
                  <a:gd name="connsiteX8" fmla="*/ 37910 w 163829"/>
                  <a:gd name="connsiteY8" fmla="*/ 100584 h 180594"/>
                  <a:gd name="connsiteX9" fmla="*/ 37910 w 163829"/>
                  <a:gd name="connsiteY9" fmla="*/ 128492 h 180594"/>
                  <a:gd name="connsiteX10" fmla="*/ 60198 w 163829"/>
                  <a:gd name="connsiteY10" fmla="*/ 151733 h 180594"/>
                  <a:gd name="connsiteX11" fmla="*/ 163830 w 163829"/>
                  <a:gd name="connsiteY11" fmla="*/ 151733 h 180594"/>
                  <a:gd name="connsiteX12" fmla="*/ 163830 w 163829"/>
                  <a:gd name="connsiteY12" fmla="*/ 180594 h 180594"/>
                  <a:gd name="connsiteX13" fmla="*/ 51054 w 163829"/>
                  <a:gd name="connsiteY13" fmla="*/ 180594 h 180594"/>
                  <a:gd name="connsiteX14" fmla="*/ 0 w 163829"/>
                  <a:gd name="connsiteY14" fmla="*/ 128492 h 18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29" h="180594">
                    <a:moveTo>
                      <a:pt x="0" y="128492"/>
                    </a:moveTo>
                    <a:lnTo>
                      <a:pt x="0" y="0"/>
                    </a:lnTo>
                    <a:lnTo>
                      <a:pt x="160306" y="0"/>
                    </a:lnTo>
                    <a:lnTo>
                      <a:pt x="160306" y="28861"/>
                    </a:lnTo>
                    <a:lnTo>
                      <a:pt x="37910" y="28861"/>
                    </a:lnTo>
                    <a:lnTo>
                      <a:pt x="37910" y="72485"/>
                    </a:lnTo>
                    <a:lnTo>
                      <a:pt x="150209" y="72485"/>
                    </a:lnTo>
                    <a:lnTo>
                      <a:pt x="150209" y="100584"/>
                    </a:lnTo>
                    <a:lnTo>
                      <a:pt x="37910" y="100584"/>
                    </a:lnTo>
                    <a:lnTo>
                      <a:pt x="37910" y="128492"/>
                    </a:lnTo>
                    <a:cubicBezTo>
                      <a:pt x="37910" y="144209"/>
                      <a:pt x="45244" y="151733"/>
                      <a:pt x="60198" y="151733"/>
                    </a:cubicBezTo>
                    <a:lnTo>
                      <a:pt x="163830" y="151733"/>
                    </a:lnTo>
                    <a:lnTo>
                      <a:pt x="163830" y="180594"/>
                    </a:lnTo>
                    <a:lnTo>
                      <a:pt x="51054" y="180594"/>
                    </a:lnTo>
                    <a:cubicBezTo>
                      <a:pt x="18669" y="180594"/>
                      <a:pt x="0" y="161258"/>
                      <a:pt x="0" y="128492"/>
                    </a:cubicBezTo>
                    <a:close/>
                  </a:path>
                </a:pathLst>
              </a:custGeom>
              <a:solidFill>
                <a:srgbClr val="004F36"/>
              </a:solidFill>
              <a:ln w="9525" cap="flat">
                <a:noFill/>
                <a:prstDash val="solid"/>
                <a:miter/>
              </a:ln>
            </p:spPr>
            <p:txBody>
              <a:bodyPr rtlCol="0" anchor="ctr"/>
              <a:lstStyle/>
              <a:p>
                <a:endParaRPr lang="en-US"/>
              </a:p>
            </p:txBody>
          </p:sp>
          <p:sp>
            <p:nvSpPr>
              <p:cNvPr id="39" name="Forme libre : forme 38">
                <a:extLst>
                  <a:ext uri="{FF2B5EF4-FFF2-40B4-BE49-F238E27FC236}">
                    <a16:creationId xmlns:a16="http://schemas.microsoft.com/office/drawing/2014/main" id="{5F6D8DDF-AAE7-FA9E-8674-85E70937C20B}"/>
                  </a:ext>
                </a:extLst>
              </p:cNvPr>
              <p:cNvSpPr/>
              <p:nvPr/>
            </p:nvSpPr>
            <p:spPr>
              <a:xfrm>
                <a:off x="6851141" y="3956970"/>
                <a:ext cx="158781" cy="183642"/>
              </a:xfrm>
              <a:custGeom>
                <a:avLst/>
                <a:gdLst>
                  <a:gd name="connsiteX0" fmla="*/ 0 w 158781"/>
                  <a:gd name="connsiteY0" fmla="*/ 151924 h 183642"/>
                  <a:gd name="connsiteX1" fmla="*/ 26575 w 158781"/>
                  <a:gd name="connsiteY1" fmla="*/ 131255 h 183642"/>
                  <a:gd name="connsiteX2" fmla="*/ 83534 w 158781"/>
                  <a:gd name="connsiteY2" fmla="*/ 154972 h 183642"/>
                  <a:gd name="connsiteX3" fmla="*/ 120967 w 158781"/>
                  <a:gd name="connsiteY3" fmla="*/ 127635 h 183642"/>
                  <a:gd name="connsiteX4" fmla="*/ 120967 w 158781"/>
                  <a:gd name="connsiteY4" fmla="*/ 127159 h 183642"/>
                  <a:gd name="connsiteX5" fmla="*/ 71152 w 158781"/>
                  <a:gd name="connsiteY5" fmla="*/ 99346 h 183642"/>
                  <a:gd name="connsiteX6" fmla="*/ 53530 w 158781"/>
                  <a:gd name="connsiteY6" fmla="*/ 99346 h 183642"/>
                  <a:gd name="connsiteX7" fmla="*/ 47339 w 158781"/>
                  <a:gd name="connsiteY7" fmla="*/ 79439 h 183642"/>
                  <a:gd name="connsiteX8" fmla="*/ 105823 w 158781"/>
                  <a:gd name="connsiteY8" fmla="*/ 27623 h 183642"/>
                  <a:gd name="connsiteX9" fmla="*/ 12001 w 158781"/>
                  <a:gd name="connsiteY9" fmla="*/ 27623 h 183642"/>
                  <a:gd name="connsiteX10" fmla="*/ 12001 w 158781"/>
                  <a:gd name="connsiteY10" fmla="*/ 0 h 183642"/>
                  <a:gd name="connsiteX11" fmla="*/ 155353 w 158781"/>
                  <a:gd name="connsiteY11" fmla="*/ 0 h 183642"/>
                  <a:gd name="connsiteX12" fmla="*/ 155353 w 158781"/>
                  <a:gd name="connsiteY12" fmla="*/ 23717 h 183642"/>
                  <a:gd name="connsiteX13" fmla="*/ 94964 w 158781"/>
                  <a:gd name="connsiteY13" fmla="*/ 75343 h 183642"/>
                  <a:gd name="connsiteX14" fmla="*/ 158782 w 158781"/>
                  <a:gd name="connsiteY14" fmla="*/ 126206 h 183642"/>
                  <a:gd name="connsiteX15" fmla="*/ 158782 w 158781"/>
                  <a:gd name="connsiteY15" fmla="*/ 126683 h 183642"/>
                  <a:gd name="connsiteX16" fmla="*/ 82963 w 158781"/>
                  <a:gd name="connsiteY16" fmla="*/ 183642 h 183642"/>
                  <a:gd name="connsiteX17" fmla="*/ 0 w 158781"/>
                  <a:gd name="connsiteY17" fmla="*/ 151924 h 18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781" h="183642">
                    <a:moveTo>
                      <a:pt x="0" y="151924"/>
                    </a:moveTo>
                    <a:lnTo>
                      <a:pt x="26575" y="131255"/>
                    </a:lnTo>
                    <a:cubicBezTo>
                      <a:pt x="42100" y="146495"/>
                      <a:pt x="59436" y="154972"/>
                      <a:pt x="83534" y="154972"/>
                    </a:cubicBezTo>
                    <a:cubicBezTo>
                      <a:pt x="104870" y="154972"/>
                      <a:pt x="120967" y="144113"/>
                      <a:pt x="120967" y="127635"/>
                    </a:cubicBezTo>
                    <a:lnTo>
                      <a:pt x="120967" y="127159"/>
                    </a:lnTo>
                    <a:cubicBezTo>
                      <a:pt x="120967" y="109347"/>
                      <a:pt x="101441" y="99346"/>
                      <a:pt x="71152" y="99346"/>
                    </a:cubicBezTo>
                    <a:lnTo>
                      <a:pt x="53530" y="99346"/>
                    </a:lnTo>
                    <a:lnTo>
                      <a:pt x="47339" y="79439"/>
                    </a:lnTo>
                    <a:lnTo>
                      <a:pt x="105823" y="27623"/>
                    </a:lnTo>
                    <a:lnTo>
                      <a:pt x="12001" y="27623"/>
                    </a:lnTo>
                    <a:lnTo>
                      <a:pt x="12001" y="0"/>
                    </a:lnTo>
                    <a:lnTo>
                      <a:pt x="155353" y="0"/>
                    </a:lnTo>
                    <a:lnTo>
                      <a:pt x="155353" y="23717"/>
                    </a:lnTo>
                    <a:lnTo>
                      <a:pt x="94964" y="75343"/>
                    </a:lnTo>
                    <a:cubicBezTo>
                      <a:pt x="127825" y="78962"/>
                      <a:pt x="158782" y="92583"/>
                      <a:pt x="158782" y="126206"/>
                    </a:cubicBezTo>
                    <a:lnTo>
                      <a:pt x="158782" y="126683"/>
                    </a:lnTo>
                    <a:cubicBezTo>
                      <a:pt x="158782" y="159925"/>
                      <a:pt x="127825" y="183642"/>
                      <a:pt x="82963" y="183642"/>
                    </a:cubicBezTo>
                    <a:cubicBezTo>
                      <a:pt x="45149" y="183642"/>
                      <a:pt x="18288" y="170498"/>
                      <a:pt x="0" y="151924"/>
                    </a:cubicBezTo>
                    <a:close/>
                  </a:path>
                </a:pathLst>
              </a:custGeom>
              <a:solidFill>
                <a:srgbClr val="004F36"/>
              </a:solidFill>
              <a:ln w="9525" cap="flat">
                <a:noFill/>
                <a:prstDash val="solid"/>
                <a:miter/>
              </a:ln>
            </p:spPr>
            <p:txBody>
              <a:bodyPr rtlCol="0" anchor="ctr"/>
              <a:lstStyle/>
              <a:p>
                <a:endParaRPr lang="en-US"/>
              </a:p>
            </p:txBody>
          </p:sp>
          <p:sp>
            <p:nvSpPr>
              <p:cNvPr id="40" name="Forme libre : forme 39">
                <a:extLst>
                  <a:ext uri="{FF2B5EF4-FFF2-40B4-BE49-F238E27FC236}">
                    <a16:creationId xmlns:a16="http://schemas.microsoft.com/office/drawing/2014/main" id="{C22EEF24-9318-C4B3-79A7-FEBFC691A9D2}"/>
                  </a:ext>
                </a:extLst>
              </p:cNvPr>
              <p:cNvSpPr/>
              <p:nvPr/>
            </p:nvSpPr>
            <p:spPr>
              <a:xfrm>
                <a:off x="7029069" y="3955636"/>
                <a:ext cx="84772" cy="181832"/>
              </a:xfrm>
              <a:custGeom>
                <a:avLst/>
                <a:gdLst>
                  <a:gd name="connsiteX0" fmla="*/ 47053 w 84772"/>
                  <a:gd name="connsiteY0" fmla="*/ 32195 h 181832"/>
                  <a:gd name="connsiteX1" fmla="*/ 8001 w 84772"/>
                  <a:gd name="connsiteY1" fmla="*/ 41243 h 181832"/>
                  <a:gd name="connsiteX2" fmla="*/ 0 w 84772"/>
                  <a:gd name="connsiteY2" fmla="*/ 15431 h 181832"/>
                  <a:gd name="connsiteX3" fmla="*/ 58198 w 84772"/>
                  <a:gd name="connsiteY3" fmla="*/ 0 h 181832"/>
                  <a:gd name="connsiteX4" fmla="*/ 84772 w 84772"/>
                  <a:gd name="connsiteY4" fmla="*/ 0 h 181832"/>
                  <a:gd name="connsiteX5" fmla="*/ 84772 w 84772"/>
                  <a:gd name="connsiteY5" fmla="*/ 181832 h 181832"/>
                  <a:gd name="connsiteX6" fmla="*/ 47053 w 84772"/>
                  <a:gd name="connsiteY6" fmla="*/ 181832 h 181832"/>
                  <a:gd name="connsiteX7" fmla="*/ 47053 w 84772"/>
                  <a:gd name="connsiteY7" fmla="*/ 32195 h 18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772" h="181832">
                    <a:moveTo>
                      <a:pt x="47053" y="32195"/>
                    </a:moveTo>
                    <a:lnTo>
                      <a:pt x="8001" y="41243"/>
                    </a:lnTo>
                    <a:lnTo>
                      <a:pt x="0" y="15431"/>
                    </a:lnTo>
                    <a:lnTo>
                      <a:pt x="58198" y="0"/>
                    </a:lnTo>
                    <a:lnTo>
                      <a:pt x="84772" y="0"/>
                    </a:lnTo>
                    <a:lnTo>
                      <a:pt x="84772" y="181832"/>
                    </a:lnTo>
                    <a:lnTo>
                      <a:pt x="47053" y="181832"/>
                    </a:lnTo>
                    <a:lnTo>
                      <a:pt x="47053" y="32195"/>
                    </a:lnTo>
                    <a:close/>
                  </a:path>
                </a:pathLst>
              </a:custGeom>
              <a:solidFill>
                <a:srgbClr val="004F36"/>
              </a:solidFill>
              <a:ln w="9525" cap="flat">
                <a:noFill/>
                <a:prstDash val="solid"/>
                <a:miter/>
              </a:ln>
            </p:spPr>
            <p:txBody>
              <a:bodyPr rtlCol="0" anchor="ctr"/>
              <a:lstStyle/>
              <a:p>
                <a:endParaRPr lang="en-US"/>
              </a:p>
            </p:txBody>
          </p:sp>
        </p:grpSp>
      </p:grpSp>
      <p:pic>
        <p:nvPicPr>
          <p:cNvPr id="43" name="Picture 109" descr="Une image contenant capture d’écran, Caractère coloré, léger, art&#10;&#10;Description générée automatiquement">
            <a:extLst>
              <a:ext uri="{FF2B5EF4-FFF2-40B4-BE49-F238E27FC236}">
                <a16:creationId xmlns:a16="http://schemas.microsoft.com/office/drawing/2014/main" id="{ED093997-EDA5-4E7F-17BA-EDE615D8B35B}"/>
              </a:ext>
            </a:extLst>
          </p:cNvPr>
          <p:cNvPicPr>
            <a:picLocks noChangeAspect="1"/>
          </p:cNvPicPr>
          <p:nvPr userDrawn="1"/>
        </p:nvPicPr>
        <p:blipFill>
          <a:blip r:embed="rId23" cstate="screen">
            <a:alphaModFix/>
            <a:extLst>
              <a:ext uri="{28A0092B-C50C-407E-A947-70E740481C1C}">
                <a14:useLocalDpi xmlns:a14="http://schemas.microsoft.com/office/drawing/2010/main" val="0"/>
              </a:ext>
            </a:extLst>
          </a:blip>
          <a:srcRect/>
          <a:stretch/>
        </p:blipFill>
        <p:spPr>
          <a:xfrm rot="16200000">
            <a:off x="-534246" y="534248"/>
            <a:ext cx="1857058" cy="788562"/>
          </a:xfrm>
          <a:prstGeom prst="rect">
            <a:avLst/>
          </a:prstGeom>
        </p:spPr>
      </p:pic>
    </p:spTree>
    <p:extLst>
      <p:ext uri="{BB962C8B-B14F-4D97-AF65-F5344CB8AC3E}">
        <p14:creationId xmlns:p14="http://schemas.microsoft.com/office/powerpoint/2010/main" val="189627580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Lst>
  <p:hf hdr="0" dt="0"/>
  <p:txStyles>
    <p:titleStyle>
      <a:lvl1pPr algn="l" defTabSz="914400" rtl="0" eaLnBrk="1" latinLnBrk="0" hangingPunct="1">
        <a:lnSpc>
          <a:spcPct val="90000"/>
        </a:lnSpc>
        <a:spcBef>
          <a:spcPct val="0"/>
        </a:spcBef>
        <a:buNone/>
        <a:defRPr sz="3600" kern="1200">
          <a:gradFill>
            <a:gsLst>
              <a:gs pos="0">
                <a:schemeClr val="accent2"/>
              </a:gs>
              <a:gs pos="100000">
                <a:schemeClr val="accent1"/>
              </a:gs>
            </a:gsLst>
            <a:lin ang="18900000" scaled="1"/>
          </a:gradFill>
          <a:latin typeface="+mj-lt"/>
          <a:ea typeface="+mj-ea"/>
          <a:cs typeface="+mj-cs"/>
        </a:defRPr>
      </a:lvl1pPr>
    </p:titleStyle>
    <p:bodyStyle>
      <a:lvl1pPr marL="182563" indent="-182563" algn="l" defTabSz="914400" rtl="0" eaLnBrk="1" latinLnBrk="0" hangingPunct="1">
        <a:lnSpc>
          <a:spcPct val="90000"/>
        </a:lnSpc>
        <a:spcBef>
          <a:spcPts val="1000"/>
        </a:spcBef>
        <a:buFont typeface="Arial" panose="020B0604020202020204" pitchFamily="34" charset="0"/>
        <a:buChar char=" "/>
        <a:defRPr sz="1800" b="1" kern="1200">
          <a:solidFill>
            <a:schemeClr val="tx1"/>
          </a:solidFill>
          <a:latin typeface="+mn-lt"/>
          <a:ea typeface="+mn-ea"/>
          <a:cs typeface="+mn-cs"/>
        </a:defRPr>
      </a:lvl1pPr>
      <a:lvl2pPr marL="358775" indent="-176213"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541338" indent="-182563"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715963" indent="-174625"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898525" indent="-182563" algn="l" defTabSz="914400" rtl="0" eaLnBrk="1" latinLnBrk="0" hangingPunct="1">
        <a:lnSpc>
          <a:spcPct val="90000"/>
        </a:lnSpc>
        <a:spcBef>
          <a:spcPts val="500"/>
        </a:spcBef>
        <a:buFont typeface="Arial" panose="020B0604020202020204" pitchFamily="34" charset="0"/>
        <a:buChar char="•"/>
        <a:defRPr sz="10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hyperlink" Target="https://www.bis.org/publ/bcbs239_fr.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image" Target="../media/image9.png"/><Relationship Id="rId16" Type="http://schemas.openxmlformats.org/officeDocument/2006/relationships/image" Target="../media/image23.png"/><Relationship Id="rId1" Type="http://schemas.openxmlformats.org/officeDocument/2006/relationships/slideLayout" Target="../slideLayouts/slideLayout16.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366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Espace réservé du texte 32">
            <a:extLst>
              <a:ext uri="{FF2B5EF4-FFF2-40B4-BE49-F238E27FC236}">
                <a16:creationId xmlns:a16="http://schemas.microsoft.com/office/drawing/2014/main" id="{C5FB955A-F4AA-06D5-12A8-D3A2F5D5EA3F}"/>
              </a:ext>
            </a:extLst>
          </p:cNvPr>
          <p:cNvSpPr>
            <a:spLocks noGrp="1"/>
          </p:cNvSpPr>
          <p:nvPr>
            <p:ph type="body" sz="quarter" idx="16"/>
          </p:nvPr>
        </p:nvSpPr>
        <p:spPr>
          <a:xfrm>
            <a:off x="1961601" y="2651486"/>
            <a:ext cx="3633789" cy="1043363"/>
          </a:xfrm>
        </p:spPr>
        <p:txBody>
          <a:bodyPr/>
          <a:lstStyle/>
          <a:p>
            <a:pPr lvl="0"/>
            <a:r>
              <a:rPr lang="fr-FR" sz="1400" dirty="0"/>
              <a:t>Direction : </a:t>
            </a:r>
            <a:r>
              <a:rPr lang="fr-FR" sz="1400" b="0" dirty="0"/>
              <a:t>X</a:t>
            </a:r>
            <a:r>
              <a:rPr lang="fr-FR" sz="1400" dirty="0"/>
              <a:t> </a:t>
            </a:r>
          </a:p>
          <a:p>
            <a:pPr lvl="0"/>
            <a:r>
              <a:rPr lang="fr-FR" sz="1400" dirty="0"/>
              <a:t>Secteur / service : </a:t>
            </a:r>
            <a:r>
              <a:rPr lang="fr-FR" sz="1400" b="0" dirty="0"/>
              <a:t>X</a:t>
            </a:r>
          </a:p>
          <a:p>
            <a:pPr lvl="0"/>
            <a:r>
              <a:rPr lang="fr-FR" sz="1400" dirty="0"/>
              <a:t>Dossier présenté par : </a:t>
            </a:r>
            <a:r>
              <a:rPr lang="fr-FR" sz="1400" b="0" dirty="0"/>
              <a:t>X</a:t>
            </a:r>
          </a:p>
        </p:txBody>
      </p:sp>
      <p:sp>
        <p:nvSpPr>
          <p:cNvPr id="34" name="Espace réservé du texte 33">
            <a:extLst>
              <a:ext uri="{FF2B5EF4-FFF2-40B4-BE49-F238E27FC236}">
                <a16:creationId xmlns:a16="http://schemas.microsoft.com/office/drawing/2014/main" id="{F3F4F343-4520-4358-C046-F86DC3833049}"/>
              </a:ext>
            </a:extLst>
          </p:cNvPr>
          <p:cNvSpPr>
            <a:spLocks noGrp="1"/>
          </p:cNvSpPr>
          <p:nvPr>
            <p:ph type="body" sz="quarter" idx="17"/>
          </p:nvPr>
        </p:nvSpPr>
        <p:spPr>
          <a:xfrm>
            <a:off x="6276020" y="2651486"/>
            <a:ext cx="3633789" cy="1043363"/>
          </a:xfrm>
        </p:spPr>
        <p:txBody>
          <a:bodyPr/>
          <a:lstStyle/>
          <a:p>
            <a:pPr lvl="0"/>
            <a:r>
              <a:rPr lang="fr-FR" sz="1400" dirty="0"/>
              <a:t>Comité </a:t>
            </a:r>
            <a:r>
              <a:rPr lang="fr-FR" sz="1400" b="0" dirty="0"/>
              <a:t>X    </a:t>
            </a:r>
            <a:r>
              <a:rPr lang="fr-FR" sz="1400" dirty="0"/>
              <a:t> du </a:t>
            </a:r>
            <a:r>
              <a:rPr lang="fr-FR" sz="1400" b="0" dirty="0"/>
              <a:t>XX.XX.XXXX </a:t>
            </a:r>
          </a:p>
          <a:p>
            <a:pPr lvl="0"/>
            <a:r>
              <a:rPr lang="fr-FR" sz="1400" dirty="0"/>
              <a:t>Sujet : </a:t>
            </a:r>
            <a:r>
              <a:rPr lang="fr-FR" sz="1400" b="0" dirty="0"/>
              <a:t>X</a:t>
            </a:r>
          </a:p>
          <a:p>
            <a:pPr lvl="0"/>
            <a:r>
              <a:rPr lang="fr-FR" sz="1400" dirty="0"/>
              <a:t>Projet IMPULSION : </a:t>
            </a:r>
            <a:r>
              <a:rPr lang="fr-FR" sz="1400" b="0" dirty="0"/>
              <a:t>X</a:t>
            </a:r>
          </a:p>
        </p:txBody>
      </p:sp>
      <p:sp>
        <p:nvSpPr>
          <p:cNvPr id="35" name="Espace réservé du texte 34">
            <a:extLst>
              <a:ext uri="{FF2B5EF4-FFF2-40B4-BE49-F238E27FC236}">
                <a16:creationId xmlns:a16="http://schemas.microsoft.com/office/drawing/2014/main" id="{10801B8C-9312-C5F0-BCB2-015F2D2D2528}"/>
              </a:ext>
            </a:extLst>
          </p:cNvPr>
          <p:cNvSpPr>
            <a:spLocks noGrp="1"/>
          </p:cNvSpPr>
          <p:nvPr>
            <p:ph type="body" sz="quarter" idx="18"/>
          </p:nvPr>
        </p:nvSpPr>
        <p:spPr>
          <a:xfrm>
            <a:off x="2282191" y="4359371"/>
            <a:ext cx="3633789" cy="221599"/>
          </a:xfrm>
        </p:spPr>
        <p:txBody>
          <a:bodyPr/>
          <a:lstStyle/>
          <a:p>
            <a:r>
              <a:rPr lang="en-US" sz="1600" dirty="0"/>
              <a:t>Objectif de la </a:t>
            </a:r>
            <a:r>
              <a:rPr lang="en-US" sz="1600" dirty="0" err="1"/>
              <a:t>présentation</a:t>
            </a:r>
            <a:r>
              <a:rPr lang="en-US" sz="1600" dirty="0"/>
              <a:t> : </a:t>
            </a:r>
          </a:p>
        </p:txBody>
      </p:sp>
      <p:sp>
        <p:nvSpPr>
          <p:cNvPr id="59" name="Espace réservé du texte 58">
            <a:extLst>
              <a:ext uri="{FF2B5EF4-FFF2-40B4-BE49-F238E27FC236}">
                <a16:creationId xmlns:a16="http://schemas.microsoft.com/office/drawing/2014/main" id="{E17868C7-1EEA-047F-FB9F-329A143161ED}"/>
              </a:ext>
            </a:extLst>
          </p:cNvPr>
          <p:cNvSpPr>
            <a:spLocks noGrp="1"/>
          </p:cNvSpPr>
          <p:nvPr>
            <p:ph type="body" sz="quarter" idx="20"/>
          </p:nvPr>
        </p:nvSpPr>
        <p:spPr/>
        <p:txBody>
          <a:bodyPr/>
          <a:lstStyle/>
          <a:p>
            <a:r>
              <a:rPr lang="en-US" dirty="0"/>
              <a:t>Pour </a:t>
            </a:r>
            <a:r>
              <a:rPr lang="en-US" dirty="0" err="1"/>
              <a:t>décision</a:t>
            </a:r>
            <a:endParaRPr lang="en-US" dirty="0"/>
          </a:p>
        </p:txBody>
      </p:sp>
      <p:sp>
        <p:nvSpPr>
          <p:cNvPr id="37" name="Espace réservé du texte 36">
            <a:extLst>
              <a:ext uri="{FF2B5EF4-FFF2-40B4-BE49-F238E27FC236}">
                <a16:creationId xmlns:a16="http://schemas.microsoft.com/office/drawing/2014/main" id="{D9178A23-93A7-0F3E-E458-FE51DAA407D8}"/>
              </a:ext>
            </a:extLst>
          </p:cNvPr>
          <p:cNvSpPr>
            <a:spLocks noGrp="1"/>
          </p:cNvSpPr>
          <p:nvPr>
            <p:ph type="body" sz="quarter" idx="22"/>
          </p:nvPr>
        </p:nvSpPr>
        <p:spPr>
          <a:xfrm>
            <a:off x="1961601" y="4789178"/>
            <a:ext cx="7867650" cy="193899"/>
          </a:xfrm>
        </p:spPr>
        <p:txBody>
          <a:bodyPr/>
          <a:lstStyle/>
          <a:p>
            <a:r>
              <a:rPr lang="en-US" sz="1400" dirty="0" err="1"/>
              <a:t>Cliquez</a:t>
            </a:r>
            <a:r>
              <a:rPr lang="en-US" sz="1400" dirty="0"/>
              <a:t> </a:t>
            </a:r>
            <a:r>
              <a:rPr lang="en-US" sz="1400" dirty="0" err="1"/>
              <a:t>ici</a:t>
            </a:r>
            <a:r>
              <a:rPr lang="en-US" sz="1400" dirty="0"/>
              <a:t> pour </a:t>
            </a:r>
            <a:r>
              <a:rPr lang="en-US" sz="1400" dirty="0" err="1"/>
              <a:t>ajouter</a:t>
            </a:r>
            <a:r>
              <a:rPr lang="en-US" sz="1400" dirty="0"/>
              <a:t> </a:t>
            </a:r>
            <a:r>
              <a:rPr lang="en-US" sz="1400" dirty="0" err="1"/>
              <a:t>votre</a:t>
            </a:r>
            <a:r>
              <a:rPr lang="en-US" sz="1400" dirty="0"/>
              <a:t> </a:t>
            </a:r>
            <a:r>
              <a:rPr lang="en-US" sz="1400" dirty="0" err="1"/>
              <a:t>texte</a:t>
            </a:r>
            <a:endParaRPr lang="en-US" sz="1400" dirty="0"/>
          </a:p>
        </p:txBody>
      </p:sp>
      <p:sp>
        <p:nvSpPr>
          <p:cNvPr id="38" name="Rectangle 37">
            <a:hlinkClick r:id="rId2"/>
            <a:extLst>
              <a:ext uri="{FF2B5EF4-FFF2-40B4-BE49-F238E27FC236}">
                <a16:creationId xmlns:a16="http://schemas.microsoft.com/office/drawing/2014/main" id="{94945633-8D89-CC12-2613-2611C12961CE}"/>
              </a:ext>
            </a:extLst>
          </p:cNvPr>
          <p:cNvSpPr>
            <a:spLocks noGrp="1" noRot="1" noMove="1" noResize="1" noEditPoints="1" noAdjustHandles="1" noChangeArrowheads="1" noChangeShapeType="1"/>
          </p:cNvSpPr>
          <p:nvPr/>
        </p:nvSpPr>
        <p:spPr>
          <a:xfrm>
            <a:off x="5483932" y="6165304"/>
            <a:ext cx="554918" cy="168821"/>
          </a:xfrm>
          <a:prstGeom prst="rect">
            <a:avLst/>
          </a:prstGeom>
          <a:solidFill>
            <a:srgbClr val="FFFF00">
              <a:alpha val="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e 52">
            <a:extLst>
              <a:ext uri="{FF2B5EF4-FFF2-40B4-BE49-F238E27FC236}">
                <a16:creationId xmlns:a16="http://schemas.microsoft.com/office/drawing/2014/main" id="{26F83202-1637-A301-B81C-6D9CC723C7BF}"/>
              </a:ext>
            </a:extLst>
          </p:cNvPr>
          <p:cNvGrpSpPr/>
          <p:nvPr/>
        </p:nvGrpSpPr>
        <p:grpSpPr>
          <a:xfrm>
            <a:off x="1961601" y="4312597"/>
            <a:ext cx="248199" cy="265651"/>
            <a:chOff x="2855640" y="909038"/>
            <a:chExt cx="718056" cy="717832"/>
          </a:xfrm>
        </p:grpSpPr>
        <p:sp>
          <p:nvSpPr>
            <p:cNvPr id="48" name="Forme libre : forme 47">
              <a:extLst>
                <a:ext uri="{FF2B5EF4-FFF2-40B4-BE49-F238E27FC236}">
                  <a16:creationId xmlns:a16="http://schemas.microsoft.com/office/drawing/2014/main" id="{24275E2E-5B74-F389-B3D5-803B6C7F5ED5}"/>
                </a:ext>
              </a:extLst>
            </p:cNvPr>
            <p:cNvSpPr/>
            <p:nvPr/>
          </p:nvSpPr>
          <p:spPr>
            <a:xfrm flipV="1">
              <a:off x="2855640" y="909140"/>
              <a:ext cx="717535" cy="717730"/>
            </a:xfrm>
            <a:custGeom>
              <a:avLst/>
              <a:gdLst>
                <a:gd name="connsiteX0" fmla="*/ 666832 w 717535"/>
                <a:gd name="connsiteY0" fmla="*/ 544213 h 717730"/>
                <a:gd name="connsiteX1" fmla="*/ 718083 w 717535"/>
                <a:gd name="connsiteY1" fmla="*/ 359331 h 717730"/>
                <a:gd name="connsiteX2" fmla="*/ 359316 w 717535"/>
                <a:gd name="connsiteY2" fmla="*/ 465 h 717730"/>
                <a:gd name="connsiteX3" fmla="*/ 548 w 717535"/>
                <a:gd name="connsiteY3" fmla="*/ 359331 h 717730"/>
                <a:gd name="connsiteX4" fmla="*/ 359316 w 717535"/>
                <a:gd name="connsiteY4" fmla="*/ 718196 h 717730"/>
                <a:gd name="connsiteX5" fmla="*/ 549869 w 717535"/>
                <a:gd name="connsiteY5" fmla="*/ 663506 h 717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7535" h="717730">
                  <a:moveTo>
                    <a:pt x="666832" y="544213"/>
                  </a:moveTo>
                  <a:cubicBezTo>
                    <a:pt x="699343" y="490216"/>
                    <a:pt x="718083" y="426957"/>
                    <a:pt x="718083" y="359331"/>
                  </a:cubicBezTo>
                  <a:cubicBezTo>
                    <a:pt x="718083" y="161134"/>
                    <a:pt x="557457" y="465"/>
                    <a:pt x="359316" y="465"/>
                  </a:cubicBezTo>
                  <a:cubicBezTo>
                    <a:pt x="161173" y="465"/>
                    <a:pt x="548" y="161134"/>
                    <a:pt x="548" y="359331"/>
                  </a:cubicBezTo>
                  <a:cubicBezTo>
                    <a:pt x="548" y="557527"/>
                    <a:pt x="161173" y="718196"/>
                    <a:pt x="359316" y="718196"/>
                  </a:cubicBezTo>
                  <a:cubicBezTo>
                    <a:pt x="428152" y="718196"/>
                    <a:pt x="495251" y="697126"/>
                    <a:pt x="549869" y="663506"/>
                  </a:cubicBezTo>
                </a:path>
              </a:pathLst>
            </a:custGeom>
            <a:noFill/>
            <a:ln w="12700" cap="rnd">
              <a:solidFill>
                <a:schemeClr val="accent1"/>
              </a:solidFill>
              <a:prstDash val="solid"/>
              <a:round/>
            </a:ln>
          </p:spPr>
          <p:txBody>
            <a:bodyPr rtlCol="0" anchor="ctr"/>
            <a:lstStyle/>
            <a:p>
              <a:endParaRPr lang="en-US"/>
            </a:p>
          </p:txBody>
        </p:sp>
        <p:sp>
          <p:nvSpPr>
            <p:cNvPr id="49" name="Forme libre : forme 48">
              <a:extLst>
                <a:ext uri="{FF2B5EF4-FFF2-40B4-BE49-F238E27FC236}">
                  <a16:creationId xmlns:a16="http://schemas.microsoft.com/office/drawing/2014/main" id="{8769A581-4519-F334-3475-1D675F7E9BDA}"/>
                </a:ext>
              </a:extLst>
            </p:cNvPr>
            <p:cNvSpPr/>
            <p:nvPr/>
          </p:nvSpPr>
          <p:spPr>
            <a:xfrm flipV="1">
              <a:off x="2981893" y="1035428"/>
              <a:ext cx="465027" cy="465156"/>
            </a:xfrm>
            <a:custGeom>
              <a:avLst/>
              <a:gdLst>
                <a:gd name="connsiteX0" fmla="*/ 441324 w 465027"/>
                <a:gd name="connsiteY0" fmla="*/ 336413 h 465156"/>
                <a:gd name="connsiteX1" fmla="*/ 465509 w 465027"/>
                <a:gd name="connsiteY1" fmla="*/ 232989 h 465156"/>
                <a:gd name="connsiteX2" fmla="*/ 232996 w 465027"/>
                <a:gd name="connsiteY2" fmla="*/ 411 h 465156"/>
                <a:gd name="connsiteX3" fmla="*/ 481 w 465027"/>
                <a:gd name="connsiteY3" fmla="*/ 232989 h 465156"/>
                <a:gd name="connsiteX4" fmla="*/ 232996 w 465027"/>
                <a:gd name="connsiteY4" fmla="*/ 465567 h 465156"/>
                <a:gd name="connsiteX5" fmla="*/ 341684 w 465027"/>
                <a:gd name="connsiteY5" fmla="*/ 438655 h 46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027" h="465156">
                  <a:moveTo>
                    <a:pt x="441324" y="336413"/>
                  </a:moveTo>
                  <a:cubicBezTo>
                    <a:pt x="457924" y="304398"/>
                    <a:pt x="465509" y="271544"/>
                    <a:pt x="465509" y="232989"/>
                  </a:cubicBezTo>
                  <a:cubicBezTo>
                    <a:pt x="465509" y="104539"/>
                    <a:pt x="361410" y="411"/>
                    <a:pt x="232996" y="411"/>
                  </a:cubicBezTo>
                  <a:cubicBezTo>
                    <a:pt x="104581" y="411"/>
                    <a:pt x="481" y="104539"/>
                    <a:pt x="481" y="232989"/>
                  </a:cubicBezTo>
                  <a:cubicBezTo>
                    <a:pt x="481" y="361437"/>
                    <a:pt x="104581" y="465567"/>
                    <a:pt x="232996" y="465567"/>
                  </a:cubicBezTo>
                  <a:cubicBezTo>
                    <a:pt x="273557" y="465567"/>
                    <a:pt x="308489" y="456918"/>
                    <a:pt x="341684" y="438655"/>
                  </a:cubicBezTo>
                </a:path>
              </a:pathLst>
            </a:custGeom>
            <a:noFill/>
            <a:ln w="12700" cap="rnd">
              <a:solidFill>
                <a:schemeClr val="accent1"/>
              </a:solidFill>
              <a:prstDash val="solid"/>
              <a:round/>
            </a:ln>
          </p:spPr>
          <p:txBody>
            <a:bodyPr rtlCol="0" anchor="ctr"/>
            <a:lstStyle/>
            <a:p>
              <a:endParaRPr lang="en-US"/>
            </a:p>
          </p:txBody>
        </p:sp>
        <p:sp>
          <p:nvSpPr>
            <p:cNvPr id="50" name="Forme libre : forme 49">
              <a:extLst>
                <a:ext uri="{FF2B5EF4-FFF2-40B4-BE49-F238E27FC236}">
                  <a16:creationId xmlns:a16="http://schemas.microsoft.com/office/drawing/2014/main" id="{98BF1445-4EAE-75DF-1F10-462FE3DC6CBB}"/>
                </a:ext>
              </a:extLst>
            </p:cNvPr>
            <p:cNvSpPr/>
            <p:nvPr/>
          </p:nvSpPr>
          <p:spPr>
            <a:xfrm flipV="1">
              <a:off x="3104959" y="1158527"/>
              <a:ext cx="218898" cy="218958"/>
            </a:xfrm>
            <a:custGeom>
              <a:avLst/>
              <a:gdLst>
                <a:gd name="connsiteX0" fmla="*/ 219313 w 218898"/>
                <a:gd name="connsiteY0" fmla="*/ 109821 h 218958"/>
                <a:gd name="connsiteX1" fmla="*/ 109864 w 218898"/>
                <a:gd name="connsiteY1" fmla="*/ 341 h 218958"/>
                <a:gd name="connsiteX2" fmla="*/ 415 w 218898"/>
                <a:gd name="connsiteY2" fmla="*/ 109821 h 218958"/>
                <a:gd name="connsiteX3" fmla="*/ 109864 w 218898"/>
                <a:gd name="connsiteY3" fmla="*/ 219300 h 218958"/>
                <a:gd name="connsiteX4" fmla="*/ 219313 w 218898"/>
                <a:gd name="connsiteY4" fmla="*/ 109821 h 218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898" h="218958">
                  <a:moveTo>
                    <a:pt x="219313" y="109821"/>
                  </a:moveTo>
                  <a:cubicBezTo>
                    <a:pt x="219313" y="49356"/>
                    <a:pt x="170311" y="341"/>
                    <a:pt x="109864" y="341"/>
                  </a:cubicBezTo>
                  <a:cubicBezTo>
                    <a:pt x="49417" y="341"/>
                    <a:pt x="415" y="49356"/>
                    <a:pt x="415" y="109821"/>
                  </a:cubicBezTo>
                  <a:cubicBezTo>
                    <a:pt x="415" y="170284"/>
                    <a:pt x="49417" y="219300"/>
                    <a:pt x="109864" y="219300"/>
                  </a:cubicBezTo>
                  <a:cubicBezTo>
                    <a:pt x="170311" y="219300"/>
                    <a:pt x="219313" y="170284"/>
                    <a:pt x="219313" y="109821"/>
                  </a:cubicBezTo>
                  <a:close/>
                </a:path>
              </a:pathLst>
            </a:custGeom>
            <a:noFill/>
            <a:ln w="12700" cap="rnd">
              <a:solidFill>
                <a:schemeClr val="accent1"/>
              </a:solidFill>
              <a:prstDash val="solid"/>
              <a:round/>
            </a:ln>
          </p:spPr>
          <p:txBody>
            <a:bodyPr rtlCol="0" anchor="ctr"/>
            <a:lstStyle/>
            <a:p>
              <a:endParaRPr lang="en-US"/>
            </a:p>
          </p:txBody>
        </p:sp>
        <p:sp>
          <p:nvSpPr>
            <p:cNvPr id="51" name="Forme libre : forme 50">
              <a:extLst>
                <a:ext uri="{FF2B5EF4-FFF2-40B4-BE49-F238E27FC236}">
                  <a16:creationId xmlns:a16="http://schemas.microsoft.com/office/drawing/2014/main" id="{64C9E562-99E9-F726-EFEA-460D157F25D1}"/>
                </a:ext>
              </a:extLst>
            </p:cNvPr>
            <p:cNvSpPr/>
            <p:nvPr/>
          </p:nvSpPr>
          <p:spPr>
            <a:xfrm flipV="1">
              <a:off x="3213629" y="994656"/>
              <a:ext cx="275752" cy="274014"/>
            </a:xfrm>
            <a:custGeom>
              <a:avLst/>
              <a:gdLst>
                <a:gd name="connsiteX0" fmla="*/ 371 w 275752"/>
                <a:gd name="connsiteY0" fmla="*/ 127 h 274014"/>
                <a:gd name="connsiteX1" fmla="*/ 276124 w 275752"/>
                <a:gd name="connsiteY1" fmla="*/ 274142 h 274014"/>
              </a:gdLst>
              <a:ahLst/>
              <a:cxnLst>
                <a:cxn ang="0">
                  <a:pos x="connsiteX0" y="connsiteY0"/>
                </a:cxn>
                <a:cxn ang="0">
                  <a:pos x="connsiteX1" y="connsiteY1"/>
                </a:cxn>
              </a:cxnLst>
              <a:rect l="l" t="t" r="r" b="b"/>
              <a:pathLst>
                <a:path w="275752" h="274014">
                  <a:moveTo>
                    <a:pt x="371" y="127"/>
                  </a:moveTo>
                  <a:lnTo>
                    <a:pt x="276124" y="274142"/>
                  </a:lnTo>
                </a:path>
              </a:pathLst>
            </a:custGeom>
            <a:noFill/>
            <a:ln w="12700" cap="rnd">
              <a:solidFill>
                <a:schemeClr val="accent1"/>
              </a:solidFill>
              <a:prstDash val="solid"/>
              <a:round/>
            </a:ln>
          </p:spPr>
          <p:txBody>
            <a:bodyPr rtlCol="0" anchor="ctr"/>
            <a:lstStyle/>
            <a:p>
              <a:endParaRPr lang="en-US"/>
            </a:p>
          </p:txBody>
        </p:sp>
        <p:sp>
          <p:nvSpPr>
            <p:cNvPr id="52" name="Forme libre : forme 51">
              <a:extLst>
                <a:ext uri="{FF2B5EF4-FFF2-40B4-BE49-F238E27FC236}">
                  <a16:creationId xmlns:a16="http://schemas.microsoft.com/office/drawing/2014/main" id="{9052D2AB-DEA6-0A1A-E2AD-7591466F5A41}"/>
                </a:ext>
              </a:extLst>
            </p:cNvPr>
            <p:cNvSpPr/>
            <p:nvPr/>
          </p:nvSpPr>
          <p:spPr>
            <a:xfrm flipV="1">
              <a:off x="3323078" y="909038"/>
              <a:ext cx="250618" cy="256367"/>
            </a:xfrm>
            <a:custGeom>
              <a:avLst/>
              <a:gdLst>
                <a:gd name="connsiteX0" fmla="*/ 166882 w 250618"/>
                <a:gd name="connsiteY0" fmla="*/ 170912 h 256367"/>
                <a:gd name="connsiteX1" fmla="*/ 137241 w 250618"/>
                <a:gd name="connsiteY1" fmla="*/ 256531 h 256367"/>
                <a:gd name="connsiteX2" fmla="*/ 578 w 250618"/>
                <a:gd name="connsiteY2" fmla="*/ 119831 h 256367"/>
                <a:gd name="connsiteX3" fmla="*/ 20962 w 250618"/>
                <a:gd name="connsiteY3" fmla="*/ 25988 h 256367"/>
                <a:gd name="connsiteX4" fmla="*/ 117167 w 250618"/>
                <a:gd name="connsiteY4" fmla="*/ 163 h 256367"/>
                <a:gd name="connsiteX5" fmla="*/ 251197 w 250618"/>
                <a:gd name="connsiteY5" fmla="*/ 134230 h 256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0618" h="256367">
                  <a:moveTo>
                    <a:pt x="166882" y="170912"/>
                  </a:moveTo>
                  <a:lnTo>
                    <a:pt x="137241" y="256531"/>
                  </a:lnTo>
                  <a:lnTo>
                    <a:pt x="578" y="119831"/>
                  </a:lnTo>
                  <a:lnTo>
                    <a:pt x="20962" y="25988"/>
                  </a:lnTo>
                  <a:lnTo>
                    <a:pt x="117167" y="163"/>
                  </a:lnTo>
                  <a:lnTo>
                    <a:pt x="251197" y="134230"/>
                  </a:lnTo>
                  <a:close/>
                </a:path>
              </a:pathLst>
            </a:custGeom>
            <a:noFill/>
            <a:ln w="12700" cap="rnd">
              <a:solidFill>
                <a:schemeClr val="accent1"/>
              </a:solidFill>
              <a:prstDash val="solid"/>
              <a:round/>
            </a:ln>
          </p:spPr>
          <p:txBody>
            <a:bodyPr rtlCol="0" anchor="ctr"/>
            <a:lstStyle/>
            <a:p>
              <a:endParaRPr lang="en-US"/>
            </a:p>
          </p:txBody>
        </p:sp>
      </p:grpSp>
      <p:sp>
        <p:nvSpPr>
          <p:cNvPr id="5" name="ZoneTexte 4">
            <a:extLst>
              <a:ext uri="{FF2B5EF4-FFF2-40B4-BE49-F238E27FC236}">
                <a16:creationId xmlns:a16="http://schemas.microsoft.com/office/drawing/2014/main" id="{EBAE7A40-6422-B0AE-87CB-52E5D42DFF98}"/>
              </a:ext>
            </a:extLst>
          </p:cNvPr>
          <p:cNvSpPr txBox="1"/>
          <p:nvPr/>
        </p:nvSpPr>
        <p:spPr>
          <a:xfrm>
            <a:off x="263351" y="6271307"/>
            <a:ext cx="11665297" cy="461665"/>
          </a:xfrm>
          <a:prstGeom prst="rect">
            <a:avLst/>
          </a:prstGeom>
          <a:noFill/>
        </p:spPr>
        <p:txBody>
          <a:bodyPr wrap="square">
            <a:spAutoFit/>
          </a:bodyPr>
          <a:lstStyle/>
          <a:p>
            <a:pPr defTabSz="1087438" eaLnBrk="0" fontAlgn="base" hangingPunct="0">
              <a:spcBef>
                <a:spcPct val="0"/>
              </a:spcBef>
              <a:spcAft>
                <a:spcPct val="0"/>
              </a:spcAft>
              <a:defRPr/>
            </a:pPr>
            <a:r>
              <a:rPr lang="fr-FR" sz="1200" dirty="0">
                <a:solidFill>
                  <a:schemeClr val="tx2"/>
                </a:solidFill>
              </a:rPr>
              <a:t>Les </a:t>
            </a:r>
            <a:r>
              <a:rPr lang="fr-FR" sz="1200" dirty="0" err="1">
                <a:solidFill>
                  <a:schemeClr val="tx2"/>
                </a:solidFill>
              </a:rPr>
              <a:t>reportings</a:t>
            </a:r>
            <a:r>
              <a:rPr lang="fr-FR" sz="1200" dirty="0">
                <a:solidFill>
                  <a:schemeClr val="tx2"/>
                </a:solidFill>
              </a:rPr>
              <a:t> utilisent des données dont la production est encadrée par les règles </a:t>
            </a:r>
            <a:r>
              <a:rPr lang="fr-FR" sz="1200" dirty="0">
                <a:solidFill>
                  <a:schemeClr val="tx2"/>
                </a:solidFill>
                <a:hlinkClick r:id="rId2">
                  <a:extLst>
                    <a:ext uri="{A12FA001-AC4F-418D-AE19-62706E023703}">
                      <ahyp:hlinkClr xmlns:ahyp="http://schemas.microsoft.com/office/drawing/2018/hyperlinkcolor" val="tx"/>
                    </a:ext>
                  </a:extLst>
                </a:hlinkClick>
              </a:rPr>
              <a:t>BCBS 239</a:t>
            </a:r>
            <a:r>
              <a:rPr lang="fr-FR" sz="1200" dirty="0">
                <a:solidFill>
                  <a:schemeClr val="tx2"/>
                </a:solidFill>
              </a:rPr>
              <a:t>, les hypothèses présentées sont précises, contrôlées, et le caractère incertain de la réalisation notifié.</a:t>
            </a:r>
          </a:p>
        </p:txBody>
      </p:sp>
      <p:sp>
        <p:nvSpPr>
          <p:cNvPr id="6" name="Espace réservé pour une image  2">
            <a:extLst>
              <a:ext uri="{FF2B5EF4-FFF2-40B4-BE49-F238E27FC236}">
                <a16:creationId xmlns:a16="http://schemas.microsoft.com/office/drawing/2014/main" id="{5878E870-9F35-6FB1-D783-F7A487A55447}"/>
              </a:ext>
            </a:extLst>
          </p:cNvPr>
          <p:cNvSpPr>
            <a:spLocks noGrp="1"/>
          </p:cNvSpPr>
          <p:nvPr>
            <p:ph type="pic" sz="quarter" idx="15"/>
          </p:nvPr>
        </p:nvSpPr>
        <p:spPr>
          <a:xfrm>
            <a:off x="4079776" y="617338"/>
            <a:ext cx="1011600" cy="702000"/>
          </a:xfrm>
        </p:spPr>
        <p:txBody>
          <a:bodyPr/>
          <a:lstStyle/>
          <a:p>
            <a:r>
              <a:rPr lang="en-US"/>
              <a:t> </a:t>
            </a:r>
          </a:p>
        </p:txBody>
      </p:sp>
    </p:spTree>
    <p:extLst>
      <p:ext uri="{BB962C8B-B14F-4D97-AF65-F5344CB8AC3E}">
        <p14:creationId xmlns:p14="http://schemas.microsoft.com/office/powerpoint/2010/main" val="2002500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3B34-3885-D407-2DAD-6F4DB2066707}"/>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0151AF28-64F8-C8E3-EEDF-709E77649BA9}"/>
              </a:ext>
            </a:extLst>
          </p:cNvPr>
          <p:cNvSpPr>
            <a:spLocks noGrp="1"/>
          </p:cNvSpPr>
          <p:nvPr>
            <p:ph type="title"/>
          </p:nvPr>
        </p:nvSpPr>
        <p:spPr/>
        <p:txBody>
          <a:bodyPr/>
          <a:lstStyle/>
          <a:p>
            <a:r>
              <a:rPr lang="en-US" dirty="0"/>
              <a:t>En </a:t>
            </a:r>
            <a:r>
              <a:rPr lang="en-US" dirty="0" err="1"/>
              <a:t>synthèse</a:t>
            </a:r>
            <a:r>
              <a:rPr lang="en-US" dirty="0"/>
              <a:t> </a:t>
            </a:r>
            <a:endParaRPr lang="en-US" dirty="0">
              <a:gradFill flip="none" rotWithShape="1">
                <a:gsLst>
                  <a:gs pos="37000">
                    <a:schemeClr val="tx2"/>
                  </a:gs>
                  <a:gs pos="85000">
                    <a:schemeClr val="accent1"/>
                  </a:gs>
                </a:gsLst>
                <a:lin ang="18900000" scaled="1"/>
                <a:tileRect/>
              </a:gradFill>
            </a:endParaRPr>
          </a:p>
        </p:txBody>
      </p:sp>
      <p:sp>
        <p:nvSpPr>
          <p:cNvPr id="8" name="Espace réservé du numéro de diapositive 7">
            <a:extLst>
              <a:ext uri="{FF2B5EF4-FFF2-40B4-BE49-F238E27FC236}">
                <a16:creationId xmlns:a16="http://schemas.microsoft.com/office/drawing/2014/main" id="{FB39F0C6-16E3-B0C2-1867-811C2650C4D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28F117-D1D1-4562-BBA1-C4174F9770ED}" type="slidenum">
              <a:rPr kumimoji="0" lang="fr-FR" sz="1000" b="0" i="0" u="none" strike="noStrike" kern="1200" cap="none" spc="0" normalizeH="0" baseline="0" noProof="0" smtClean="0">
                <a:ln>
                  <a:noFill/>
                </a:ln>
                <a:solidFill>
                  <a:prstClr val="white"/>
                </a:solidFill>
                <a:effectLst/>
                <a:uLnTx/>
                <a:uFillTx/>
                <a:latin typeface="Glacial Indifference"/>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fr-FR" sz="10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6" name="Espace réservé du texte 5">
            <a:extLst>
              <a:ext uri="{FF2B5EF4-FFF2-40B4-BE49-F238E27FC236}">
                <a16:creationId xmlns:a16="http://schemas.microsoft.com/office/drawing/2014/main" id="{07713489-2F2A-FA43-722D-17E1D12C4271}"/>
              </a:ext>
            </a:extLst>
          </p:cNvPr>
          <p:cNvSpPr>
            <a:spLocks noGrp="1"/>
          </p:cNvSpPr>
          <p:nvPr>
            <p:ph type="body" sz="quarter" idx="14"/>
          </p:nvPr>
        </p:nvSpPr>
        <p:spPr>
          <a:xfrm>
            <a:off x="659395" y="1628800"/>
            <a:ext cx="10688799" cy="1188132"/>
          </a:xfrm>
        </p:spPr>
        <p:txBody>
          <a:bodyPr>
            <a:normAutofit/>
          </a:bodyPr>
          <a:lstStyle/>
          <a:p>
            <a:pPr lvl="0"/>
            <a:r>
              <a:rPr lang="fr-FR" sz="2000" dirty="0">
                <a:gradFill>
                  <a:gsLst>
                    <a:gs pos="0">
                      <a:schemeClr val="accent2"/>
                    </a:gs>
                    <a:gs pos="100000">
                      <a:schemeClr val="accent1"/>
                    </a:gs>
                  </a:gsLst>
                  <a:lin ang="18900000" scaled="1"/>
                </a:gradFill>
                <a:latin typeface="+mj-lt"/>
                <a:ea typeface="+mj-ea"/>
                <a:cs typeface="+mj-cs"/>
              </a:rPr>
              <a:t>CONTEXTE</a:t>
            </a:r>
            <a:endParaRPr lang="fr-FR" sz="1600" dirty="0"/>
          </a:p>
          <a:p>
            <a:pPr lvl="0"/>
            <a:r>
              <a:rPr lang="fr-FR" sz="1600" dirty="0">
                <a:solidFill>
                  <a:srgbClr val="001746"/>
                </a:solidFill>
              </a:rPr>
              <a:t>Cliquez ici pour ajouter votre texte de niveau 01. Lorem ipsum </a:t>
            </a:r>
            <a:r>
              <a:rPr lang="fr-FR" sz="1600" dirty="0" err="1">
                <a:solidFill>
                  <a:srgbClr val="001746"/>
                </a:solidFill>
              </a:rPr>
              <a:t>dolor</a:t>
            </a:r>
            <a:r>
              <a:rPr lang="fr-FR" sz="1600" dirty="0">
                <a:solidFill>
                  <a:srgbClr val="001746"/>
                </a:solidFill>
              </a:rPr>
              <a:t> </a:t>
            </a:r>
            <a:r>
              <a:rPr lang="fr-FR" sz="1600" dirty="0" err="1">
                <a:solidFill>
                  <a:srgbClr val="001746"/>
                </a:solidFill>
              </a:rPr>
              <a:t>sit</a:t>
            </a:r>
            <a:r>
              <a:rPr lang="fr-FR" sz="1600" dirty="0">
                <a:solidFill>
                  <a:srgbClr val="001746"/>
                </a:solidFill>
              </a:rPr>
              <a:t> </a:t>
            </a:r>
            <a:r>
              <a:rPr lang="fr-FR" sz="1600" dirty="0" err="1">
                <a:solidFill>
                  <a:srgbClr val="001746"/>
                </a:solidFill>
              </a:rPr>
              <a:t>amet</a:t>
            </a:r>
            <a:r>
              <a:rPr lang="fr-FR" sz="1600" dirty="0">
                <a:solidFill>
                  <a:srgbClr val="001746"/>
                </a:solidFill>
              </a:rPr>
              <a:t>, </a:t>
            </a:r>
            <a:r>
              <a:rPr lang="fr-FR" sz="1600" dirty="0" err="1">
                <a:solidFill>
                  <a:srgbClr val="001746"/>
                </a:solidFill>
              </a:rPr>
              <a:t>elit</a:t>
            </a:r>
            <a:r>
              <a:rPr lang="fr-FR" sz="1600" dirty="0">
                <a:solidFill>
                  <a:srgbClr val="001746"/>
                </a:solidFill>
              </a:rPr>
              <a:t>. </a:t>
            </a:r>
          </a:p>
          <a:p>
            <a:pPr lvl="1"/>
            <a:r>
              <a:rPr lang="fr-FR" sz="1400" dirty="0">
                <a:solidFill>
                  <a:srgbClr val="001746"/>
                </a:solidFill>
              </a:rPr>
              <a:t>Cliquez ici pour ajouter votre texte de niveau 02. Lorem ipsum </a:t>
            </a:r>
            <a:r>
              <a:rPr lang="fr-FR" sz="1400" dirty="0" err="1">
                <a:solidFill>
                  <a:srgbClr val="001746"/>
                </a:solidFill>
              </a:rPr>
              <a:t>dolor</a:t>
            </a:r>
            <a:r>
              <a:rPr lang="fr-FR" sz="1400" dirty="0">
                <a:solidFill>
                  <a:srgbClr val="001746"/>
                </a:solidFill>
              </a:rPr>
              <a:t> </a:t>
            </a:r>
            <a:r>
              <a:rPr lang="fr-FR" sz="1400" dirty="0" err="1">
                <a:solidFill>
                  <a:srgbClr val="001746"/>
                </a:solidFill>
              </a:rPr>
              <a:t>sit</a:t>
            </a:r>
            <a:r>
              <a:rPr lang="fr-FR" sz="1400" dirty="0">
                <a:solidFill>
                  <a:srgbClr val="001746"/>
                </a:solidFill>
              </a:rPr>
              <a:t> </a:t>
            </a:r>
            <a:r>
              <a:rPr lang="fr-FR" sz="1400" dirty="0" err="1">
                <a:solidFill>
                  <a:srgbClr val="001746"/>
                </a:solidFill>
              </a:rPr>
              <a:t>amet</a:t>
            </a:r>
            <a:r>
              <a:rPr lang="fr-FR" sz="1400" dirty="0">
                <a:solidFill>
                  <a:srgbClr val="001746"/>
                </a:solidFill>
              </a:rPr>
              <a:t>, </a:t>
            </a:r>
            <a:r>
              <a:rPr lang="fr-FR" sz="1400" dirty="0" err="1">
                <a:solidFill>
                  <a:srgbClr val="001746"/>
                </a:solidFill>
              </a:rPr>
              <a:t>consectetuer</a:t>
            </a:r>
            <a:r>
              <a:rPr lang="fr-FR" sz="1400" dirty="0">
                <a:solidFill>
                  <a:srgbClr val="001746"/>
                </a:solidFill>
              </a:rPr>
              <a:t>.</a:t>
            </a:r>
          </a:p>
        </p:txBody>
      </p:sp>
      <p:sp>
        <p:nvSpPr>
          <p:cNvPr id="7" name="Espace réservé du pied de page 6">
            <a:extLst>
              <a:ext uri="{FF2B5EF4-FFF2-40B4-BE49-F238E27FC236}">
                <a16:creationId xmlns:a16="http://schemas.microsoft.com/office/drawing/2014/main" id="{7C0F705A-C234-C36D-C9E7-74E4535F4C3C}"/>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all" spc="300" normalizeH="0" baseline="0" noProof="0">
                <a:ln>
                  <a:noFill/>
                </a:ln>
                <a:solidFill>
                  <a:prstClr val="black">
                    <a:alpha val="70000"/>
                  </a:prstClr>
                </a:solidFill>
                <a:effectLst/>
                <a:uLnTx/>
                <a:uFillTx/>
                <a:latin typeface="Glacial Indifference"/>
                <a:ea typeface="+mn-ea"/>
                <a:cs typeface="+mn-cs"/>
              </a:rPr>
              <a:t>Titre du document //  Niveau de confidentialité // Interne/Externe</a:t>
            </a:r>
          </a:p>
        </p:txBody>
      </p:sp>
      <p:sp>
        <p:nvSpPr>
          <p:cNvPr id="10" name="Espace réservé du texte 9">
            <a:extLst>
              <a:ext uri="{FF2B5EF4-FFF2-40B4-BE49-F238E27FC236}">
                <a16:creationId xmlns:a16="http://schemas.microsoft.com/office/drawing/2014/main" id="{FB84098B-AAA9-9A8A-1C4E-69D3FAA9CABF}"/>
              </a:ext>
            </a:extLst>
          </p:cNvPr>
          <p:cNvSpPr>
            <a:spLocks noGrp="1"/>
          </p:cNvSpPr>
          <p:nvPr>
            <p:ph type="body" sz="quarter" idx="17"/>
          </p:nvPr>
        </p:nvSpPr>
        <p:spPr>
          <a:xfrm>
            <a:off x="659395" y="3155096"/>
            <a:ext cx="10616789" cy="993984"/>
          </a:xfrm>
        </p:spPr>
        <p:txBody>
          <a:bodyPr>
            <a:normAutofit/>
          </a:bodyPr>
          <a:lstStyle/>
          <a:p>
            <a:r>
              <a:rPr lang="fr-FR" sz="2000" dirty="0">
                <a:gradFill>
                  <a:gsLst>
                    <a:gs pos="0">
                      <a:schemeClr val="accent2"/>
                    </a:gs>
                    <a:gs pos="100000">
                      <a:schemeClr val="accent1"/>
                    </a:gs>
                  </a:gsLst>
                  <a:lin ang="18900000" scaled="1"/>
                </a:gradFill>
                <a:latin typeface="+mj-lt"/>
                <a:ea typeface="+mj-ea"/>
                <a:cs typeface="+mj-cs"/>
              </a:rPr>
              <a:t>ENJEUX</a:t>
            </a:r>
            <a:endParaRPr lang="fr-FR" sz="1600" dirty="0"/>
          </a:p>
          <a:p>
            <a:pPr lvl="0"/>
            <a:r>
              <a:rPr lang="fr-FR" sz="1600" dirty="0">
                <a:solidFill>
                  <a:srgbClr val="001746"/>
                </a:solidFill>
              </a:rPr>
              <a:t>Cliquez ici pour ajouter votre texte de niveau 01. Lorem ipsum </a:t>
            </a:r>
            <a:r>
              <a:rPr lang="fr-FR" sz="1600" dirty="0" err="1">
                <a:solidFill>
                  <a:srgbClr val="001746"/>
                </a:solidFill>
              </a:rPr>
              <a:t>dolor</a:t>
            </a:r>
            <a:r>
              <a:rPr lang="fr-FR" sz="1600" dirty="0">
                <a:solidFill>
                  <a:srgbClr val="001746"/>
                </a:solidFill>
              </a:rPr>
              <a:t> </a:t>
            </a:r>
            <a:r>
              <a:rPr lang="fr-FR" sz="1600" dirty="0" err="1">
                <a:solidFill>
                  <a:srgbClr val="001746"/>
                </a:solidFill>
              </a:rPr>
              <a:t>sit</a:t>
            </a:r>
            <a:r>
              <a:rPr lang="fr-FR" sz="1600" dirty="0">
                <a:solidFill>
                  <a:srgbClr val="001746"/>
                </a:solidFill>
              </a:rPr>
              <a:t> </a:t>
            </a:r>
            <a:r>
              <a:rPr lang="fr-FR" sz="1600" dirty="0" err="1">
                <a:solidFill>
                  <a:srgbClr val="001746"/>
                </a:solidFill>
              </a:rPr>
              <a:t>amet</a:t>
            </a:r>
            <a:r>
              <a:rPr lang="fr-FR" sz="1600" dirty="0">
                <a:solidFill>
                  <a:srgbClr val="001746"/>
                </a:solidFill>
              </a:rPr>
              <a:t>, </a:t>
            </a:r>
            <a:r>
              <a:rPr lang="fr-FR" sz="1600" dirty="0" err="1">
                <a:solidFill>
                  <a:srgbClr val="001746"/>
                </a:solidFill>
              </a:rPr>
              <a:t>elit</a:t>
            </a:r>
            <a:r>
              <a:rPr lang="fr-FR" sz="1600" dirty="0">
                <a:solidFill>
                  <a:srgbClr val="001746"/>
                </a:solidFill>
              </a:rPr>
              <a:t>. </a:t>
            </a:r>
          </a:p>
          <a:p>
            <a:pPr lvl="1"/>
            <a:r>
              <a:rPr lang="fr-FR" sz="1400" dirty="0">
                <a:solidFill>
                  <a:srgbClr val="001746"/>
                </a:solidFill>
              </a:rPr>
              <a:t>Cliquez ici pour ajouter votre texte de niveau 02. Lorem ipsum </a:t>
            </a:r>
            <a:r>
              <a:rPr lang="fr-FR" sz="1400" dirty="0" err="1">
                <a:solidFill>
                  <a:srgbClr val="001746"/>
                </a:solidFill>
              </a:rPr>
              <a:t>dolor</a:t>
            </a:r>
            <a:r>
              <a:rPr lang="fr-FR" sz="1400" dirty="0">
                <a:solidFill>
                  <a:srgbClr val="001746"/>
                </a:solidFill>
              </a:rPr>
              <a:t> </a:t>
            </a:r>
            <a:r>
              <a:rPr lang="fr-FR" sz="1400" dirty="0" err="1">
                <a:solidFill>
                  <a:srgbClr val="001746"/>
                </a:solidFill>
              </a:rPr>
              <a:t>sit</a:t>
            </a:r>
            <a:r>
              <a:rPr lang="fr-FR" sz="1400" dirty="0">
                <a:solidFill>
                  <a:srgbClr val="001746"/>
                </a:solidFill>
              </a:rPr>
              <a:t> </a:t>
            </a:r>
            <a:r>
              <a:rPr lang="fr-FR" sz="1400" dirty="0" err="1">
                <a:solidFill>
                  <a:srgbClr val="001746"/>
                </a:solidFill>
              </a:rPr>
              <a:t>amet</a:t>
            </a:r>
            <a:r>
              <a:rPr lang="fr-FR" sz="1400" dirty="0">
                <a:solidFill>
                  <a:srgbClr val="001746"/>
                </a:solidFill>
              </a:rPr>
              <a:t>, </a:t>
            </a:r>
            <a:r>
              <a:rPr lang="fr-FR" sz="1400" dirty="0" err="1">
                <a:solidFill>
                  <a:srgbClr val="001746"/>
                </a:solidFill>
              </a:rPr>
              <a:t>consectetuer</a:t>
            </a:r>
            <a:r>
              <a:rPr lang="fr-FR" sz="1400" dirty="0">
                <a:solidFill>
                  <a:srgbClr val="001746"/>
                </a:solidFill>
              </a:rPr>
              <a:t>.</a:t>
            </a:r>
          </a:p>
          <a:p>
            <a:endParaRPr lang="en-US" sz="1600" dirty="0"/>
          </a:p>
        </p:txBody>
      </p:sp>
      <p:sp>
        <p:nvSpPr>
          <p:cNvPr id="9" name="Espace réservé du texte 8">
            <a:extLst>
              <a:ext uri="{FF2B5EF4-FFF2-40B4-BE49-F238E27FC236}">
                <a16:creationId xmlns:a16="http://schemas.microsoft.com/office/drawing/2014/main" id="{DDACCA8C-32AC-88D6-8842-607AA619D0D4}"/>
              </a:ext>
            </a:extLst>
          </p:cNvPr>
          <p:cNvSpPr>
            <a:spLocks noGrp="1"/>
          </p:cNvSpPr>
          <p:nvPr>
            <p:ph type="body" sz="quarter" idx="18"/>
          </p:nvPr>
        </p:nvSpPr>
        <p:spPr>
          <a:xfrm>
            <a:off x="659395" y="4757274"/>
            <a:ext cx="10688798" cy="1115035"/>
          </a:xfrm>
        </p:spPr>
        <p:txBody>
          <a:bodyPr>
            <a:normAutofit/>
          </a:bodyPr>
          <a:lstStyle/>
          <a:p>
            <a:pPr lvl="0"/>
            <a:r>
              <a:rPr lang="fr-FR" sz="2000" dirty="0">
                <a:gradFill>
                  <a:gsLst>
                    <a:gs pos="0">
                      <a:schemeClr val="accent2"/>
                    </a:gs>
                    <a:gs pos="100000">
                      <a:schemeClr val="accent1"/>
                    </a:gs>
                  </a:gsLst>
                  <a:lin ang="18900000" scaled="1"/>
                </a:gradFill>
                <a:latin typeface="+mj-lt"/>
                <a:ea typeface="+mj-ea"/>
                <a:cs typeface="+mj-cs"/>
              </a:rPr>
              <a:t>CONTENU DU DOSSIER</a:t>
            </a:r>
          </a:p>
          <a:p>
            <a:pPr lvl="0"/>
            <a:r>
              <a:rPr lang="fr-FR" sz="1600" dirty="0">
                <a:solidFill>
                  <a:srgbClr val="002060"/>
                </a:solidFill>
              </a:rPr>
              <a:t>Cliquez ici pour ajouter votre texte de niveau 01. Lorem ipsum </a:t>
            </a:r>
            <a:r>
              <a:rPr lang="fr-FR" sz="1600" dirty="0" err="1">
                <a:solidFill>
                  <a:srgbClr val="002060"/>
                </a:solidFill>
              </a:rPr>
              <a:t>dolor</a:t>
            </a:r>
            <a:r>
              <a:rPr lang="fr-FR" sz="1600" dirty="0">
                <a:solidFill>
                  <a:srgbClr val="002060"/>
                </a:solidFill>
              </a:rPr>
              <a:t> </a:t>
            </a:r>
            <a:r>
              <a:rPr lang="fr-FR" sz="1600" dirty="0" err="1">
                <a:solidFill>
                  <a:srgbClr val="002060"/>
                </a:solidFill>
              </a:rPr>
              <a:t>sit</a:t>
            </a:r>
            <a:r>
              <a:rPr lang="fr-FR" sz="1600" dirty="0">
                <a:solidFill>
                  <a:srgbClr val="002060"/>
                </a:solidFill>
              </a:rPr>
              <a:t> </a:t>
            </a:r>
            <a:r>
              <a:rPr lang="fr-FR" sz="1600" dirty="0" err="1">
                <a:solidFill>
                  <a:srgbClr val="002060"/>
                </a:solidFill>
              </a:rPr>
              <a:t>amet</a:t>
            </a:r>
            <a:r>
              <a:rPr lang="fr-FR" sz="1600" dirty="0">
                <a:solidFill>
                  <a:srgbClr val="002060"/>
                </a:solidFill>
              </a:rPr>
              <a:t>, </a:t>
            </a:r>
            <a:r>
              <a:rPr lang="fr-FR" sz="1600" dirty="0" err="1">
                <a:solidFill>
                  <a:srgbClr val="002060"/>
                </a:solidFill>
              </a:rPr>
              <a:t>elit</a:t>
            </a:r>
            <a:r>
              <a:rPr lang="fr-FR" sz="1600" dirty="0">
                <a:solidFill>
                  <a:srgbClr val="002060"/>
                </a:solidFill>
              </a:rPr>
              <a:t>. </a:t>
            </a:r>
          </a:p>
          <a:p>
            <a:pPr lvl="1"/>
            <a:r>
              <a:rPr lang="fr-FR" sz="1400" dirty="0">
                <a:solidFill>
                  <a:srgbClr val="002060"/>
                </a:solidFill>
              </a:rPr>
              <a:t>Cliquez ici pour ajouter votre texte de niveau 02. Lorem ipsum </a:t>
            </a:r>
            <a:r>
              <a:rPr lang="fr-FR" sz="1400" dirty="0" err="1">
                <a:solidFill>
                  <a:srgbClr val="002060"/>
                </a:solidFill>
              </a:rPr>
              <a:t>dolor</a:t>
            </a:r>
            <a:r>
              <a:rPr lang="fr-FR" sz="1400" dirty="0">
                <a:solidFill>
                  <a:srgbClr val="002060"/>
                </a:solidFill>
              </a:rPr>
              <a:t> </a:t>
            </a:r>
            <a:r>
              <a:rPr lang="fr-FR" sz="1400" dirty="0" err="1">
                <a:solidFill>
                  <a:srgbClr val="002060"/>
                </a:solidFill>
              </a:rPr>
              <a:t>sit</a:t>
            </a:r>
            <a:r>
              <a:rPr lang="fr-FR" sz="1400" dirty="0">
                <a:solidFill>
                  <a:srgbClr val="002060"/>
                </a:solidFill>
              </a:rPr>
              <a:t> </a:t>
            </a:r>
            <a:r>
              <a:rPr lang="fr-FR" sz="1400" dirty="0" err="1">
                <a:solidFill>
                  <a:srgbClr val="002060"/>
                </a:solidFill>
              </a:rPr>
              <a:t>amet</a:t>
            </a:r>
            <a:r>
              <a:rPr lang="fr-FR" sz="1400" dirty="0">
                <a:solidFill>
                  <a:srgbClr val="002060"/>
                </a:solidFill>
              </a:rPr>
              <a:t>, </a:t>
            </a:r>
            <a:r>
              <a:rPr lang="fr-FR" sz="1400" dirty="0" err="1">
                <a:solidFill>
                  <a:srgbClr val="002060"/>
                </a:solidFill>
              </a:rPr>
              <a:t>consectetuer</a:t>
            </a:r>
            <a:r>
              <a:rPr lang="fr-FR" sz="1400" dirty="0">
                <a:solidFill>
                  <a:srgbClr val="002060"/>
                </a:solidFill>
              </a:rPr>
              <a:t>.</a:t>
            </a:r>
          </a:p>
        </p:txBody>
      </p:sp>
      <p:cxnSp>
        <p:nvCxnSpPr>
          <p:cNvPr id="3" name="Straight Connector 44">
            <a:extLst>
              <a:ext uri="{FF2B5EF4-FFF2-40B4-BE49-F238E27FC236}">
                <a16:creationId xmlns:a16="http://schemas.microsoft.com/office/drawing/2014/main" id="{6E263081-2469-DB83-7FA9-7FD0228AE604}"/>
              </a:ext>
            </a:extLst>
          </p:cNvPr>
          <p:cNvCxnSpPr>
            <a:cxnSpLocks/>
          </p:cNvCxnSpPr>
          <p:nvPr userDrawn="1"/>
        </p:nvCxnSpPr>
        <p:spPr>
          <a:xfrm>
            <a:off x="659395" y="4344623"/>
            <a:ext cx="10492836" cy="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1" name="Straight Connector 44">
            <a:extLst>
              <a:ext uri="{FF2B5EF4-FFF2-40B4-BE49-F238E27FC236}">
                <a16:creationId xmlns:a16="http://schemas.microsoft.com/office/drawing/2014/main" id="{51294EB6-85E0-83A9-CD97-0FDC5F7C3CD7}"/>
              </a:ext>
            </a:extLst>
          </p:cNvPr>
          <p:cNvCxnSpPr>
            <a:cxnSpLocks/>
          </p:cNvCxnSpPr>
          <p:nvPr userDrawn="1"/>
        </p:nvCxnSpPr>
        <p:spPr>
          <a:xfrm>
            <a:off x="659395" y="2816932"/>
            <a:ext cx="10492836" cy="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20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FDF683FF-21BD-424F-85AA-12AAC7BE8D9D}"/>
              </a:ext>
            </a:extLst>
          </p:cNvPr>
          <p:cNvSpPr>
            <a:spLocks noGrp="1"/>
          </p:cNvSpPr>
          <p:nvPr>
            <p:ph type="title"/>
          </p:nvPr>
        </p:nvSpPr>
        <p:spPr/>
        <p:txBody>
          <a:bodyPr/>
          <a:lstStyle/>
          <a:p>
            <a:r>
              <a:rPr kumimoji="0" lang="en-US" sz="3600" b="0" i="0" u="none" strike="noStrike" kern="1200" cap="none" spc="0" normalizeH="0" baseline="0" noProof="0" dirty="0" err="1">
                <a:ln>
                  <a:noFill/>
                </a:ln>
                <a:gradFill flip="none" rotWithShape="1">
                  <a:gsLst>
                    <a:gs pos="0">
                      <a:srgbClr val="212C55"/>
                    </a:gs>
                    <a:gs pos="100000">
                      <a:srgbClr val="E7461C"/>
                    </a:gs>
                  </a:gsLst>
                  <a:lin ang="18900000" scaled="1"/>
                  <a:tileRect/>
                </a:gradFill>
                <a:effectLst/>
                <a:uLnTx/>
                <a:uFillTx/>
                <a:latin typeface="Fivo Sans Heavy"/>
                <a:ea typeface="+mj-ea"/>
                <a:cs typeface="+mj-cs"/>
              </a:rPr>
              <a:t>Décisions</a:t>
            </a:r>
            <a:r>
              <a:rPr kumimoji="0" lang="en-US" sz="3600" b="0" i="0" u="none" strike="noStrike" kern="1200" cap="none" spc="0" normalizeH="0" baseline="0" noProof="0" dirty="0">
                <a:ln>
                  <a:noFill/>
                </a:ln>
                <a:gradFill flip="none" rotWithShape="1">
                  <a:gsLst>
                    <a:gs pos="0">
                      <a:srgbClr val="212C55"/>
                    </a:gs>
                    <a:gs pos="100000">
                      <a:srgbClr val="E7461C"/>
                    </a:gs>
                  </a:gsLst>
                  <a:lin ang="18900000" scaled="1"/>
                  <a:tileRect/>
                </a:gradFill>
                <a:effectLst/>
                <a:uLnTx/>
                <a:uFillTx/>
                <a:latin typeface="Fivo Sans Heavy"/>
                <a:ea typeface="+mj-ea"/>
                <a:cs typeface="+mj-cs"/>
              </a:rPr>
              <a:t> </a:t>
            </a:r>
            <a:r>
              <a:rPr kumimoji="0" lang="en-US" sz="3600" b="0" i="0" u="none" strike="noStrike" kern="1200" cap="none" spc="0" normalizeH="0" baseline="0" noProof="0" dirty="0" err="1">
                <a:ln>
                  <a:noFill/>
                </a:ln>
                <a:gradFill flip="none" rotWithShape="1">
                  <a:gsLst>
                    <a:gs pos="0">
                      <a:srgbClr val="212C55"/>
                    </a:gs>
                    <a:gs pos="100000">
                      <a:srgbClr val="E7461C"/>
                    </a:gs>
                  </a:gsLst>
                  <a:lin ang="18900000" scaled="1"/>
                  <a:tileRect/>
                </a:gradFill>
                <a:effectLst/>
                <a:uLnTx/>
                <a:uFillTx/>
                <a:latin typeface="Fivo Sans Heavy"/>
                <a:ea typeface="+mj-ea"/>
                <a:cs typeface="+mj-cs"/>
              </a:rPr>
              <a:t>attendues</a:t>
            </a:r>
            <a:r>
              <a:rPr kumimoji="0" lang="en-US" sz="3600" b="0" i="0" u="none" strike="noStrike" kern="1200" cap="none" spc="0" normalizeH="0" baseline="0" noProof="0" dirty="0">
                <a:ln>
                  <a:noFill/>
                </a:ln>
                <a:gradFill flip="none" rotWithShape="1">
                  <a:gsLst>
                    <a:gs pos="0">
                      <a:srgbClr val="212C55"/>
                    </a:gs>
                    <a:gs pos="100000">
                      <a:srgbClr val="E7461C"/>
                    </a:gs>
                  </a:gsLst>
                  <a:lin ang="18900000" scaled="1"/>
                  <a:tileRect/>
                </a:gradFill>
                <a:effectLst/>
                <a:uLnTx/>
                <a:uFillTx/>
                <a:latin typeface="Fivo Sans Heavy"/>
                <a:ea typeface="+mj-ea"/>
                <a:cs typeface="+mj-cs"/>
              </a:rPr>
              <a:t> et actions à </a:t>
            </a:r>
            <a:r>
              <a:rPr kumimoji="0" lang="en-US" sz="3600" b="0" i="0" u="none" strike="noStrike" kern="1200" cap="none" spc="0" normalizeH="0" baseline="0" noProof="0" dirty="0" err="1">
                <a:ln>
                  <a:noFill/>
                </a:ln>
                <a:gradFill flip="none" rotWithShape="1">
                  <a:gsLst>
                    <a:gs pos="0">
                      <a:srgbClr val="212C55"/>
                    </a:gs>
                    <a:gs pos="100000">
                      <a:srgbClr val="E7461C"/>
                    </a:gs>
                  </a:gsLst>
                  <a:lin ang="18900000" scaled="1"/>
                  <a:tileRect/>
                </a:gradFill>
                <a:effectLst/>
                <a:uLnTx/>
                <a:uFillTx/>
                <a:latin typeface="Fivo Sans Heavy"/>
                <a:ea typeface="+mj-ea"/>
                <a:cs typeface="+mj-cs"/>
              </a:rPr>
              <a:t>valider</a:t>
            </a:r>
            <a:r>
              <a:rPr kumimoji="0" lang="en-US" sz="3600" b="0" i="0" u="none" strike="noStrike" kern="1200" cap="none" spc="0" normalizeH="0" baseline="0" noProof="0" dirty="0">
                <a:ln>
                  <a:noFill/>
                </a:ln>
                <a:gradFill flip="none" rotWithShape="1">
                  <a:gsLst>
                    <a:gs pos="0">
                      <a:srgbClr val="212C55"/>
                    </a:gs>
                    <a:gs pos="100000">
                      <a:srgbClr val="E7461C"/>
                    </a:gs>
                  </a:gsLst>
                  <a:lin ang="18900000" scaled="1"/>
                  <a:tileRect/>
                </a:gradFill>
                <a:effectLst/>
                <a:uLnTx/>
                <a:uFillTx/>
                <a:latin typeface="Fivo Sans Heavy"/>
                <a:ea typeface="+mj-ea"/>
                <a:cs typeface="+mj-cs"/>
              </a:rPr>
              <a:t> </a:t>
            </a:r>
            <a:endParaRPr lang="en-US" dirty="0"/>
          </a:p>
        </p:txBody>
      </p:sp>
      <p:sp>
        <p:nvSpPr>
          <p:cNvPr id="3" name="Espace réservé du numéro de diapositive 2">
            <a:extLst>
              <a:ext uri="{FF2B5EF4-FFF2-40B4-BE49-F238E27FC236}">
                <a16:creationId xmlns:a16="http://schemas.microsoft.com/office/drawing/2014/main" id="{44DB059A-B0D7-1D77-305F-83DA73A87919}"/>
              </a:ext>
            </a:extLst>
          </p:cNvPr>
          <p:cNvSpPr>
            <a:spLocks noGrp="1"/>
          </p:cNvSpPr>
          <p:nvPr>
            <p:ph type="sldNum" sz="quarter" idx="12"/>
          </p:nvPr>
        </p:nvSpPr>
        <p:spPr/>
        <p:txBody>
          <a:bodyPr/>
          <a:lstStyle/>
          <a:p>
            <a:fld id="{3A28F117-D1D1-4562-BBA1-C4174F9770ED}" type="slidenum">
              <a:rPr lang="fr-FR" smtClean="0"/>
              <a:pPr/>
              <a:t>4</a:t>
            </a:fld>
            <a:endParaRPr lang="fr-FR"/>
          </a:p>
        </p:txBody>
      </p:sp>
      <p:sp>
        <p:nvSpPr>
          <p:cNvPr id="4" name="Espace réservé du pied de page 3">
            <a:extLst>
              <a:ext uri="{FF2B5EF4-FFF2-40B4-BE49-F238E27FC236}">
                <a16:creationId xmlns:a16="http://schemas.microsoft.com/office/drawing/2014/main" id="{57BBB935-3BE5-1B46-5AED-7190FA74A65E}"/>
              </a:ext>
            </a:extLst>
          </p:cNvPr>
          <p:cNvSpPr>
            <a:spLocks noGrp="1"/>
          </p:cNvSpPr>
          <p:nvPr>
            <p:ph type="ftr" sz="quarter" idx="16"/>
          </p:nvPr>
        </p:nvSpPr>
        <p:spPr/>
        <p:txBody>
          <a:bodyPr/>
          <a:lstStyle/>
          <a:p>
            <a:r>
              <a:rPr lang="fr-FR"/>
              <a:t>Titre du document //  Niveau de confidentialité // Interne/Externe</a:t>
            </a:r>
          </a:p>
        </p:txBody>
      </p:sp>
      <p:graphicFrame>
        <p:nvGraphicFramePr>
          <p:cNvPr id="2" name="Tableau 1">
            <a:extLst>
              <a:ext uri="{FF2B5EF4-FFF2-40B4-BE49-F238E27FC236}">
                <a16:creationId xmlns:a16="http://schemas.microsoft.com/office/drawing/2014/main" id="{A3F3DC92-4153-C27E-8D25-3F8D2E1EA4A5}"/>
              </a:ext>
            </a:extLst>
          </p:cNvPr>
          <p:cNvGraphicFramePr>
            <a:graphicFrameLocks noGrp="1"/>
          </p:cNvGraphicFramePr>
          <p:nvPr>
            <p:extLst>
              <p:ext uri="{D42A27DB-BD31-4B8C-83A1-F6EECF244321}">
                <p14:modId xmlns:p14="http://schemas.microsoft.com/office/powerpoint/2010/main" val="1820544980"/>
              </p:ext>
            </p:extLst>
          </p:nvPr>
        </p:nvGraphicFramePr>
        <p:xfrm>
          <a:off x="515380" y="2024844"/>
          <a:ext cx="10981220" cy="2412266"/>
        </p:xfrm>
        <a:graphic>
          <a:graphicData uri="http://schemas.openxmlformats.org/drawingml/2006/table">
            <a:tbl>
              <a:tblPr>
                <a:tableStyleId>{5C22544A-7EE6-4342-B048-85BDC9FD1C3A}</a:tableStyleId>
              </a:tblPr>
              <a:tblGrid>
                <a:gridCol w="8169308">
                  <a:extLst>
                    <a:ext uri="{9D8B030D-6E8A-4147-A177-3AD203B41FA5}">
                      <a16:colId xmlns:a16="http://schemas.microsoft.com/office/drawing/2014/main" val="973498847"/>
                    </a:ext>
                  </a:extLst>
                </a:gridCol>
                <a:gridCol w="1459311">
                  <a:extLst>
                    <a:ext uri="{9D8B030D-6E8A-4147-A177-3AD203B41FA5}">
                      <a16:colId xmlns:a16="http://schemas.microsoft.com/office/drawing/2014/main" val="1541600152"/>
                    </a:ext>
                  </a:extLst>
                </a:gridCol>
                <a:gridCol w="1352601">
                  <a:extLst>
                    <a:ext uri="{9D8B030D-6E8A-4147-A177-3AD203B41FA5}">
                      <a16:colId xmlns:a16="http://schemas.microsoft.com/office/drawing/2014/main" val="2398466999"/>
                    </a:ext>
                  </a:extLst>
                </a:gridCol>
              </a:tblGrid>
              <a:tr h="457314">
                <a:tc>
                  <a:txBody>
                    <a:bodyPr/>
                    <a:lstStyle/>
                    <a:p>
                      <a:pPr algn="l"/>
                      <a:r>
                        <a:rPr kumimoji="0" lang="fr-FR" sz="1200" b="0" i="0" u="none" strike="noStrike" kern="1200" cap="none" spc="0" normalizeH="0" baseline="0" dirty="0">
                          <a:ln>
                            <a:noFill/>
                          </a:ln>
                          <a:solidFill>
                            <a:schemeClr val="bg1"/>
                          </a:solidFill>
                          <a:effectLst/>
                          <a:uLnTx/>
                          <a:uFillTx/>
                          <a:latin typeface="Fivo Sans Heavy"/>
                          <a:ea typeface="+mn-ea"/>
                          <a:cs typeface="+mn-cs"/>
                        </a:rPr>
                        <a:t>Décision(s)  / Action(s)</a:t>
                      </a:r>
                    </a:p>
                  </a:txBody>
                  <a:tcPr marL="684000" marR="91439" marT="45642" marB="45642" anchor="ctr">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algn="l"/>
                      <a:r>
                        <a:rPr kumimoji="0" lang="fr-FR" sz="1200" b="0" i="0" u="none" strike="noStrike" kern="1200" cap="none" spc="0" normalizeH="0" baseline="0" dirty="0">
                          <a:ln>
                            <a:noFill/>
                          </a:ln>
                          <a:solidFill>
                            <a:schemeClr val="bg1"/>
                          </a:solidFill>
                          <a:effectLst/>
                          <a:uLnTx/>
                          <a:uFillTx/>
                          <a:latin typeface="Fivo Sans Heavy"/>
                          <a:ea typeface="+mn-ea"/>
                          <a:cs typeface="+mn-cs"/>
                        </a:rPr>
                        <a:t>Responsable</a:t>
                      </a:r>
                    </a:p>
                  </a:txBody>
                  <a:tcPr marL="144000" marR="91439" marT="45642" marB="4564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pPr algn="l"/>
                      <a:r>
                        <a:rPr kumimoji="0" lang="fr-FR" sz="1200" b="0" i="0" u="none" strike="noStrike" kern="1200" cap="none" spc="0" normalizeH="0" baseline="0" dirty="0">
                          <a:ln>
                            <a:noFill/>
                          </a:ln>
                          <a:solidFill>
                            <a:schemeClr val="bg1"/>
                          </a:solidFill>
                          <a:effectLst/>
                          <a:uLnTx/>
                          <a:uFillTx/>
                          <a:latin typeface="Fivo Sans Heavy"/>
                          <a:ea typeface="+mn-ea"/>
                          <a:cs typeface="+mn-cs"/>
                        </a:rPr>
                        <a:t>Echéance</a:t>
                      </a:r>
                    </a:p>
                  </a:txBody>
                  <a:tcPr marL="144000" marR="91439" marT="45642" marB="4564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285991093"/>
                  </a:ext>
                </a:extLst>
              </a:tr>
              <a:tr h="244369">
                <a:tc>
                  <a:txBody>
                    <a:bodyPr/>
                    <a:lstStyle/>
                    <a:p>
                      <a:pPr algn="l" fontAlgn="ctr"/>
                      <a:r>
                        <a:rPr lang="fr-FR" sz="900" b="0" i="0" u="none" strike="noStrike" dirty="0">
                          <a:solidFill>
                            <a:schemeClr val="tx1"/>
                          </a:solidFill>
                          <a:effectLst/>
                          <a:latin typeface="+mn-lt"/>
                        </a:rPr>
                        <a:t>Votre texte ici, Lorem ipsum dolor sit amet, consectetuer adipiscing elit. Maecenas porttitor congue massa.</a:t>
                      </a: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10000"/>
                        <a:lumOff val="90000"/>
                        <a:alpha val="50000"/>
                      </a:schemeClr>
                    </a:solidFill>
                  </a:tcPr>
                </a:tc>
                <a:tc>
                  <a:txBody>
                    <a:bodyPr/>
                    <a:lstStyle/>
                    <a:p>
                      <a:pPr algn="l" fontAlgn="ctr"/>
                      <a:r>
                        <a:rPr lang="fr-FR" sz="900" b="1" i="0" u="none" strike="noStrike">
                          <a:solidFill>
                            <a:schemeClr val="tx1"/>
                          </a:solidFill>
                          <a:effectLst/>
                          <a:latin typeface="+mn-lt"/>
                        </a:rPr>
                        <a:t>Prénom Nom</a:t>
                      </a:r>
                      <a:endParaRPr lang="fr-FR" sz="900" b="1" i="0" u="none" strike="noStrike" dirty="0">
                        <a:solidFill>
                          <a:schemeClr val="tx1"/>
                        </a:solidFill>
                        <a:effectLst/>
                        <a:latin typeface="+mn-lt"/>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20000"/>
                      </a:schemeClr>
                    </a:solidFill>
                  </a:tcPr>
                </a:tc>
                <a:tc>
                  <a:txBody>
                    <a:bodyPr/>
                    <a:lstStyle/>
                    <a:p>
                      <a:pPr algn="l" fontAlgn="ctr"/>
                      <a:r>
                        <a:rPr lang="fr-FR" sz="1100" b="0" i="0" u="none" strike="noStrike">
                          <a:solidFill>
                            <a:schemeClr val="tx1"/>
                          </a:solidFill>
                          <a:effectLst/>
                          <a:latin typeface="+mn-lt"/>
                        </a:rPr>
                        <a:t>xx.xx.xx</a:t>
                      </a:r>
                      <a:endParaRPr lang="fr-FR" sz="1100" b="0" i="0" u="none" strike="noStrike" dirty="0">
                        <a:solidFill>
                          <a:schemeClr val="tx1"/>
                        </a:solidFill>
                        <a:effectLst/>
                        <a:latin typeface="+mn-lt"/>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3667505415"/>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Glacial Indifference"/>
                          <a:ea typeface="+mn-ea"/>
                          <a:cs typeface="+mn-cs"/>
                        </a:rPr>
                        <a:t>Votre texte ici, Lorem ipsum dolor sit amet, consectetuer adipiscing elit. Maecenas porttitor congue massa.</a:t>
                      </a:r>
                      <a:endParaRPr kumimoji="0" lang="fr-FR" sz="900" b="0" i="0" u="none" strike="noStrike" kern="1200" cap="none" spc="0" normalizeH="0" baseline="0" noProof="0" dirty="0">
                        <a:ln>
                          <a:noFill/>
                        </a:ln>
                        <a:solidFill>
                          <a:prstClr val="black"/>
                        </a:solidFill>
                        <a:effectLst/>
                        <a:uLnTx/>
                        <a:uFillTx/>
                        <a:latin typeface="Glacial Indifference"/>
                        <a:ea typeface="+mn-ea"/>
                        <a:cs typeface="+mn-cs"/>
                      </a:endParaRP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5000"/>
                        <a:lumOff val="75000"/>
                        <a:alpha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40000"/>
                      </a:schemeClr>
                    </a:solidFill>
                  </a:tcPr>
                </a:tc>
                <a:extLst>
                  <a:ext uri="{0D108BD9-81ED-4DB2-BD59-A6C34878D82A}">
                    <a16:rowId xmlns:a16="http://schemas.microsoft.com/office/drawing/2014/main" val="3058690001"/>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Votre texte ici, Lorem ipsum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dolor</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sit</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amet</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consectetuer</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adipiscing</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elit</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Maecenas</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porttitor</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a:t>
                      </a:r>
                      <a:r>
                        <a:rPr kumimoji="0" lang="fr-FR" sz="900" b="0" i="0" u="none" strike="noStrike" kern="1200" cap="none" spc="0" normalizeH="0" baseline="0" noProof="0" dirty="0" err="1">
                          <a:ln>
                            <a:noFill/>
                          </a:ln>
                          <a:solidFill>
                            <a:prstClr val="black"/>
                          </a:solidFill>
                          <a:effectLst/>
                          <a:uLnTx/>
                          <a:uFillTx/>
                          <a:latin typeface="Glacial Indifference"/>
                          <a:ea typeface="+mn-ea"/>
                          <a:cs typeface="+mn-cs"/>
                        </a:rPr>
                        <a:t>congue</a:t>
                      </a:r>
                      <a:r>
                        <a:rPr kumimoji="0" lang="fr-FR" sz="900" b="0" i="0" u="none" strike="noStrike" kern="1200" cap="none" spc="0" normalizeH="0" baseline="0" noProof="0" dirty="0">
                          <a:ln>
                            <a:noFill/>
                          </a:ln>
                          <a:solidFill>
                            <a:prstClr val="black"/>
                          </a:solidFill>
                          <a:effectLst/>
                          <a:uLnTx/>
                          <a:uFillTx/>
                          <a:latin typeface="Glacial Indifference"/>
                          <a:ea typeface="+mn-ea"/>
                          <a:cs typeface="+mn-cs"/>
                        </a:rPr>
                        <a:t> massa.</a:t>
                      </a: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10000"/>
                        <a:lumOff val="90000"/>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2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3314952004"/>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Glacial Indifference"/>
                          <a:ea typeface="+mn-ea"/>
                          <a:cs typeface="+mn-cs"/>
                        </a:rPr>
                        <a:t>Votre texte ici, Lorem ipsum dolor sit amet, consectetuer adipiscing elit. Maecenas porttitor congue massa.</a:t>
                      </a:r>
                      <a:endParaRPr kumimoji="0" lang="fr-FR" sz="900" b="0" i="0" u="none" strike="noStrike" kern="1200" cap="none" spc="0" normalizeH="0" baseline="0" noProof="0" dirty="0">
                        <a:ln>
                          <a:noFill/>
                        </a:ln>
                        <a:solidFill>
                          <a:prstClr val="black"/>
                        </a:solidFill>
                        <a:effectLst/>
                        <a:uLnTx/>
                        <a:uFillTx/>
                        <a:latin typeface="Glacial Indifference"/>
                        <a:ea typeface="+mn-ea"/>
                        <a:cs typeface="+mn-cs"/>
                      </a:endParaRP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5000"/>
                        <a:lumOff val="75000"/>
                        <a:alpha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40000"/>
                      </a:schemeClr>
                    </a:solidFill>
                  </a:tcPr>
                </a:tc>
                <a:extLst>
                  <a:ext uri="{0D108BD9-81ED-4DB2-BD59-A6C34878D82A}">
                    <a16:rowId xmlns:a16="http://schemas.microsoft.com/office/drawing/2014/main" val="1087857810"/>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Glacial Indifference"/>
                          <a:ea typeface="+mn-ea"/>
                          <a:cs typeface="+mn-cs"/>
                        </a:rPr>
                        <a:t>Votre texte ici, Lorem ipsum dolor sit amet, consectetuer adipiscing elit. Maecenas porttitor congue massa.</a:t>
                      </a:r>
                      <a:endParaRPr kumimoji="0" lang="fr-FR" sz="900" b="0" i="0" u="none" strike="noStrike" kern="1200" cap="none" spc="0" normalizeH="0" baseline="0" noProof="0" dirty="0">
                        <a:ln>
                          <a:noFill/>
                        </a:ln>
                        <a:solidFill>
                          <a:prstClr val="black"/>
                        </a:solidFill>
                        <a:effectLst/>
                        <a:uLnTx/>
                        <a:uFillTx/>
                        <a:latin typeface="Glacial Indifference"/>
                        <a:ea typeface="+mn-ea"/>
                        <a:cs typeface="+mn-cs"/>
                      </a:endParaRP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10000"/>
                        <a:lumOff val="90000"/>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2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1584079588"/>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Glacial Indifference"/>
                          <a:ea typeface="+mn-ea"/>
                          <a:cs typeface="+mn-cs"/>
                        </a:rPr>
                        <a:t>Votre texte ici, Lorem ipsum dolor sit amet, consectetuer adipiscing elit. Maecenas porttitor congue massa.</a:t>
                      </a:r>
                      <a:endParaRPr kumimoji="0" lang="fr-FR" sz="900" b="0" i="0" u="none" strike="noStrike" kern="1200" cap="none" spc="0" normalizeH="0" baseline="0" noProof="0" dirty="0">
                        <a:ln>
                          <a:noFill/>
                        </a:ln>
                        <a:solidFill>
                          <a:prstClr val="black"/>
                        </a:solidFill>
                        <a:effectLst/>
                        <a:uLnTx/>
                        <a:uFillTx/>
                        <a:latin typeface="Glacial Indifference"/>
                        <a:ea typeface="+mn-ea"/>
                        <a:cs typeface="+mn-cs"/>
                      </a:endParaRP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5000"/>
                        <a:lumOff val="75000"/>
                        <a:alpha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40000"/>
                      </a:schemeClr>
                    </a:solidFill>
                  </a:tcPr>
                </a:tc>
                <a:extLst>
                  <a:ext uri="{0D108BD9-81ED-4DB2-BD59-A6C34878D82A}">
                    <a16:rowId xmlns:a16="http://schemas.microsoft.com/office/drawing/2014/main" val="2465508910"/>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Glacial Indifference"/>
                          <a:ea typeface="+mn-ea"/>
                          <a:cs typeface="+mn-cs"/>
                        </a:rPr>
                        <a:t>Votre texte ici, Lorem ipsum dolor sit amet, consectetuer adipiscing elit. Maecenas porttitor congue massa.</a:t>
                      </a:r>
                      <a:endParaRPr kumimoji="0" lang="fr-FR" sz="900" b="0" i="0" u="none" strike="noStrike" kern="1200" cap="none" spc="0" normalizeH="0" baseline="0" noProof="0" dirty="0">
                        <a:ln>
                          <a:noFill/>
                        </a:ln>
                        <a:solidFill>
                          <a:prstClr val="black"/>
                        </a:solidFill>
                        <a:effectLst/>
                        <a:uLnTx/>
                        <a:uFillTx/>
                        <a:latin typeface="Glacial Indifference"/>
                        <a:ea typeface="+mn-ea"/>
                        <a:cs typeface="+mn-cs"/>
                      </a:endParaRP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10000"/>
                        <a:lumOff val="90000"/>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2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1503636006"/>
                  </a:ext>
                </a:extLst>
              </a:tr>
              <a:tr h="24436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Glacial Indifference"/>
                          <a:ea typeface="+mn-ea"/>
                          <a:cs typeface="+mn-cs"/>
                        </a:rPr>
                        <a:t>Votre texte ici, Lorem ipsum dolor sit amet, consectetuer adipiscing elit. Maecenas porttitor congue massa.</a:t>
                      </a:r>
                      <a:endParaRPr kumimoji="0" lang="fr-FR" sz="900" b="0" i="0" u="none" strike="noStrike" kern="1200" cap="none" spc="0" normalizeH="0" baseline="0" noProof="0" dirty="0">
                        <a:ln>
                          <a:noFill/>
                        </a:ln>
                        <a:solidFill>
                          <a:prstClr val="black"/>
                        </a:solidFill>
                        <a:effectLst/>
                        <a:uLnTx/>
                        <a:uFillTx/>
                        <a:latin typeface="Glacial Indifference"/>
                        <a:ea typeface="+mn-ea"/>
                        <a:cs typeface="+mn-cs"/>
                      </a:endParaRPr>
                    </a:p>
                  </a:txBody>
                  <a:tcPr marL="68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5000"/>
                        <a:lumOff val="75000"/>
                        <a:alpha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prstClr val="black"/>
                          </a:solidFill>
                          <a:effectLst/>
                          <a:uLnTx/>
                          <a:uFillTx/>
                          <a:latin typeface="Glacial Indifference"/>
                          <a:ea typeface="+mn-ea"/>
                          <a:cs typeface="+mn-cs"/>
                        </a:rPr>
                        <a:t>Prénom Nom</a:t>
                      </a:r>
                      <a:endParaRPr kumimoji="0" lang="fr-FR" sz="900" b="1"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alpha val="5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err="1">
                          <a:ln>
                            <a:noFill/>
                          </a:ln>
                          <a:solidFill>
                            <a:prstClr val="black"/>
                          </a:solidFill>
                          <a:effectLst/>
                          <a:uLnTx/>
                          <a:uFillTx/>
                          <a:latin typeface="Glacial Indifference"/>
                          <a:ea typeface="+mn-ea"/>
                          <a:cs typeface="+mn-cs"/>
                        </a:rPr>
                        <a:t>xx.xx.xx</a:t>
                      </a:r>
                      <a:endParaRPr kumimoji="0" lang="fr-FR" sz="1100" b="0" i="0" u="none" strike="noStrike" kern="1200" cap="none" spc="0" normalizeH="0" baseline="0" noProof="0" dirty="0">
                        <a:ln>
                          <a:noFill/>
                        </a:ln>
                        <a:solidFill>
                          <a:prstClr val="black"/>
                        </a:solidFill>
                        <a:effectLst/>
                        <a:uLnTx/>
                        <a:uFillTx/>
                        <a:latin typeface="Glacial Indifference"/>
                        <a:ea typeface="+mn-ea"/>
                        <a:cs typeface="+mn-cs"/>
                      </a:endParaRPr>
                    </a:p>
                  </a:txBody>
                  <a:tcPr marL="144000"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50000"/>
                        <a:alpha val="40000"/>
                      </a:schemeClr>
                    </a:solidFill>
                  </a:tcPr>
                </a:tc>
                <a:extLst>
                  <a:ext uri="{0D108BD9-81ED-4DB2-BD59-A6C34878D82A}">
                    <a16:rowId xmlns:a16="http://schemas.microsoft.com/office/drawing/2014/main" val="2574271857"/>
                  </a:ext>
                </a:extLst>
              </a:tr>
            </a:tbl>
          </a:graphicData>
        </a:graphic>
      </p:graphicFrame>
    </p:spTree>
    <p:extLst>
      <p:ext uri="{BB962C8B-B14F-4D97-AF65-F5344CB8AC3E}">
        <p14:creationId xmlns:p14="http://schemas.microsoft.com/office/powerpoint/2010/main" val="155910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0D0AF-C862-5CCB-F27E-C240FCE35B36}"/>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4203C6B2-7DA2-B1E8-12F6-C06AB90E8341}"/>
              </a:ext>
            </a:extLst>
          </p:cNvPr>
          <p:cNvSpPr>
            <a:spLocks noGrp="1"/>
          </p:cNvSpPr>
          <p:nvPr>
            <p:ph type="title"/>
          </p:nvPr>
        </p:nvSpPr>
        <p:spPr/>
        <p:txBody>
          <a:bodyPr/>
          <a:lstStyle/>
          <a:p>
            <a:r>
              <a:rPr lang="en-US" dirty="0"/>
              <a:t>Avis </a:t>
            </a:r>
            <a:r>
              <a:rPr lang="en-US" dirty="0" err="1"/>
              <a:t>transversaux</a:t>
            </a:r>
            <a:endParaRPr lang="en-US" dirty="0"/>
          </a:p>
        </p:txBody>
      </p:sp>
      <p:sp>
        <p:nvSpPr>
          <p:cNvPr id="3" name="Espace réservé du numéro de diapositive 2">
            <a:extLst>
              <a:ext uri="{FF2B5EF4-FFF2-40B4-BE49-F238E27FC236}">
                <a16:creationId xmlns:a16="http://schemas.microsoft.com/office/drawing/2014/main" id="{75A5E544-A1E9-01E8-4AFF-006C248FC477}"/>
              </a:ext>
            </a:extLst>
          </p:cNvPr>
          <p:cNvSpPr>
            <a:spLocks noGrp="1"/>
          </p:cNvSpPr>
          <p:nvPr>
            <p:ph type="sldNum" sz="quarter" idx="12"/>
          </p:nvPr>
        </p:nvSpPr>
        <p:spPr/>
        <p:txBody>
          <a:bodyPr/>
          <a:lstStyle/>
          <a:p>
            <a:fld id="{3A28F117-D1D1-4562-BBA1-C4174F9770ED}" type="slidenum">
              <a:rPr lang="fr-FR" smtClean="0"/>
              <a:pPr/>
              <a:t>5</a:t>
            </a:fld>
            <a:endParaRPr lang="fr-FR"/>
          </a:p>
        </p:txBody>
      </p:sp>
      <p:sp>
        <p:nvSpPr>
          <p:cNvPr id="4" name="Espace réservé du pied de page 3">
            <a:extLst>
              <a:ext uri="{FF2B5EF4-FFF2-40B4-BE49-F238E27FC236}">
                <a16:creationId xmlns:a16="http://schemas.microsoft.com/office/drawing/2014/main" id="{CA7AD54B-EDBB-1310-7776-845ED7DFE79C}"/>
              </a:ext>
            </a:extLst>
          </p:cNvPr>
          <p:cNvSpPr>
            <a:spLocks noGrp="1"/>
          </p:cNvSpPr>
          <p:nvPr>
            <p:ph type="ftr" sz="quarter" idx="16"/>
          </p:nvPr>
        </p:nvSpPr>
        <p:spPr/>
        <p:txBody>
          <a:bodyPr/>
          <a:lstStyle/>
          <a:p>
            <a:r>
              <a:rPr lang="fr-FR"/>
              <a:t>Titre du document //  Niveau de confidentialité // Interne/Externe</a:t>
            </a:r>
          </a:p>
        </p:txBody>
      </p:sp>
      <p:graphicFrame>
        <p:nvGraphicFramePr>
          <p:cNvPr id="5" name="Tableau 4">
            <a:extLst>
              <a:ext uri="{FF2B5EF4-FFF2-40B4-BE49-F238E27FC236}">
                <a16:creationId xmlns:a16="http://schemas.microsoft.com/office/drawing/2014/main" id="{D994F160-F087-8B4C-C34B-29884F2F1967}"/>
              </a:ext>
            </a:extLst>
          </p:cNvPr>
          <p:cNvGraphicFramePr>
            <a:graphicFrameLocks noGrp="1"/>
          </p:cNvGraphicFramePr>
          <p:nvPr>
            <p:extLst>
              <p:ext uri="{D42A27DB-BD31-4B8C-83A1-F6EECF244321}">
                <p14:modId xmlns:p14="http://schemas.microsoft.com/office/powerpoint/2010/main" val="239760345"/>
              </p:ext>
            </p:extLst>
          </p:nvPr>
        </p:nvGraphicFramePr>
        <p:xfrm>
          <a:off x="679720" y="1408222"/>
          <a:ext cx="10832560" cy="5023238"/>
        </p:xfrm>
        <a:graphic>
          <a:graphicData uri="http://schemas.openxmlformats.org/drawingml/2006/table">
            <a:tbl>
              <a:tblPr firstRow="1" bandRow="1"/>
              <a:tblGrid>
                <a:gridCol w="5380276">
                  <a:extLst>
                    <a:ext uri="{9D8B030D-6E8A-4147-A177-3AD203B41FA5}">
                      <a16:colId xmlns:a16="http://schemas.microsoft.com/office/drawing/2014/main" val="20000"/>
                    </a:ext>
                  </a:extLst>
                </a:gridCol>
                <a:gridCol w="5452284">
                  <a:extLst>
                    <a:ext uri="{9D8B030D-6E8A-4147-A177-3AD203B41FA5}">
                      <a16:colId xmlns:a16="http://schemas.microsoft.com/office/drawing/2014/main" val="20001"/>
                    </a:ext>
                  </a:extLst>
                </a:gridCol>
              </a:tblGrid>
              <a:tr h="24107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cap="none" normalizeH="0" baseline="0" dirty="0">
                          <a:ln>
                            <a:noFill/>
                          </a:ln>
                          <a:solidFill>
                            <a:schemeClr val="bg1"/>
                          </a:solidFill>
                          <a:effectLst/>
                          <a:latin typeface="+mj-lt"/>
                        </a:rPr>
                        <a:t>Marketing </a:t>
                      </a:r>
                      <a:endParaRPr kumimoji="0" lang="fr-FR" sz="1100" b="1" i="0" u="none" strike="noStrike" cap="none" normalizeH="0" baseline="0" noProof="0" dirty="0">
                        <a:ln>
                          <a:noFill/>
                        </a:ln>
                        <a:solidFill>
                          <a:schemeClr val="bg1"/>
                        </a:solidFill>
                        <a:effectLst/>
                        <a:latin typeface="+mj-lt"/>
                      </a:endParaRPr>
                    </a:p>
                  </a:txBody>
                  <a:tcPr marL="648000" marT="45712" marB="45712">
                    <a:lnL w="12700" cmpd="sng">
                      <a:noFill/>
                    </a:lnL>
                    <a:lnR w="762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cap="none" normalizeH="0" baseline="0" dirty="0">
                          <a:ln>
                            <a:noFill/>
                          </a:ln>
                          <a:solidFill>
                            <a:schemeClr val="bg1"/>
                          </a:solidFill>
                          <a:effectLst/>
                          <a:latin typeface="+mj-lt"/>
                        </a:rPr>
                        <a:t>Fonctionnement </a:t>
                      </a:r>
                      <a:r>
                        <a:rPr kumimoji="0" lang="fr-FR" sz="1100" b="1" i="0" u="none" strike="noStrike" cap="none" normalizeH="0" baseline="0" dirty="0" err="1">
                          <a:ln>
                            <a:noFill/>
                          </a:ln>
                          <a:solidFill>
                            <a:schemeClr val="bg1"/>
                          </a:solidFill>
                          <a:effectLst/>
                          <a:latin typeface="+mj-lt"/>
                        </a:rPr>
                        <a:t>reseaux</a:t>
                      </a:r>
                      <a:r>
                        <a:rPr kumimoji="0" lang="fr-FR" sz="1100" b="1" i="0" u="none" strike="noStrike" cap="none" normalizeH="0" baseline="0" dirty="0">
                          <a:ln>
                            <a:noFill/>
                          </a:ln>
                          <a:solidFill>
                            <a:schemeClr val="bg1"/>
                          </a:solidFill>
                          <a:effectLst/>
                          <a:latin typeface="+mj-lt"/>
                        </a:rPr>
                        <a:t> - </a:t>
                      </a:r>
                      <a:r>
                        <a:rPr kumimoji="0" lang="fr-FR" sz="1100" b="1" i="0" u="none" strike="noStrike" kern="1200" cap="none" normalizeH="0" baseline="0" noProof="0" dirty="0">
                          <a:ln>
                            <a:noFill/>
                          </a:ln>
                          <a:solidFill>
                            <a:schemeClr val="bg1"/>
                          </a:solidFill>
                          <a:effectLst/>
                          <a:latin typeface="+mj-lt"/>
                          <a:ea typeface="+mn-ea"/>
                          <a:cs typeface="+mn-cs"/>
                        </a:rPr>
                        <a:t>animation commerciale </a:t>
                      </a:r>
                    </a:p>
                  </a:txBody>
                  <a:tcPr marL="648000" marT="45712" marB="45712">
                    <a:lnL w="762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D33F17"/>
                    </a:solidFill>
                  </a:tcPr>
                </a:tc>
                <a:extLst>
                  <a:ext uri="{0D108BD9-81ED-4DB2-BD59-A6C34878D82A}">
                    <a16:rowId xmlns:a16="http://schemas.microsoft.com/office/drawing/2014/main" val="10000"/>
                  </a:ext>
                </a:extLst>
              </a:tr>
              <a:tr h="468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solidFill>
                          <a:schemeClr val="tx1"/>
                        </a:solidFill>
                        <a:latin typeface="+mn-lt"/>
                      </a:endParaRPr>
                    </a:p>
                  </a:txBody>
                  <a:tcPr marL="648000" marT="45712" marB="45712" anchor="ctr">
                    <a:lnL w="12700" cmpd="sng">
                      <a:noFill/>
                    </a:lnL>
                    <a:lnR w="762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100" u="none" kern="1200" dirty="0">
                        <a:solidFill>
                          <a:schemeClr val="tx1"/>
                        </a:solidFill>
                        <a:latin typeface="+mn-lt"/>
                        <a:ea typeface="+mn-ea"/>
                        <a:cs typeface="+mn-cs"/>
                      </a:endParaRPr>
                    </a:p>
                  </a:txBody>
                  <a:tcPr marL="648000" marT="45712" marB="45712" anchor="ctr">
                    <a:lnL w="76200" cap="flat" cmpd="sng" algn="ctr">
                      <a:no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24107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Financier / budget / roi </a:t>
                      </a:r>
                    </a:p>
                  </a:txBody>
                  <a:tcPr marL="648000" marT="45712" marB="45712">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Ressources humaines </a:t>
                      </a:r>
                      <a:endParaRPr kumimoji="0" lang="fr-FR" sz="1100" b="1" i="0" u="none" strike="noStrike" kern="1200" cap="none" normalizeH="0" baseline="0" noProof="0" dirty="0">
                        <a:ln>
                          <a:noFill/>
                        </a:ln>
                        <a:solidFill>
                          <a:schemeClr val="bg1"/>
                        </a:solidFill>
                        <a:effectLst/>
                        <a:latin typeface="+mj-lt"/>
                        <a:ea typeface="+mn-ea"/>
                        <a:cs typeface="+mn-cs"/>
                      </a:endParaRPr>
                    </a:p>
                  </a:txBody>
                  <a:tcPr marL="648000"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0002"/>
                  </a:ext>
                </a:extLst>
              </a:tr>
              <a:tr h="468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kern="1200" dirty="0">
                        <a:solidFill>
                          <a:schemeClr val="dk1"/>
                        </a:solidFill>
                        <a:latin typeface="+mn-lt"/>
                        <a:ea typeface="+mn-ea"/>
                        <a:cs typeface="+mn-cs"/>
                      </a:endParaRPr>
                    </a:p>
                  </a:txBody>
                  <a:tcPr marL="648000" marT="45712" marB="45712" anchor="ctr">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85000"/>
                        <a:alpha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alpha val="40000"/>
                      </a:schemeClr>
                    </a:solidFill>
                  </a:tcPr>
                </a:tc>
                <a:extLst>
                  <a:ext uri="{0D108BD9-81ED-4DB2-BD59-A6C34878D82A}">
                    <a16:rowId xmlns:a16="http://schemas.microsoft.com/office/drawing/2014/main" val="10003"/>
                  </a:ext>
                </a:extLst>
              </a:tr>
              <a:tr h="24107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Immobilier - transition </a:t>
                      </a:r>
                      <a:r>
                        <a:rPr kumimoji="0" lang="fr-FR" sz="1100" b="1" i="0" u="none" strike="noStrike" kern="1200" cap="none" normalizeH="0" baseline="0" dirty="0" err="1">
                          <a:ln>
                            <a:noFill/>
                          </a:ln>
                          <a:solidFill>
                            <a:schemeClr val="bg1"/>
                          </a:solidFill>
                          <a:effectLst/>
                          <a:latin typeface="+mj-lt"/>
                          <a:ea typeface="+mn-ea"/>
                          <a:cs typeface="+mn-cs"/>
                        </a:rPr>
                        <a:t>energetique</a:t>
                      </a:r>
                      <a:r>
                        <a:rPr kumimoji="0" lang="fr-FR" sz="1100" b="1" i="0" u="none" strike="noStrike" kern="1200" cap="none" normalizeH="0" baseline="0" dirty="0">
                          <a:ln>
                            <a:noFill/>
                          </a:ln>
                          <a:solidFill>
                            <a:schemeClr val="bg1"/>
                          </a:solidFill>
                          <a:effectLst/>
                          <a:latin typeface="+mj-lt"/>
                          <a:ea typeface="+mn-ea"/>
                          <a:cs typeface="+mn-cs"/>
                        </a:rPr>
                        <a:t> </a:t>
                      </a:r>
                    </a:p>
                  </a:txBody>
                  <a:tcPr marL="648000" marT="45712" marB="45712">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33F17"/>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Communication </a:t>
                      </a:r>
                    </a:p>
                  </a:txBody>
                  <a:tcPr marL="648000"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4"/>
                  </a:ext>
                </a:extLst>
              </a:tr>
              <a:tr h="468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24107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noProof="0" dirty="0">
                          <a:ln>
                            <a:noFill/>
                          </a:ln>
                          <a:solidFill>
                            <a:schemeClr val="bg1"/>
                          </a:solidFill>
                          <a:effectLst/>
                          <a:latin typeface="+mj-lt"/>
                          <a:ea typeface="+mn-ea"/>
                          <a:cs typeface="+mn-cs"/>
                        </a:rPr>
                        <a:t>Back et middle office </a:t>
                      </a:r>
                    </a:p>
                  </a:txBody>
                  <a:tcPr marL="648000" marT="45712" marB="45712">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Organisation - informatique – digital </a:t>
                      </a:r>
                    </a:p>
                  </a:txBody>
                  <a:tcPr marL="648000"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0006"/>
                  </a:ext>
                </a:extLst>
              </a:tr>
              <a:tr h="468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alpha val="40000"/>
                      </a:schemeClr>
                    </a:solidFill>
                  </a:tcPr>
                </a:tc>
                <a:extLst>
                  <a:ext uri="{0D108BD9-81ED-4DB2-BD59-A6C34878D82A}">
                    <a16:rowId xmlns:a16="http://schemas.microsoft.com/office/drawing/2014/main" val="10007"/>
                  </a:ext>
                </a:extLst>
              </a:tr>
              <a:tr h="24107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noProof="0" dirty="0">
                          <a:ln>
                            <a:noFill/>
                          </a:ln>
                          <a:solidFill>
                            <a:schemeClr val="bg1"/>
                          </a:solidFill>
                          <a:effectLst/>
                          <a:latin typeface="+mj-lt"/>
                          <a:ea typeface="+mn-ea"/>
                          <a:cs typeface="+mn-cs"/>
                        </a:rPr>
                        <a:t>Pôle achats </a:t>
                      </a:r>
                    </a:p>
                  </a:txBody>
                  <a:tcPr marL="648000" marT="45712" marB="45712">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ETPI (reprographie, courriers…) </a:t>
                      </a:r>
                    </a:p>
                  </a:txBody>
                  <a:tcPr marL="648000"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33F17"/>
                    </a:solidFill>
                  </a:tcPr>
                </a:tc>
                <a:extLst>
                  <a:ext uri="{0D108BD9-81ED-4DB2-BD59-A6C34878D82A}">
                    <a16:rowId xmlns:a16="http://schemas.microsoft.com/office/drawing/2014/main" val="10008"/>
                  </a:ext>
                </a:extLst>
              </a:tr>
              <a:tr h="468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4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sz="1200" u="none" dirty="0">
                        <a:latin typeface="+mn-lt"/>
                      </a:endParaRPr>
                    </a:p>
                  </a:txBody>
                  <a:tcPr marL="648000" marT="45712" marB="45712" anchor="ctr">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0009"/>
                  </a:ext>
                </a:extLst>
              </a:tr>
              <a:tr h="24107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Conformité – sécurité financière  - </a:t>
                      </a:r>
                      <a:r>
                        <a:rPr kumimoji="0" lang="fr-FR" sz="1100" b="1" i="0" u="none" strike="noStrike" kern="1200" cap="none" normalizeH="0" baseline="0" dirty="0" err="1">
                          <a:ln>
                            <a:noFill/>
                          </a:ln>
                          <a:solidFill>
                            <a:schemeClr val="bg1"/>
                          </a:solidFill>
                          <a:effectLst/>
                          <a:latin typeface="+mj-lt"/>
                          <a:ea typeface="+mn-ea"/>
                          <a:cs typeface="+mn-cs"/>
                        </a:rPr>
                        <a:t>rgpd</a:t>
                      </a:r>
                      <a:r>
                        <a:rPr kumimoji="0" lang="fr-FR" sz="1100" b="1" i="0" u="none" strike="noStrike" kern="1200" cap="none" normalizeH="0" baseline="0" dirty="0">
                          <a:ln>
                            <a:noFill/>
                          </a:ln>
                          <a:solidFill>
                            <a:schemeClr val="bg1"/>
                          </a:solidFill>
                          <a:effectLst/>
                          <a:latin typeface="+mj-lt"/>
                          <a:ea typeface="+mn-ea"/>
                          <a:cs typeface="+mn-cs"/>
                        </a:rPr>
                        <a:t> - risques </a:t>
                      </a:r>
                      <a:endParaRPr kumimoji="0" lang="fr-FR" sz="1100" b="1" i="0" u="none" strike="noStrike" kern="1200" cap="none" normalizeH="0" baseline="0" noProof="0" dirty="0">
                        <a:ln>
                          <a:noFill/>
                        </a:ln>
                        <a:solidFill>
                          <a:schemeClr val="bg1"/>
                        </a:solidFill>
                        <a:effectLst/>
                        <a:latin typeface="+mj-lt"/>
                        <a:ea typeface="+mn-ea"/>
                        <a:cs typeface="+mn-cs"/>
                      </a:endParaRPr>
                    </a:p>
                  </a:txBody>
                  <a:tcPr marL="648000" marT="45712" marB="45712">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33F17"/>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Juridique </a:t>
                      </a:r>
                    </a:p>
                  </a:txBody>
                  <a:tcPr marL="648000"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238344503"/>
                  </a:ext>
                </a:extLst>
              </a:tr>
              <a:tr h="46800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normalizeH="0" baseline="0" noProof="0" dirty="0">
                        <a:ln>
                          <a:noFill/>
                        </a:ln>
                        <a:solidFill>
                          <a:schemeClr val="bg1"/>
                        </a:solidFill>
                        <a:effectLst/>
                        <a:latin typeface="+mn-lt"/>
                        <a:ea typeface="+mn-ea"/>
                        <a:cs typeface="+mn-cs"/>
                      </a:endParaRPr>
                    </a:p>
                  </a:txBody>
                  <a:tcPr marL="648000" marT="45712" marB="45712" anchor="ctr">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normalizeH="0" baseline="0" dirty="0">
                        <a:ln>
                          <a:noFill/>
                        </a:ln>
                        <a:solidFill>
                          <a:schemeClr val="bg1"/>
                        </a:solidFill>
                        <a:effectLst/>
                        <a:latin typeface="+mn-lt"/>
                        <a:ea typeface="+mn-ea"/>
                        <a:cs typeface="+mn-cs"/>
                      </a:endParaRPr>
                    </a:p>
                  </a:txBody>
                  <a:tcPr marL="648000" marT="45712" marB="45712" anchor="ctr">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1195359"/>
                  </a:ext>
                </a:extLst>
              </a:tr>
              <a:tr h="24107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r>
                        <a:rPr kumimoji="0" lang="fr-FR" sz="1100" b="1" i="0" u="none" strike="noStrike" kern="1200" cap="none" normalizeH="0" baseline="0" dirty="0">
                          <a:ln>
                            <a:noFill/>
                          </a:ln>
                          <a:solidFill>
                            <a:schemeClr val="bg1"/>
                          </a:solidFill>
                          <a:effectLst/>
                          <a:latin typeface="+mj-lt"/>
                          <a:ea typeface="+mn-ea"/>
                          <a:cs typeface="+mn-cs"/>
                        </a:rPr>
                        <a:t>Projet </a:t>
                      </a:r>
                      <a:r>
                        <a:rPr kumimoji="0" lang="fr-FR" sz="1100" b="1" i="0" u="none" strike="noStrike" kern="1200" cap="none" normalizeH="0" baseline="0" dirty="0" err="1">
                          <a:ln>
                            <a:noFill/>
                          </a:ln>
                          <a:solidFill>
                            <a:schemeClr val="bg1"/>
                          </a:solidFill>
                          <a:effectLst/>
                          <a:latin typeface="+mj-lt"/>
                          <a:ea typeface="+mn-ea"/>
                          <a:cs typeface="+mn-cs"/>
                        </a:rPr>
                        <a:t>societal</a:t>
                      </a:r>
                      <a:r>
                        <a:rPr kumimoji="0" lang="fr-FR" sz="1100" b="1" i="0" u="none" strike="noStrike" kern="1200" cap="none" normalizeH="0" baseline="0" dirty="0">
                          <a:ln>
                            <a:noFill/>
                          </a:ln>
                          <a:solidFill>
                            <a:schemeClr val="bg1"/>
                          </a:solidFill>
                          <a:effectLst/>
                          <a:latin typeface="+mj-lt"/>
                          <a:ea typeface="+mn-ea"/>
                          <a:cs typeface="+mn-cs"/>
                        </a:rPr>
                        <a:t> </a:t>
                      </a:r>
                      <a:endParaRPr kumimoji="0" lang="fr-FR" sz="1100" b="1" i="0" u="none" strike="noStrike" kern="1200" cap="none" normalizeH="0" baseline="0" noProof="0" dirty="0">
                        <a:ln>
                          <a:noFill/>
                        </a:ln>
                        <a:solidFill>
                          <a:schemeClr val="bg1"/>
                        </a:solidFill>
                        <a:effectLst/>
                        <a:latin typeface="+mj-lt"/>
                        <a:ea typeface="+mn-ea"/>
                        <a:cs typeface="+mn-cs"/>
                      </a:endParaRPr>
                    </a:p>
                  </a:txBody>
                  <a:tcPr marL="648000" marT="45712" marB="45712">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normalizeH="0" baseline="0" dirty="0">
                        <a:ln>
                          <a:noFill/>
                        </a:ln>
                        <a:solidFill>
                          <a:schemeClr val="bg1"/>
                        </a:solidFill>
                        <a:effectLst/>
                        <a:latin typeface="+mj-lt"/>
                        <a:ea typeface="+mn-ea"/>
                        <a:cs typeface="+mn-cs"/>
                      </a:endParaRPr>
                    </a:p>
                  </a:txBody>
                  <a:tcPr marL="648000"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93477222"/>
                  </a:ext>
                </a:extLst>
              </a:tr>
              <a:tr h="40179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541338" marR="0" lvl="0" indent="0" algn="l" defTabSz="1087444"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normalizeH="0" baseline="0" noProof="0" dirty="0">
                        <a:ln>
                          <a:noFill/>
                        </a:ln>
                        <a:solidFill>
                          <a:schemeClr val="bg1"/>
                        </a:solidFill>
                        <a:effectLst/>
                        <a:latin typeface="+mn-lt"/>
                        <a:ea typeface="+mn-ea"/>
                        <a:cs typeface="+mn-cs"/>
                      </a:endParaRPr>
                    </a:p>
                  </a:txBody>
                  <a:tcPr marT="45712" marB="45712" anchor="ctr">
                    <a:lnL w="12700" cmpd="sng">
                      <a:noFill/>
                    </a:lnL>
                    <a:lnR w="762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4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1087444" rtl="0" eaLnBrk="1" fontAlgn="auto" latinLnBrk="0" hangingPunct="1">
                        <a:lnSpc>
                          <a:spcPct val="100000"/>
                        </a:lnSpc>
                        <a:spcBef>
                          <a:spcPts val="0"/>
                        </a:spcBef>
                        <a:spcAft>
                          <a:spcPts val="0"/>
                        </a:spcAft>
                        <a:buClrTx/>
                        <a:buSzTx/>
                        <a:buFontTx/>
                        <a:buNone/>
                        <a:tabLst/>
                        <a:defRPr/>
                      </a:pPr>
                      <a:endParaRPr kumimoji="0" lang="fr-FR" sz="1600" b="1" i="0" u="none" strike="noStrike" kern="1200" cap="none" normalizeH="0" baseline="0" dirty="0">
                        <a:ln>
                          <a:noFill/>
                        </a:ln>
                        <a:solidFill>
                          <a:schemeClr val="bg1"/>
                        </a:solidFill>
                        <a:effectLst/>
                        <a:latin typeface="+mj-lt"/>
                        <a:ea typeface="+mn-ea"/>
                        <a:cs typeface="+mn-cs"/>
                      </a:endParaRPr>
                    </a:p>
                  </a:txBody>
                  <a:tcPr marT="45712" marB="45712">
                    <a:lnL w="762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14364898"/>
                  </a:ext>
                </a:extLst>
              </a:tr>
            </a:tbl>
          </a:graphicData>
        </a:graphic>
      </p:graphicFrame>
    </p:spTree>
    <p:extLst>
      <p:ext uri="{BB962C8B-B14F-4D97-AF65-F5344CB8AC3E}">
        <p14:creationId xmlns:p14="http://schemas.microsoft.com/office/powerpoint/2010/main" val="367011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C515E-0159-18F1-D887-85E52AEC32E0}"/>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5147256B-9417-8BCA-4512-4E7EDD3D27D8}"/>
              </a:ext>
            </a:extLst>
          </p:cNvPr>
          <p:cNvSpPr>
            <a:spLocks noGrp="1"/>
          </p:cNvSpPr>
          <p:nvPr>
            <p:ph type="body" sz="quarter" idx="13"/>
          </p:nvPr>
        </p:nvSpPr>
        <p:spPr>
          <a:xfrm>
            <a:off x="2188906" y="1196101"/>
            <a:ext cx="2059641" cy="1476815"/>
          </a:xfrm>
        </p:spPr>
        <p:txBody>
          <a:bodyPr/>
          <a:lstStyle/>
          <a:p>
            <a:pPr lvl="0"/>
            <a:r>
              <a:rPr lang="fr-FR" dirty="0"/>
              <a:t>Titre du chapitre </a:t>
            </a:r>
            <a:br>
              <a:rPr lang="fr-FR" dirty="0"/>
            </a:br>
            <a:r>
              <a:rPr lang="fr-FR" dirty="0"/>
              <a:t>01 sur plusieurs lignes si besoin </a:t>
            </a:r>
          </a:p>
          <a:p>
            <a:pPr lvl="1"/>
            <a:r>
              <a:rPr lang="fr-FR" dirty="0"/>
              <a:t>Cliquez ici pour ajouter </a:t>
            </a:r>
            <a:br>
              <a:rPr lang="fr-FR" dirty="0"/>
            </a:br>
            <a:r>
              <a:rPr lang="fr-FR" dirty="0"/>
              <a:t>le texte de niveau 02, complémentaire </a:t>
            </a:r>
            <a:br>
              <a:rPr lang="fr-FR" dirty="0"/>
            </a:br>
            <a:r>
              <a:rPr lang="fr-FR" dirty="0"/>
              <a:t>au titre du chapitre</a:t>
            </a:r>
          </a:p>
        </p:txBody>
      </p:sp>
      <p:sp>
        <p:nvSpPr>
          <p:cNvPr id="68" name="Espace réservé du texte 67">
            <a:extLst>
              <a:ext uri="{FF2B5EF4-FFF2-40B4-BE49-F238E27FC236}">
                <a16:creationId xmlns:a16="http://schemas.microsoft.com/office/drawing/2014/main" id="{ECB7BB23-BCF9-F10E-346B-4726FCE5AD87}"/>
              </a:ext>
            </a:extLst>
          </p:cNvPr>
          <p:cNvSpPr>
            <a:spLocks noGrp="1"/>
          </p:cNvSpPr>
          <p:nvPr>
            <p:ph type="body" sz="quarter" idx="24"/>
          </p:nvPr>
        </p:nvSpPr>
        <p:spPr>
          <a:xfrm>
            <a:off x="2188906" y="4423097"/>
            <a:ext cx="2059641" cy="1476815"/>
          </a:xfrm>
        </p:spPr>
        <p:txBody>
          <a:bodyPr/>
          <a:lstStyle/>
          <a:p>
            <a:pPr lvl="0"/>
            <a:r>
              <a:rPr lang="fr-FR" dirty="0"/>
              <a:t>Titre du chapitre </a:t>
            </a:r>
            <a:br>
              <a:rPr lang="fr-FR" dirty="0"/>
            </a:br>
            <a:r>
              <a:rPr lang="fr-FR" dirty="0"/>
              <a:t>04 sur plusieurs lignes si besoin </a:t>
            </a:r>
          </a:p>
          <a:p>
            <a:pPr lvl="1"/>
            <a:r>
              <a:rPr lang="fr-FR" dirty="0"/>
              <a:t>Cliquez ici pour ajouter </a:t>
            </a:r>
            <a:br>
              <a:rPr lang="fr-FR" dirty="0"/>
            </a:br>
            <a:r>
              <a:rPr lang="fr-FR" dirty="0"/>
              <a:t>le texte de niveau 02, complémentaire </a:t>
            </a:r>
            <a:br>
              <a:rPr lang="fr-FR" dirty="0"/>
            </a:br>
            <a:r>
              <a:rPr lang="fr-FR" dirty="0"/>
              <a:t>au titre du chapitre</a:t>
            </a:r>
            <a:endParaRPr lang="en-US" dirty="0"/>
          </a:p>
        </p:txBody>
      </p:sp>
      <p:sp>
        <p:nvSpPr>
          <p:cNvPr id="70" name="Espace réservé du texte 69">
            <a:extLst>
              <a:ext uri="{FF2B5EF4-FFF2-40B4-BE49-F238E27FC236}">
                <a16:creationId xmlns:a16="http://schemas.microsoft.com/office/drawing/2014/main" id="{A90E3653-4397-EE92-25D6-0B92D9A78988}"/>
              </a:ext>
            </a:extLst>
          </p:cNvPr>
          <p:cNvSpPr>
            <a:spLocks noGrp="1"/>
          </p:cNvSpPr>
          <p:nvPr>
            <p:ph type="body" sz="quarter" idx="26"/>
          </p:nvPr>
        </p:nvSpPr>
        <p:spPr>
          <a:xfrm>
            <a:off x="5865556" y="1196101"/>
            <a:ext cx="2059641" cy="1476815"/>
          </a:xfrm>
        </p:spPr>
        <p:txBody>
          <a:bodyPr/>
          <a:lstStyle/>
          <a:p>
            <a:pPr lvl="0"/>
            <a:r>
              <a:rPr lang="fr-FR" dirty="0"/>
              <a:t>Titre du chapitre </a:t>
            </a:r>
            <a:br>
              <a:rPr lang="fr-FR" dirty="0"/>
            </a:br>
            <a:r>
              <a:rPr lang="fr-FR" dirty="0"/>
              <a:t>02 sur plusieurs lignes si besoin </a:t>
            </a:r>
          </a:p>
          <a:p>
            <a:pPr lvl="1"/>
            <a:r>
              <a:rPr lang="fr-FR" dirty="0"/>
              <a:t>Cliquez ici pour ajouter </a:t>
            </a:r>
            <a:br>
              <a:rPr lang="fr-FR" dirty="0"/>
            </a:br>
            <a:r>
              <a:rPr lang="fr-FR" dirty="0"/>
              <a:t>le texte de niveau 02, complémentaire </a:t>
            </a:r>
            <a:br>
              <a:rPr lang="fr-FR" dirty="0"/>
            </a:br>
            <a:r>
              <a:rPr lang="fr-FR" dirty="0"/>
              <a:t>au titre du chapitre</a:t>
            </a:r>
            <a:endParaRPr lang="en-US" dirty="0"/>
          </a:p>
        </p:txBody>
      </p:sp>
      <p:sp>
        <p:nvSpPr>
          <p:cNvPr id="72" name="Espace réservé du texte 71">
            <a:extLst>
              <a:ext uri="{FF2B5EF4-FFF2-40B4-BE49-F238E27FC236}">
                <a16:creationId xmlns:a16="http://schemas.microsoft.com/office/drawing/2014/main" id="{CF614B74-EC94-5C58-DECC-B6BE2830E1FC}"/>
              </a:ext>
            </a:extLst>
          </p:cNvPr>
          <p:cNvSpPr>
            <a:spLocks noGrp="1"/>
          </p:cNvSpPr>
          <p:nvPr>
            <p:ph type="body" sz="quarter" idx="30"/>
          </p:nvPr>
        </p:nvSpPr>
        <p:spPr>
          <a:xfrm>
            <a:off x="5865556" y="4423097"/>
            <a:ext cx="2059641" cy="1476815"/>
          </a:xfrm>
        </p:spPr>
        <p:txBody>
          <a:bodyPr/>
          <a:lstStyle/>
          <a:p>
            <a:pPr lvl="0"/>
            <a:r>
              <a:rPr lang="fr-FR"/>
              <a:t>Titre du chapitre </a:t>
            </a:r>
            <a:br>
              <a:rPr lang="fr-FR"/>
            </a:br>
            <a:r>
              <a:rPr lang="fr-FR"/>
              <a:t>05 sur plusieurs lignes si besoin </a:t>
            </a:r>
          </a:p>
          <a:p>
            <a:pPr lvl="1"/>
            <a:r>
              <a:rPr lang="fr-FR"/>
              <a:t>Cliquez ici pour ajouter </a:t>
            </a:r>
            <a:br>
              <a:rPr lang="fr-FR"/>
            </a:br>
            <a:r>
              <a:rPr lang="fr-FR"/>
              <a:t>le texte de niveau 02, complémentaire </a:t>
            </a:r>
            <a:br>
              <a:rPr lang="fr-FR"/>
            </a:br>
            <a:r>
              <a:rPr lang="fr-FR"/>
              <a:t>au titre du chapitre</a:t>
            </a:r>
            <a:endParaRPr lang="en-US"/>
          </a:p>
        </p:txBody>
      </p:sp>
      <p:sp>
        <p:nvSpPr>
          <p:cNvPr id="74" name="Espace réservé du texte 73">
            <a:extLst>
              <a:ext uri="{FF2B5EF4-FFF2-40B4-BE49-F238E27FC236}">
                <a16:creationId xmlns:a16="http://schemas.microsoft.com/office/drawing/2014/main" id="{59DA1EAD-E47D-4455-A1B6-4E7573AB3B65}"/>
              </a:ext>
            </a:extLst>
          </p:cNvPr>
          <p:cNvSpPr>
            <a:spLocks noGrp="1"/>
          </p:cNvSpPr>
          <p:nvPr>
            <p:ph type="body" sz="quarter" idx="32"/>
          </p:nvPr>
        </p:nvSpPr>
        <p:spPr>
          <a:xfrm>
            <a:off x="9523156" y="1196101"/>
            <a:ext cx="2059641" cy="1476815"/>
          </a:xfrm>
        </p:spPr>
        <p:txBody>
          <a:bodyPr/>
          <a:lstStyle/>
          <a:p>
            <a:pPr lvl="0"/>
            <a:r>
              <a:rPr lang="fr-FR" dirty="0"/>
              <a:t>Titre du chapitre </a:t>
            </a:r>
            <a:br>
              <a:rPr lang="fr-FR" dirty="0"/>
            </a:br>
            <a:r>
              <a:rPr lang="fr-FR" dirty="0"/>
              <a:t>03 sur plusieurs lignes si besoin </a:t>
            </a:r>
          </a:p>
          <a:p>
            <a:pPr lvl="1"/>
            <a:r>
              <a:rPr lang="fr-FR" dirty="0"/>
              <a:t>Cliquez ici pour ajouter </a:t>
            </a:r>
            <a:br>
              <a:rPr lang="fr-FR" dirty="0"/>
            </a:br>
            <a:r>
              <a:rPr lang="fr-FR" dirty="0"/>
              <a:t>le texte de niveau 02, complémentaire </a:t>
            </a:r>
            <a:br>
              <a:rPr lang="fr-FR" dirty="0"/>
            </a:br>
            <a:r>
              <a:rPr lang="fr-FR" dirty="0"/>
              <a:t>au titre du chapitre</a:t>
            </a:r>
            <a:endParaRPr lang="en-US" dirty="0"/>
          </a:p>
        </p:txBody>
      </p:sp>
      <p:sp>
        <p:nvSpPr>
          <p:cNvPr id="76" name="Espace réservé du texte 75">
            <a:extLst>
              <a:ext uri="{FF2B5EF4-FFF2-40B4-BE49-F238E27FC236}">
                <a16:creationId xmlns:a16="http://schemas.microsoft.com/office/drawing/2014/main" id="{42032919-D9D5-F4E4-EF2D-D51DB5E1B849}"/>
              </a:ext>
            </a:extLst>
          </p:cNvPr>
          <p:cNvSpPr>
            <a:spLocks noGrp="1"/>
          </p:cNvSpPr>
          <p:nvPr>
            <p:ph type="body" sz="quarter" idx="36"/>
          </p:nvPr>
        </p:nvSpPr>
        <p:spPr>
          <a:xfrm>
            <a:off x="9523156" y="4423097"/>
            <a:ext cx="2059641" cy="1476815"/>
          </a:xfrm>
        </p:spPr>
        <p:txBody>
          <a:bodyPr/>
          <a:lstStyle/>
          <a:p>
            <a:pPr lvl="0"/>
            <a:r>
              <a:rPr lang="fr-FR"/>
              <a:t>Titre du chapitre </a:t>
            </a:r>
            <a:br>
              <a:rPr lang="fr-FR"/>
            </a:br>
            <a:r>
              <a:rPr lang="fr-FR"/>
              <a:t>06 sur plusieurs lignes si besoin </a:t>
            </a:r>
          </a:p>
          <a:p>
            <a:pPr lvl="1"/>
            <a:r>
              <a:rPr lang="fr-FR"/>
              <a:t>Cliquez ici pour ajouter </a:t>
            </a:r>
            <a:br>
              <a:rPr lang="fr-FR"/>
            </a:br>
            <a:r>
              <a:rPr lang="fr-FR"/>
              <a:t>le texte de niveau 02, complémentaire </a:t>
            </a:r>
            <a:br>
              <a:rPr lang="fr-FR"/>
            </a:br>
            <a:r>
              <a:rPr lang="fr-FR"/>
              <a:t>au titre du chapitre</a:t>
            </a:r>
            <a:endParaRPr lang="en-US"/>
          </a:p>
        </p:txBody>
      </p:sp>
      <p:sp>
        <p:nvSpPr>
          <p:cNvPr id="77" name="Espace réservé du texte 76">
            <a:extLst>
              <a:ext uri="{FF2B5EF4-FFF2-40B4-BE49-F238E27FC236}">
                <a16:creationId xmlns:a16="http://schemas.microsoft.com/office/drawing/2014/main" id="{64870300-AC5B-8A2B-D84E-88F0A0A63B89}"/>
              </a:ext>
            </a:extLst>
          </p:cNvPr>
          <p:cNvSpPr>
            <a:spLocks noGrp="1"/>
          </p:cNvSpPr>
          <p:nvPr>
            <p:ph type="body" sz="quarter" idx="37"/>
          </p:nvPr>
        </p:nvSpPr>
        <p:spPr>
          <a:xfrm>
            <a:off x="1660980" y="1196101"/>
            <a:ext cx="516168" cy="609398"/>
          </a:xfrm>
        </p:spPr>
        <p:txBody>
          <a:bodyPr/>
          <a:lstStyle/>
          <a:p>
            <a:r>
              <a:rPr lang="en-US"/>
              <a:t>01</a:t>
            </a:r>
          </a:p>
        </p:txBody>
      </p:sp>
      <p:sp>
        <p:nvSpPr>
          <p:cNvPr id="78" name="Espace réservé du texte 77">
            <a:extLst>
              <a:ext uri="{FF2B5EF4-FFF2-40B4-BE49-F238E27FC236}">
                <a16:creationId xmlns:a16="http://schemas.microsoft.com/office/drawing/2014/main" id="{2572C2E2-979D-BBBC-B681-7AF1C3990822}"/>
              </a:ext>
            </a:extLst>
          </p:cNvPr>
          <p:cNvSpPr>
            <a:spLocks noGrp="1"/>
          </p:cNvSpPr>
          <p:nvPr>
            <p:ph type="body" sz="quarter" idx="38"/>
          </p:nvPr>
        </p:nvSpPr>
        <p:spPr>
          <a:xfrm>
            <a:off x="5202441" y="1196101"/>
            <a:ext cx="639599" cy="609398"/>
          </a:xfrm>
        </p:spPr>
        <p:txBody>
          <a:bodyPr/>
          <a:lstStyle/>
          <a:p>
            <a:r>
              <a:rPr lang="en-US"/>
              <a:t>02</a:t>
            </a:r>
          </a:p>
        </p:txBody>
      </p:sp>
      <p:sp>
        <p:nvSpPr>
          <p:cNvPr id="79" name="Espace réservé du texte 78">
            <a:extLst>
              <a:ext uri="{FF2B5EF4-FFF2-40B4-BE49-F238E27FC236}">
                <a16:creationId xmlns:a16="http://schemas.microsoft.com/office/drawing/2014/main" id="{B0BFEB37-6B96-0B9F-8A2F-D7994CB9C0B7}"/>
              </a:ext>
            </a:extLst>
          </p:cNvPr>
          <p:cNvSpPr>
            <a:spLocks noGrp="1"/>
          </p:cNvSpPr>
          <p:nvPr>
            <p:ph type="body" sz="quarter" idx="39"/>
          </p:nvPr>
        </p:nvSpPr>
        <p:spPr>
          <a:xfrm>
            <a:off x="8882901" y="1196101"/>
            <a:ext cx="652423" cy="609398"/>
          </a:xfrm>
        </p:spPr>
        <p:txBody>
          <a:bodyPr/>
          <a:lstStyle/>
          <a:p>
            <a:r>
              <a:rPr lang="en-US"/>
              <a:t>03</a:t>
            </a:r>
          </a:p>
        </p:txBody>
      </p:sp>
      <p:sp>
        <p:nvSpPr>
          <p:cNvPr id="80" name="Espace réservé du texte 79">
            <a:extLst>
              <a:ext uri="{FF2B5EF4-FFF2-40B4-BE49-F238E27FC236}">
                <a16:creationId xmlns:a16="http://schemas.microsoft.com/office/drawing/2014/main" id="{80980A1A-5FC6-5116-5B55-1F428733E937}"/>
              </a:ext>
            </a:extLst>
          </p:cNvPr>
          <p:cNvSpPr>
            <a:spLocks noGrp="1"/>
          </p:cNvSpPr>
          <p:nvPr>
            <p:ph type="body" sz="quarter" idx="40"/>
          </p:nvPr>
        </p:nvSpPr>
        <p:spPr>
          <a:xfrm>
            <a:off x="1497344" y="4416527"/>
            <a:ext cx="689291" cy="609398"/>
          </a:xfrm>
        </p:spPr>
        <p:txBody>
          <a:bodyPr/>
          <a:lstStyle/>
          <a:p>
            <a:r>
              <a:rPr lang="en-US"/>
              <a:t>04</a:t>
            </a:r>
          </a:p>
        </p:txBody>
      </p:sp>
      <p:sp>
        <p:nvSpPr>
          <p:cNvPr id="81" name="Espace réservé du texte 80">
            <a:extLst>
              <a:ext uri="{FF2B5EF4-FFF2-40B4-BE49-F238E27FC236}">
                <a16:creationId xmlns:a16="http://schemas.microsoft.com/office/drawing/2014/main" id="{B2EDA855-C06D-E99A-53F3-86D9F4889FF8}"/>
              </a:ext>
            </a:extLst>
          </p:cNvPr>
          <p:cNvSpPr>
            <a:spLocks noGrp="1"/>
          </p:cNvSpPr>
          <p:nvPr>
            <p:ph type="body" sz="quarter" idx="41"/>
          </p:nvPr>
        </p:nvSpPr>
        <p:spPr>
          <a:xfrm>
            <a:off x="5202441" y="4416527"/>
            <a:ext cx="655629" cy="609398"/>
          </a:xfrm>
        </p:spPr>
        <p:txBody>
          <a:bodyPr/>
          <a:lstStyle/>
          <a:p>
            <a:r>
              <a:rPr lang="en-US"/>
              <a:t>05</a:t>
            </a:r>
          </a:p>
        </p:txBody>
      </p:sp>
      <p:sp>
        <p:nvSpPr>
          <p:cNvPr id="82" name="Espace réservé du texte 81">
            <a:extLst>
              <a:ext uri="{FF2B5EF4-FFF2-40B4-BE49-F238E27FC236}">
                <a16:creationId xmlns:a16="http://schemas.microsoft.com/office/drawing/2014/main" id="{DCBB51A1-D59C-A04B-0328-6635BA466A08}"/>
              </a:ext>
            </a:extLst>
          </p:cNvPr>
          <p:cNvSpPr>
            <a:spLocks noGrp="1"/>
          </p:cNvSpPr>
          <p:nvPr>
            <p:ph type="body" sz="quarter" idx="42"/>
          </p:nvPr>
        </p:nvSpPr>
        <p:spPr>
          <a:xfrm>
            <a:off x="8847728" y="4416527"/>
            <a:ext cx="668453" cy="609398"/>
          </a:xfrm>
        </p:spPr>
        <p:txBody>
          <a:bodyPr/>
          <a:lstStyle/>
          <a:p>
            <a:r>
              <a:rPr lang="en-US"/>
              <a:t>06</a:t>
            </a:r>
          </a:p>
        </p:txBody>
      </p:sp>
      <p:sp>
        <p:nvSpPr>
          <p:cNvPr id="84" name="Espace réservé du texte 83">
            <a:extLst>
              <a:ext uri="{FF2B5EF4-FFF2-40B4-BE49-F238E27FC236}">
                <a16:creationId xmlns:a16="http://schemas.microsoft.com/office/drawing/2014/main" id="{C768564D-B2E3-2039-0F65-AB2AE6504E4E}"/>
              </a:ext>
            </a:extLst>
          </p:cNvPr>
          <p:cNvSpPr>
            <a:spLocks noGrp="1"/>
          </p:cNvSpPr>
          <p:nvPr>
            <p:ph type="body" sz="quarter" idx="18"/>
          </p:nvPr>
        </p:nvSpPr>
        <p:spPr>
          <a:xfrm rot="16200000">
            <a:off x="-3012808" y="2764202"/>
            <a:ext cx="6945812" cy="1329595"/>
          </a:xfrm>
        </p:spPr>
        <p:txBody>
          <a:bodyPr/>
          <a:lstStyle/>
          <a:p>
            <a:r>
              <a:rPr lang="en-US" sz="9600" dirty="0"/>
              <a:t>SOMMAIRE</a:t>
            </a:r>
          </a:p>
        </p:txBody>
      </p:sp>
    </p:spTree>
    <p:extLst>
      <p:ext uri="{BB962C8B-B14F-4D97-AF65-F5344CB8AC3E}">
        <p14:creationId xmlns:p14="http://schemas.microsoft.com/office/powerpoint/2010/main" val="313705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texte 20">
            <a:extLst>
              <a:ext uri="{FF2B5EF4-FFF2-40B4-BE49-F238E27FC236}">
                <a16:creationId xmlns:a16="http://schemas.microsoft.com/office/drawing/2014/main" id="{C8DD2E9D-8AFB-145D-1902-FA831AC66CF0}"/>
              </a:ext>
            </a:extLst>
          </p:cNvPr>
          <p:cNvSpPr>
            <a:spLocks noGrp="1"/>
          </p:cNvSpPr>
          <p:nvPr>
            <p:ph type="body" sz="quarter" idx="10"/>
          </p:nvPr>
        </p:nvSpPr>
        <p:spPr/>
        <p:txBody>
          <a:bodyPr/>
          <a:lstStyle/>
          <a:p>
            <a:r>
              <a:rPr lang="en-US"/>
              <a:t>01</a:t>
            </a:r>
          </a:p>
        </p:txBody>
      </p:sp>
      <p:sp>
        <p:nvSpPr>
          <p:cNvPr id="22" name="Espace réservé du texte 21">
            <a:extLst>
              <a:ext uri="{FF2B5EF4-FFF2-40B4-BE49-F238E27FC236}">
                <a16:creationId xmlns:a16="http://schemas.microsoft.com/office/drawing/2014/main" id="{9EC8CF31-60CE-8875-F144-7925FED5F4E1}"/>
              </a:ext>
            </a:extLst>
          </p:cNvPr>
          <p:cNvSpPr>
            <a:spLocks noGrp="1"/>
          </p:cNvSpPr>
          <p:nvPr>
            <p:ph type="body" sz="quarter" idx="19"/>
          </p:nvPr>
        </p:nvSpPr>
        <p:spPr>
          <a:xfrm>
            <a:off x="6105305" y="2898396"/>
            <a:ext cx="5751336" cy="1495794"/>
          </a:xfrm>
        </p:spPr>
        <p:txBody>
          <a:bodyPr lIns="144000"/>
          <a:lstStyle/>
          <a:p>
            <a:r>
              <a:rPr lang="fr-FR"/>
              <a:t>Titre du chapitre 01</a:t>
            </a:r>
            <a:br>
              <a:rPr lang="fr-FR"/>
            </a:br>
            <a:r>
              <a:rPr lang="fr-FR"/>
              <a:t>sur </a:t>
            </a:r>
            <a:r>
              <a:rPr lang="fr-FR">
                <a:solidFill>
                  <a:schemeClr val="accent1"/>
                </a:solidFill>
              </a:rPr>
              <a:t>plusieurs lignes </a:t>
            </a:r>
            <a:br>
              <a:rPr lang="fr-FR">
                <a:solidFill>
                  <a:schemeClr val="accent1"/>
                </a:solidFill>
              </a:rPr>
            </a:br>
            <a:r>
              <a:rPr lang="fr-FR"/>
              <a:t>si nécessaire</a:t>
            </a:r>
          </a:p>
        </p:txBody>
      </p:sp>
      <p:cxnSp>
        <p:nvCxnSpPr>
          <p:cNvPr id="23" name="Connecteur droit 22">
            <a:extLst>
              <a:ext uri="{FF2B5EF4-FFF2-40B4-BE49-F238E27FC236}">
                <a16:creationId xmlns:a16="http://schemas.microsoft.com/office/drawing/2014/main" id="{112878E5-F2BA-B6F5-C60D-606C01F6DB36}"/>
              </a:ext>
            </a:extLst>
          </p:cNvPr>
          <p:cNvCxnSpPr>
            <a:cxnSpLocks/>
          </p:cNvCxnSpPr>
          <p:nvPr/>
        </p:nvCxnSpPr>
        <p:spPr>
          <a:xfrm>
            <a:off x="6096000" y="2962275"/>
            <a:ext cx="0" cy="1343025"/>
          </a:xfrm>
          <a:prstGeom prst="line">
            <a:avLst/>
          </a:prstGeom>
          <a:ln>
            <a:gradFill flip="none" rotWithShape="1">
              <a:gsLst>
                <a:gs pos="0">
                  <a:schemeClr val="tx2">
                    <a:lumMod val="60000"/>
                    <a:lumOff val="40000"/>
                    <a:alpha val="80000"/>
                  </a:schemeClr>
                </a:gs>
                <a:gs pos="100000">
                  <a:schemeClr val="accent1">
                    <a:alpha val="80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247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6F995-8667-37BC-3B9B-39ABD47446E1}"/>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7E9CC256-E08D-F82B-A264-FED8B7057B87}"/>
              </a:ext>
            </a:extLst>
          </p:cNvPr>
          <p:cNvSpPr>
            <a:spLocks noGrp="1"/>
          </p:cNvSpPr>
          <p:nvPr>
            <p:ph type="title"/>
          </p:nvPr>
        </p:nvSpPr>
        <p:spPr>
          <a:xfrm>
            <a:off x="1995488" y="2930402"/>
            <a:ext cx="3363912" cy="997196"/>
          </a:xfrm>
        </p:spPr>
        <p:txBody>
          <a:bodyPr/>
          <a:lstStyle/>
          <a:p>
            <a:r>
              <a:rPr lang="en-US" dirty="0" err="1">
                <a:solidFill>
                  <a:srgbClr val="002060"/>
                </a:solidFill>
              </a:rPr>
              <a:t>Titre</a:t>
            </a:r>
            <a:r>
              <a:rPr lang="en-US" dirty="0">
                <a:solidFill>
                  <a:srgbClr val="002060"/>
                </a:solidFill>
              </a:rPr>
              <a:t> </a:t>
            </a:r>
            <a:br>
              <a:rPr lang="en-US" dirty="0">
                <a:solidFill>
                  <a:srgbClr val="002060"/>
                </a:solidFill>
              </a:rPr>
            </a:br>
            <a:r>
              <a:rPr lang="en-US" dirty="0">
                <a:solidFill>
                  <a:srgbClr val="002060"/>
                </a:solidFill>
              </a:rPr>
              <a:t>de la slide</a:t>
            </a:r>
          </a:p>
        </p:txBody>
      </p:sp>
      <p:sp>
        <p:nvSpPr>
          <p:cNvPr id="15" name="Espace réservé du pied de page 6">
            <a:extLst>
              <a:ext uri="{FF2B5EF4-FFF2-40B4-BE49-F238E27FC236}">
                <a16:creationId xmlns:a16="http://schemas.microsoft.com/office/drawing/2014/main" id="{F11F645A-2BDA-D054-D449-38EF39A2B814}"/>
              </a:ext>
            </a:extLst>
          </p:cNvPr>
          <p:cNvSpPr>
            <a:spLocks noGrp="1"/>
          </p:cNvSpPr>
          <p:nvPr>
            <p:ph type="ftr" sz="quarter" idx="11"/>
          </p:nvPr>
        </p:nvSpPr>
        <p:spPr>
          <a:xfrm rot="16200000">
            <a:off x="9016909" y="3352126"/>
            <a:ext cx="6066335" cy="923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all" spc="300" normalizeH="0" baseline="0" noProof="0">
                <a:ln>
                  <a:noFill/>
                </a:ln>
                <a:solidFill>
                  <a:prstClr val="black">
                    <a:alpha val="70000"/>
                  </a:prstClr>
                </a:solidFill>
                <a:effectLst/>
                <a:uLnTx/>
                <a:uFillTx/>
                <a:latin typeface="Glacial Indifference"/>
                <a:ea typeface="+mn-ea"/>
                <a:cs typeface="+mn-cs"/>
              </a:rPr>
              <a:t>Titre du document //  Niveau de confidentialité // Interne/Externe</a:t>
            </a:r>
          </a:p>
        </p:txBody>
      </p:sp>
      <p:sp>
        <p:nvSpPr>
          <p:cNvPr id="14" name="Espace réservé du numéro de diapositive 7">
            <a:extLst>
              <a:ext uri="{FF2B5EF4-FFF2-40B4-BE49-F238E27FC236}">
                <a16:creationId xmlns:a16="http://schemas.microsoft.com/office/drawing/2014/main" id="{CC86F0CE-8344-130E-3580-06CB467B27DD}"/>
              </a:ext>
            </a:extLst>
          </p:cNvPr>
          <p:cNvSpPr>
            <a:spLocks noGrp="1"/>
          </p:cNvSpPr>
          <p:nvPr>
            <p:ph type="sldNum" sz="quarter" idx="12"/>
          </p:nvPr>
        </p:nvSpPr>
        <p:spPr>
          <a:xfrm>
            <a:off x="11938667" y="6567793"/>
            <a:ext cx="222817" cy="15388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28F117-D1D1-4562-BBA1-C4174F9770ED}" type="slidenum">
              <a:rPr kumimoji="0" lang="fr-FR" sz="1000" b="0" i="0" u="none" strike="noStrike" kern="1200" cap="none" spc="0" normalizeH="0" baseline="0" noProof="0" smtClean="0">
                <a:ln>
                  <a:noFill/>
                </a:ln>
                <a:solidFill>
                  <a:prstClr val="white"/>
                </a:solidFill>
                <a:effectLst/>
                <a:uLnTx/>
                <a:uFillTx/>
                <a:latin typeface="Glacial Indifference"/>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fr-FR" sz="10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22" name="Espace réservé du texte 21">
            <a:extLst>
              <a:ext uri="{FF2B5EF4-FFF2-40B4-BE49-F238E27FC236}">
                <a16:creationId xmlns:a16="http://schemas.microsoft.com/office/drawing/2014/main" id="{8B6C73AA-287B-4A27-19B9-81F77E470DBF}"/>
              </a:ext>
            </a:extLst>
          </p:cNvPr>
          <p:cNvSpPr>
            <a:spLocks noGrp="1"/>
          </p:cNvSpPr>
          <p:nvPr>
            <p:ph type="body" sz="quarter" idx="13"/>
          </p:nvPr>
        </p:nvSpPr>
        <p:spPr>
          <a:xfrm>
            <a:off x="6312011" y="548680"/>
            <a:ext cx="900113" cy="1181100"/>
          </a:xfrm>
        </p:spPr>
        <p:txBody>
          <a:bodyPr/>
          <a:lstStyle/>
          <a:p>
            <a:r>
              <a:rPr lang="en-US"/>
              <a:t> </a:t>
            </a:r>
          </a:p>
        </p:txBody>
      </p:sp>
      <p:sp>
        <p:nvSpPr>
          <p:cNvPr id="23" name="Espace réservé du texte 22">
            <a:extLst>
              <a:ext uri="{FF2B5EF4-FFF2-40B4-BE49-F238E27FC236}">
                <a16:creationId xmlns:a16="http://schemas.microsoft.com/office/drawing/2014/main" id="{CD4CE595-8830-C911-7A33-D65DB7884BAC}"/>
              </a:ext>
            </a:extLst>
          </p:cNvPr>
          <p:cNvSpPr>
            <a:spLocks noGrp="1"/>
          </p:cNvSpPr>
          <p:nvPr>
            <p:ph type="body" sz="quarter" idx="14"/>
          </p:nvPr>
        </p:nvSpPr>
        <p:spPr>
          <a:xfrm>
            <a:off x="6312011" y="2072680"/>
            <a:ext cx="900113" cy="1181100"/>
          </a:xfrm>
        </p:spPr>
        <p:txBody>
          <a:bodyPr/>
          <a:lstStyle/>
          <a:p>
            <a:r>
              <a:rPr lang="en-US"/>
              <a:t> </a:t>
            </a:r>
          </a:p>
        </p:txBody>
      </p:sp>
      <p:sp>
        <p:nvSpPr>
          <p:cNvPr id="24" name="Espace réservé du texte 23">
            <a:extLst>
              <a:ext uri="{FF2B5EF4-FFF2-40B4-BE49-F238E27FC236}">
                <a16:creationId xmlns:a16="http://schemas.microsoft.com/office/drawing/2014/main" id="{F3B3FB91-DCE5-2EDF-C878-1944C7344954}"/>
              </a:ext>
            </a:extLst>
          </p:cNvPr>
          <p:cNvSpPr>
            <a:spLocks noGrp="1"/>
          </p:cNvSpPr>
          <p:nvPr>
            <p:ph type="body" sz="quarter" idx="15"/>
          </p:nvPr>
        </p:nvSpPr>
        <p:spPr>
          <a:xfrm>
            <a:off x="6312011" y="3596680"/>
            <a:ext cx="900113" cy="1181100"/>
          </a:xfrm>
        </p:spPr>
        <p:txBody>
          <a:bodyPr/>
          <a:lstStyle/>
          <a:p>
            <a:r>
              <a:rPr lang="en-US"/>
              <a:t> </a:t>
            </a:r>
          </a:p>
        </p:txBody>
      </p:sp>
      <p:sp>
        <p:nvSpPr>
          <p:cNvPr id="25" name="Espace réservé du texte 24">
            <a:extLst>
              <a:ext uri="{FF2B5EF4-FFF2-40B4-BE49-F238E27FC236}">
                <a16:creationId xmlns:a16="http://schemas.microsoft.com/office/drawing/2014/main" id="{4E9BDA8E-A2DB-5FD5-5E72-E8FDDFC1A03A}"/>
              </a:ext>
            </a:extLst>
          </p:cNvPr>
          <p:cNvSpPr>
            <a:spLocks noGrp="1"/>
          </p:cNvSpPr>
          <p:nvPr>
            <p:ph type="body" sz="quarter" idx="16"/>
          </p:nvPr>
        </p:nvSpPr>
        <p:spPr>
          <a:xfrm>
            <a:off x="6312011" y="5120680"/>
            <a:ext cx="900113" cy="1181100"/>
          </a:xfrm>
        </p:spPr>
        <p:txBody>
          <a:bodyPr/>
          <a:lstStyle/>
          <a:p>
            <a:r>
              <a:rPr lang="en-US"/>
              <a:t> </a:t>
            </a:r>
          </a:p>
        </p:txBody>
      </p:sp>
      <p:sp>
        <p:nvSpPr>
          <p:cNvPr id="26" name="Espace réservé du texte 25">
            <a:extLst>
              <a:ext uri="{FF2B5EF4-FFF2-40B4-BE49-F238E27FC236}">
                <a16:creationId xmlns:a16="http://schemas.microsoft.com/office/drawing/2014/main" id="{1954F3D6-CA36-044A-FC13-343692996163}"/>
              </a:ext>
            </a:extLst>
          </p:cNvPr>
          <p:cNvSpPr>
            <a:spLocks noGrp="1"/>
          </p:cNvSpPr>
          <p:nvPr>
            <p:ph type="body" sz="quarter" idx="17"/>
          </p:nvPr>
        </p:nvSpPr>
        <p:spPr/>
        <p:txBody>
          <a:bodyPr/>
          <a:lstStyle/>
          <a:p>
            <a:pPr lvl="0"/>
            <a:r>
              <a:rPr lang="fr-FR" dirty="0"/>
              <a:t>Cliquez pour ajouter votre texte</a:t>
            </a:r>
          </a:p>
          <a:p>
            <a:pPr lvl="1"/>
            <a:r>
              <a:rPr lang="fr-FR" dirty="0">
                <a:solidFill>
                  <a:srgbClr val="002060"/>
                </a:solidFill>
              </a:rPr>
              <a:t>Deuxième niveau</a:t>
            </a:r>
          </a:p>
          <a:p>
            <a:pPr lvl="2"/>
            <a:r>
              <a:rPr lang="fr-FR" dirty="0">
                <a:solidFill>
                  <a:srgbClr val="002060"/>
                </a:solidFill>
              </a:rPr>
              <a:t>Troisième niveau</a:t>
            </a:r>
          </a:p>
        </p:txBody>
      </p:sp>
      <p:sp>
        <p:nvSpPr>
          <p:cNvPr id="27" name="Espace réservé du texte 26">
            <a:extLst>
              <a:ext uri="{FF2B5EF4-FFF2-40B4-BE49-F238E27FC236}">
                <a16:creationId xmlns:a16="http://schemas.microsoft.com/office/drawing/2014/main" id="{7F00A05A-07FB-8810-0577-289006440A6D}"/>
              </a:ext>
            </a:extLst>
          </p:cNvPr>
          <p:cNvSpPr>
            <a:spLocks noGrp="1"/>
          </p:cNvSpPr>
          <p:nvPr>
            <p:ph type="body" sz="quarter" idx="18"/>
          </p:nvPr>
        </p:nvSpPr>
        <p:spPr/>
        <p:txBody>
          <a:bodyPr/>
          <a:lstStyle/>
          <a:p>
            <a:pPr lvl="0"/>
            <a:r>
              <a:rPr lang="fr-FR" dirty="0"/>
              <a:t>Cliquez pour ajouter votre texte</a:t>
            </a:r>
          </a:p>
          <a:p>
            <a:pPr lvl="1"/>
            <a:r>
              <a:rPr lang="fr-FR" dirty="0">
                <a:solidFill>
                  <a:srgbClr val="002060"/>
                </a:solidFill>
              </a:rPr>
              <a:t>Deuxième niveau</a:t>
            </a:r>
          </a:p>
          <a:p>
            <a:pPr lvl="2"/>
            <a:r>
              <a:rPr lang="fr-FR" dirty="0">
                <a:solidFill>
                  <a:srgbClr val="002060"/>
                </a:solidFill>
              </a:rPr>
              <a:t>Troisième niveau</a:t>
            </a:r>
          </a:p>
        </p:txBody>
      </p:sp>
      <p:sp>
        <p:nvSpPr>
          <p:cNvPr id="28" name="Espace réservé du texte 27">
            <a:extLst>
              <a:ext uri="{FF2B5EF4-FFF2-40B4-BE49-F238E27FC236}">
                <a16:creationId xmlns:a16="http://schemas.microsoft.com/office/drawing/2014/main" id="{4B8C88E5-7A64-F3EE-C6E1-B387EB136F56}"/>
              </a:ext>
            </a:extLst>
          </p:cNvPr>
          <p:cNvSpPr>
            <a:spLocks noGrp="1"/>
          </p:cNvSpPr>
          <p:nvPr>
            <p:ph type="body" sz="quarter" idx="19"/>
          </p:nvPr>
        </p:nvSpPr>
        <p:spPr/>
        <p:txBody>
          <a:bodyPr/>
          <a:lstStyle/>
          <a:p>
            <a:pPr lvl="0"/>
            <a:r>
              <a:rPr lang="fr-FR" dirty="0"/>
              <a:t>Cliquez pour ajouter votre texte</a:t>
            </a:r>
          </a:p>
          <a:p>
            <a:pPr lvl="1"/>
            <a:r>
              <a:rPr lang="fr-FR" dirty="0">
                <a:solidFill>
                  <a:srgbClr val="002060"/>
                </a:solidFill>
              </a:rPr>
              <a:t>Deuxième niveau</a:t>
            </a:r>
          </a:p>
          <a:p>
            <a:pPr lvl="2"/>
            <a:r>
              <a:rPr lang="fr-FR" dirty="0">
                <a:solidFill>
                  <a:srgbClr val="002060"/>
                </a:solidFill>
              </a:rPr>
              <a:t>Troisième niveau</a:t>
            </a:r>
          </a:p>
        </p:txBody>
      </p:sp>
      <p:sp>
        <p:nvSpPr>
          <p:cNvPr id="29" name="Espace réservé du texte 28">
            <a:extLst>
              <a:ext uri="{FF2B5EF4-FFF2-40B4-BE49-F238E27FC236}">
                <a16:creationId xmlns:a16="http://schemas.microsoft.com/office/drawing/2014/main" id="{53D1BB8C-15BE-41F5-E689-90E3922CC392}"/>
              </a:ext>
            </a:extLst>
          </p:cNvPr>
          <p:cNvSpPr>
            <a:spLocks noGrp="1"/>
          </p:cNvSpPr>
          <p:nvPr>
            <p:ph type="body" sz="quarter" idx="20"/>
          </p:nvPr>
        </p:nvSpPr>
        <p:spPr/>
        <p:txBody>
          <a:bodyPr/>
          <a:lstStyle/>
          <a:p>
            <a:pPr lvl="0"/>
            <a:r>
              <a:rPr lang="fr-FR" dirty="0"/>
              <a:t>Cliquez pour ajouter votre texte</a:t>
            </a:r>
          </a:p>
          <a:p>
            <a:pPr lvl="1"/>
            <a:r>
              <a:rPr lang="fr-FR" dirty="0">
                <a:solidFill>
                  <a:srgbClr val="002060"/>
                </a:solidFill>
              </a:rPr>
              <a:t>Deuxième niveau</a:t>
            </a:r>
          </a:p>
          <a:p>
            <a:pPr lvl="2"/>
            <a:r>
              <a:rPr lang="fr-FR" dirty="0">
                <a:solidFill>
                  <a:srgbClr val="002060"/>
                </a:solidFill>
              </a:rPr>
              <a:t>Troisième niveau</a:t>
            </a:r>
          </a:p>
        </p:txBody>
      </p:sp>
      <p:grpSp>
        <p:nvGrpSpPr>
          <p:cNvPr id="30" name="Graphique 1113">
            <a:extLst>
              <a:ext uri="{FF2B5EF4-FFF2-40B4-BE49-F238E27FC236}">
                <a16:creationId xmlns:a16="http://schemas.microsoft.com/office/drawing/2014/main" id="{CA7E22AF-5092-8EC2-E146-F5B3CED63389}"/>
              </a:ext>
            </a:extLst>
          </p:cNvPr>
          <p:cNvGrpSpPr/>
          <p:nvPr/>
        </p:nvGrpSpPr>
        <p:grpSpPr>
          <a:xfrm>
            <a:off x="6616901" y="5600231"/>
            <a:ext cx="290334" cy="222000"/>
            <a:chOff x="5817600" y="4632963"/>
            <a:chExt cx="360000" cy="275273"/>
          </a:xfrm>
          <a:solidFill>
            <a:srgbClr val="000000"/>
          </a:solidFill>
        </p:grpSpPr>
        <p:sp>
          <p:nvSpPr>
            <p:cNvPr id="31" name="Forme libre : forme 30">
              <a:extLst>
                <a:ext uri="{FF2B5EF4-FFF2-40B4-BE49-F238E27FC236}">
                  <a16:creationId xmlns:a16="http://schemas.microsoft.com/office/drawing/2014/main" id="{0F9088CC-20B2-F969-D5D3-D541EA261B8E}"/>
                </a:ext>
              </a:extLst>
            </p:cNvPr>
            <p:cNvSpPr/>
            <p:nvPr/>
          </p:nvSpPr>
          <p:spPr>
            <a:xfrm>
              <a:off x="5902326" y="4675326"/>
              <a:ext cx="190546" cy="148183"/>
            </a:xfrm>
            <a:custGeom>
              <a:avLst/>
              <a:gdLst>
                <a:gd name="connsiteX0" fmla="*/ 190547 w 190546"/>
                <a:gd name="connsiteY0" fmla="*/ 121758 h 148183"/>
                <a:gd name="connsiteX1" fmla="*/ 190547 w 190546"/>
                <a:gd name="connsiteY1" fmla="*/ 26426 h 148183"/>
                <a:gd name="connsiteX2" fmla="*/ 164121 w 190546"/>
                <a:gd name="connsiteY2" fmla="*/ 0 h 148183"/>
                <a:gd name="connsiteX3" fmla="*/ 26426 w 190546"/>
                <a:gd name="connsiteY3" fmla="*/ 0 h 148183"/>
                <a:gd name="connsiteX4" fmla="*/ 0 w 190546"/>
                <a:gd name="connsiteY4" fmla="*/ 26426 h 148183"/>
                <a:gd name="connsiteX5" fmla="*/ 0 w 190546"/>
                <a:gd name="connsiteY5" fmla="*/ 121758 h 148183"/>
                <a:gd name="connsiteX6" fmla="*/ 26426 w 190546"/>
                <a:gd name="connsiteY6" fmla="*/ 148184 h 148183"/>
                <a:gd name="connsiteX7" fmla="*/ 164121 w 190546"/>
                <a:gd name="connsiteY7" fmla="*/ 148184 h 148183"/>
                <a:gd name="connsiteX8" fmla="*/ 190547 w 190546"/>
                <a:gd name="connsiteY8" fmla="*/ 121758 h 148183"/>
                <a:gd name="connsiteX9" fmla="*/ 21094 w 190546"/>
                <a:gd name="connsiteY9" fmla="*/ 26426 h 148183"/>
                <a:gd name="connsiteX10" fmla="*/ 26426 w 190546"/>
                <a:gd name="connsiteY10" fmla="*/ 21094 h 148183"/>
                <a:gd name="connsiteX11" fmla="*/ 164121 w 190546"/>
                <a:gd name="connsiteY11" fmla="*/ 21094 h 148183"/>
                <a:gd name="connsiteX12" fmla="*/ 169452 w 190546"/>
                <a:gd name="connsiteY12" fmla="*/ 26426 h 148183"/>
                <a:gd name="connsiteX13" fmla="*/ 169452 w 190546"/>
                <a:gd name="connsiteY13" fmla="*/ 42363 h 148183"/>
                <a:gd name="connsiteX14" fmla="*/ 21093 w 190546"/>
                <a:gd name="connsiteY14" fmla="*/ 42363 h 148183"/>
                <a:gd name="connsiteX15" fmla="*/ 21093 w 190546"/>
                <a:gd name="connsiteY15" fmla="*/ 26426 h 148183"/>
                <a:gd name="connsiteX16" fmla="*/ 21094 w 190546"/>
                <a:gd name="connsiteY16" fmla="*/ 121758 h 148183"/>
                <a:gd name="connsiteX17" fmla="*/ 21094 w 190546"/>
                <a:gd name="connsiteY17" fmla="*/ 63457 h 148183"/>
                <a:gd name="connsiteX18" fmla="*/ 169453 w 190546"/>
                <a:gd name="connsiteY18" fmla="*/ 63457 h 148183"/>
                <a:gd name="connsiteX19" fmla="*/ 169453 w 190546"/>
                <a:gd name="connsiteY19" fmla="*/ 121758 h 148183"/>
                <a:gd name="connsiteX20" fmla="*/ 164121 w 190546"/>
                <a:gd name="connsiteY20" fmla="*/ 127090 h 148183"/>
                <a:gd name="connsiteX21" fmla="*/ 26426 w 190546"/>
                <a:gd name="connsiteY21" fmla="*/ 127090 h 148183"/>
                <a:gd name="connsiteX22" fmla="*/ 21094 w 190546"/>
                <a:gd name="connsiteY22" fmla="*/ 121758 h 148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546" h="148183">
                  <a:moveTo>
                    <a:pt x="190547" y="121758"/>
                  </a:moveTo>
                  <a:lnTo>
                    <a:pt x="190547" y="26426"/>
                  </a:lnTo>
                  <a:cubicBezTo>
                    <a:pt x="190547" y="11854"/>
                    <a:pt x="178692" y="0"/>
                    <a:pt x="164121" y="0"/>
                  </a:cubicBezTo>
                  <a:lnTo>
                    <a:pt x="26426" y="0"/>
                  </a:lnTo>
                  <a:cubicBezTo>
                    <a:pt x="11854" y="0"/>
                    <a:pt x="0" y="11854"/>
                    <a:pt x="0" y="26426"/>
                  </a:cubicBezTo>
                  <a:lnTo>
                    <a:pt x="0" y="121758"/>
                  </a:lnTo>
                  <a:cubicBezTo>
                    <a:pt x="0" y="136330"/>
                    <a:pt x="11855" y="148184"/>
                    <a:pt x="26426" y="148184"/>
                  </a:cubicBezTo>
                  <a:lnTo>
                    <a:pt x="164121" y="148184"/>
                  </a:lnTo>
                  <a:cubicBezTo>
                    <a:pt x="178692" y="148184"/>
                    <a:pt x="190547" y="136330"/>
                    <a:pt x="190547" y="121758"/>
                  </a:cubicBezTo>
                  <a:close/>
                  <a:moveTo>
                    <a:pt x="21094" y="26426"/>
                  </a:moveTo>
                  <a:cubicBezTo>
                    <a:pt x="21094" y="23485"/>
                    <a:pt x="23486" y="21094"/>
                    <a:pt x="26426" y="21094"/>
                  </a:cubicBezTo>
                  <a:lnTo>
                    <a:pt x="164121" y="21094"/>
                  </a:lnTo>
                  <a:cubicBezTo>
                    <a:pt x="167061" y="21094"/>
                    <a:pt x="169452" y="23485"/>
                    <a:pt x="169452" y="26426"/>
                  </a:cubicBezTo>
                  <a:lnTo>
                    <a:pt x="169452" y="42363"/>
                  </a:lnTo>
                  <a:lnTo>
                    <a:pt x="21093" y="42363"/>
                  </a:lnTo>
                  <a:lnTo>
                    <a:pt x="21093" y="26426"/>
                  </a:lnTo>
                  <a:close/>
                  <a:moveTo>
                    <a:pt x="21094" y="121758"/>
                  </a:moveTo>
                  <a:lnTo>
                    <a:pt x="21094" y="63457"/>
                  </a:lnTo>
                  <a:lnTo>
                    <a:pt x="169453" y="63457"/>
                  </a:lnTo>
                  <a:lnTo>
                    <a:pt x="169453" y="121758"/>
                  </a:lnTo>
                  <a:cubicBezTo>
                    <a:pt x="169453" y="124699"/>
                    <a:pt x="167061" y="127090"/>
                    <a:pt x="164121" y="127090"/>
                  </a:cubicBezTo>
                  <a:lnTo>
                    <a:pt x="26426" y="127090"/>
                  </a:lnTo>
                  <a:cubicBezTo>
                    <a:pt x="23486" y="127090"/>
                    <a:pt x="21094" y="124699"/>
                    <a:pt x="21094" y="121758"/>
                  </a:cubicBezTo>
                  <a:close/>
                </a:path>
              </a:pathLst>
            </a:custGeom>
            <a:solidFill>
              <a:srgbClr val="000000"/>
            </a:solidFill>
            <a:ln w="6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32" name="Forme libre : forme 31">
              <a:extLst>
                <a:ext uri="{FF2B5EF4-FFF2-40B4-BE49-F238E27FC236}">
                  <a16:creationId xmlns:a16="http://schemas.microsoft.com/office/drawing/2014/main" id="{53944B80-471C-36CD-FE09-BA6627CAFABD}"/>
                </a:ext>
              </a:extLst>
            </p:cNvPr>
            <p:cNvSpPr/>
            <p:nvPr/>
          </p:nvSpPr>
          <p:spPr>
            <a:xfrm>
              <a:off x="5944689" y="4760053"/>
              <a:ext cx="42275" cy="21093"/>
            </a:xfrm>
            <a:custGeom>
              <a:avLst/>
              <a:gdLst>
                <a:gd name="connsiteX0" fmla="*/ 31729 w 42275"/>
                <a:gd name="connsiteY0" fmla="*/ 0 h 21093"/>
                <a:gd name="connsiteX1" fmla="*/ 10547 w 42275"/>
                <a:gd name="connsiteY1" fmla="*/ 0 h 21093"/>
                <a:gd name="connsiteX2" fmla="*/ 0 w 42275"/>
                <a:gd name="connsiteY2" fmla="*/ 10547 h 21093"/>
                <a:gd name="connsiteX3" fmla="*/ 10547 w 42275"/>
                <a:gd name="connsiteY3" fmla="*/ 21094 h 21093"/>
                <a:gd name="connsiteX4" fmla="*/ 31729 w 42275"/>
                <a:gd name="connsiteY4" fmla="*/ 21094 h 21093"/>
                <a:gd name="connsiteX5" fmla="*/ 42275 w 42275"/>
                <a:gd name="connsiteY5" fmla="*/ 10547 h 21093"/>
                <a:gd name="connsiteX6" fmla="*/ 31729 w 42275"/>
                <a:gd name="connsiteY6" fmla="*/ 0 h 2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275" h="21093">
                  <a:moveTo>
                    <a:pt x="31729" y="0"/>
                  </a:moveTo>
                  <a:lnTo>
                    <a:pt x="10547" y="0"/>
                  </a:lnTo>
                  <a:cubicBezTo>
                    <a:pt x="4722" y="0"/>
                    <a:pt x="0" y="4722"/>
                    <a:pt x="0" y="10547"/>
                  </a:cubicBezTo>
                  <a:cubicBezTo>
                    <a:pt x="0" y="16372"/>
                    <a:pt x="4722" y="21094"/>
                    <a:pt x="10547" y="21094"/>
                  </a:cubicBezTo>
                  <a:lnTo>
                    <a:pt x="31729" y="21094"/>
                  </a:lnTo>
                  <a:cubicBezTo>
                    <a:pt x="37553" y="21094"/>
                    <a:pt x="42275" y="16372"/>
                    <a:pt x="42275" y="10547"/>
                  </a:cubicBezTo>
                  <a:cubicBezTo>
                    <a:pt x="42275" y="4722"/>
                    <a:pt x="37553" y="0"/>
                    <a:pt x="31729" y="0"/>
                  </a:cubicBezTo>
                  <a:close/>
                </a:path>
              </a:pathLst>
            </a:custGeom>
            <a:solidFill>
              <a:srgbClr val="000000"/>
            </a:solidFill>
            <a:ln w="6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33" name="Forme libre : forme 32">
              <a:extLst>
                <a:ext uri="{FF2B5EF4-FFF2-40B4-BE49-F238E27FC236}">
                  <a16:creationId xmlns:a16="http://schemas.microsoft.com/office/drawing/2014/main" id="{58ADD8A3-B643-F22E-447E-701663E934C1}"/>
                </a:ext>
              </a:extLst>
            </p:cNvPr>
            <p:cNvSpPr/>
            <p:nvPr/>
          </p:nvSpPr>
          <p:spPr>
            <a:xfrm>
              <a:off x="5817600" y="4632963"/>
              <a:ext cx="360000" cy="275273"/>
            </a:xfrm>
            <a:custGeom>
              <a:avLst/>
              <a:gdLst>
                <a:gd name="connsiteX0" fmla="*/ 349453 w 360000"/>
                <a:gd name="connsiteY0" fmla="*/ 211816 h 275273"/>
                <a:gd name="connsiteX1" fmla="*/ 338818 w 360000"/>
                <a:gd name="connsiteY1" fmla="*/ 211816 h 275273"/>
                <a:gd name="connsiteX2" fmla="*/ 338818 w 360000"/>
                <a:gd name="connsiteY2" fmla="*/ 10547 h 275273"/>
                <a:gd name="connsiteX3" fmla="*/ 328272 w 360000"/>
                <a:gd name="connsiteY3" fmla="*/ 0 h 275273"/>
                <a:gd name="connsiteX4" fmla="*/ 31729 w 360000"/>
                <a:gd name="connsiteY4" fmla="*/ 0 h 275273"/>
                <a:gd name="connsiteX5" fmla="*/ 21182 w 360000"/>
                <a:gd name="connsiteY5" fmla="*/ 10547 h 275273"/>
                <a:gd name="connsiteX6" fmla="*/ 21182 w 360000"/>
                <a:gd name="connsiteY6" fmla="*/ 211816 h 275273"/>
                <a:gd name="connsiteX7" fmla="*/ 10547 w 360000"/>
                <a:gd name="connsiteY7" fmla="*/ 211816 h 275273"/>
                <a:gd name="connsiteX8" fmla="*/ 0 w 360000"/>
                <a:gd name="connsiteY8" fmla="*/ 222363 h 275273"/>
                <a:gd name="connsiteX9" fmla="*/ 0 w 360000"/>
                <a:gd name="connsiteY9" fmla="*/ 248555 h 275273"/>
                <a:gd name="connsiteX10" fmla="*/ 26719 w 360000"/>
                <a:gd name="connsiteY10" fmla="*/ 275273 h 275273"/>
                <a:gd name="connsiteX11" fmla="*/ 333281 w 360000"/>
                <a:gd name="connsiteY11" fmla="*/ 275273 h 275273"/>
                <a:gd name="connsiteX12" fmla="*/ 360000 w 360000"/>
                <a:gd name="connsiteY12" fmla="*/ 248555 h 275273"/>
                <a:gd name="connsiteX13" fmla="*/ 360000 w 360000"/>
                <a:gd name="connsiteY13" fmla="*/ 222363 h 275273"/>
                <a:gd name="connsiteX14" fmla="*/ 349453 w 360000"/>
                <a:gd name="connsiteY14" fmla="*/ 211816 h 275273"/>
                <a:gd name="connsiteX15" fmla="*/ 42275 w 360000"/>
                <a:gd name="connsiteY15" fmla="*/ 21094 h 275273"/>
                <a:gd name="connsiteX16" fmla="*/ 317725 w 360000"/>
                <a:gd name="connsiteY16" fmla="*/ 21094 h 275273"/>
                <a:gd name="connsiteX17" fmla="*/ 317725 w 360000"/>
                <a:gd name="connsiteY17" fmla="*/ 211816 h 275273"/>
                <a:gd name="connsiteX18" fmla="*/ 42275 w 360000"/>
                <a:gd name="connsiteY18" fmla="*/ 211816 h 275273"/>
                <a:gd name="connsiteX19" fmla="*/ 26719 w 360000"/>
                <a:gd name="connsiteY19" fmla="*/ 254180 h 275273"/>
                <a:gd name="connsiteX20" fmla="*/ 21094 w 360000"/>
                <a:gd name="connsiteY20" fmla="*/ 248555 h 275273"/>
                <a:gd name="connsiteX21" fmla="*/ 21094 w 360000"/>
                <a:gd name="connsiteY21" fmla="*/ 232910 h 275273"/>
                <a:gd name="connsiteX22" fmla="*/ 131399 w 360000"/>
                <a:gd name="connsiteY22" fmla="*/ 232910 h 275273"/>
                <a:gd name="connsiteX23" fmla="*/ 143093 w 360000"/>
                <a:gd name="connsiteY23" fmla="*/ 254180 h 275273"/>
                <a:gd name="connsiteX24" fmla="*/ 194663 w 360000"/>
                <a:gd name="connsiteY24" fmla="*/ 254180 h 275273"/>
                <a:gd name="connsiteX25" fmla="*/ 167164 w 360000"/>
                <a:gd name="connsiteY25" fmla="*/ 254180 h 275273"/>
                <a:gd name="connsiteX26" fmla="*/ 155471 w 360000"/>
                <a:gd name="connsiteY26" fmla="*/ 232910 h 275273"/>
                <a:gd name="connsiteX27" fmla="*/ 205298 w 360000"/>
                <a:gd name="connsiteY27" fmla="*/ 232910 h 275273"/>
                <a:gd name="connsiteX28" fmla="*/ 338906 w 360000"/>
                <a:gd name="connsiteY28" fmla="*/ 248555 h 275273"/>
                <a:gd name="connsiteX29" fmla="*/ 333281 w 360000"/>
                <a:gd name="connsiteY29" fmla="*/ 254180 h 275273"/>
                <a:gd name="connsiteX30" fmla="*/ 218247 w 360000"/>
                <a:gd name="connsiteY30" fmla="*/ 254180 h 275273"/>
                <a:gd name="connsiteX31" fmla="*/ 228882 w 360000"/>
                <a:gd name="connsiteY31" fmla="*/ 232910 h 275273"/>
                <a:gd name="connsiteX32" fmla="*/ 338906 w 360000"/>
                <a:gd name="connsiteY32" fmla="*/ 232910 h 27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60000" h="275273">
                  <a:moveTo>
                    <a:pt x="349453" y="211816"/>
                  </a:moveTo>
                  <a:lnTo>
                    <a:pt x="338818" y="211816"/>
                  </a:lnTo>
                  <a:lnTo>
                    <a:pt x="338818" y="10547"/>
                  </a:lnTo>
                  <a:cubicBezTo>
                    <a:pt x="338818" y="4722"/>
                    <a:pt x="334096" y="0"/>
                    <a:pt x="328272" y="0"/>
                  </a:cubicBezTo>
                  <a:lnTo>
                    <a:pt x="31729" y="0"/>
                  </a:lnTo>
                  <a:cubicBezTo>
                    <a:pt x="25904" y="0"/>
                    <a:pt x="21182" y="4722"/>
                    <a:pt x="21182" y="10547"/>
                  </a:cubicBezTo>
                  <a:lnTo>
                    <a:pt x="21182" y="211816"/>
                  </a:lnTo>
                  <a:lnTo>
                    <a:pt x="10547" y="211816"/>
                  </a:lnTo>
                  <a:cubicBezTo>
                    <a:pt x="4722" y="211816"/>
                    <a:pt x="0" y="216539"/>
                    <a:pt x="0" y="222363"/>
                  </a:cubicBezTo>
                  <a:lnTo>
                    <a:pt x="0" y="248555"/>
                  </a:lnTo>
                  <a:cubicBezTo>
                    <a:pt x="0" y="263287"/>
                    <a:pt x="11986" y="275273"/>
                    <a:pt x="26719" y="275273"/>
                  </a:cubicBezTo>
                  <a:lnTo>
                    <a:pt x="333281" y="275273"/>
                  </a:lnTo>
                  <a:cubicBezTo>
                    <a:pt x="348014" y="275273"/>
                    <a:pt x="360000" y="263287"/>
                    <a:pt x="360000" y="248555"/>
                  </a:cubicBezTo>
                  <a:lnTo>
                    <a:pt x="360000" y="222363"/>
                  </a:lnTo>
                  <a:cubicBezTo>
                    <a:pt x="360000" y="216539"/>
                    <a:pt x="355278" y="211816"/>
                    <a:pt x="349453" y="211816"/>
                  </a:cubicBezTo>
                  <a:close/>
                  <a:moveTo>
                    <a:pt x="42275" y="21094"/>
                  </a:moveTo>
                  <a:lnTo>
                    <a:pt x="317725" y="21094"/>
                  </a:lnTo>
                  <a:lnTo>
                    <a:pt x="317725" y="211816"/>
                  </a:lnTo>
                  <a:lnTo>
                    <a:pt x="42275" y="211816"/>
                  </a:lnTo>
                  <a:close/>
                  <a:moveTo>
                    <a:pt x="26719" y="254180"/>
                  </a:moveTo>
                  <a:cubicBezTo>
                    <a:pt x="23617" y="254180"/>
                    <a:pt x="21094" y="251656"/>
                    <a:pt x="21094" y="248555"/>
                  </a:cubicBezTo>
                  <a:lnTo>
                    <a:pt x="21094" y="232910"/>
                  </a:lnTo>
                  <a:lnTo>
                    <a:pt x="131399" y="232910"/>
                  </a:lnTo>
                  <a:lnTo>
                    <a:pt x="143093" y="254180"/>
                  </a:lnTo>
                  <a:close/>
                  <a:moveTo>
                    <a:pt x="194663" y="254180"/>
                  </a:moveTo>
                  <a:lnTo>
                    <a:pt x="167164" y="254180"/>
                  </a:lnTo>
                  <a:lnTo>
                    <a:pt x="155471" y="232910"/>
                  </a:lnTo>
                  <a:lnTo>
                    <a:pt x="205298" y="232910"/>
                  </a:lnTo>
                  <a:close/>
                  <a:moveTo>
                    <a:pt x="338906" y="248555"/>
                  </a:moveTo>
                  <a:cubicBezTo>
                    <a:pt x="338906" y="251656"/>
                    <a:pt x="336383" y="254180"/>
                    <a:pt x="333281" y="254180"/>
                  </a:cubicBezTo>
                  <a:lnTo>
                    <a:pt x="218247" y="254180"/>
                  </a:lnTo>
                  <a:lnTo>
                    <a:pt x="228882" y="232910"/>
                  </a:lnTo>
                  <a:lnTo>
                    <a:pt x="338906" y="232910"/>
                  </a:lnTo>
                  <a:close/>
                </a:path>
              </a:pathLst>
            </a:custGeom>
            <a:solidFill>
              <a:srgbClr val="000000"/>
            </a:solidFill>
            <a:ln w="6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grpSp>
      <p:sp>
        <p:nvSpPr>
          <p:cNvPr id="34" name="Graphique 1093">
            <a:extLst>
              <a:ext uri="{FF2B5EF4-FFF2-40B4-BE49-F238E27FC236}">
                <a16:creationId xmlns:a16="http://schemas.microsoft.com/office/drawing/2014/main" id="{C1DFBC04-864B-7F6E-0DF6-160B23F4DA8D}"/>
              </a:ext>
            </a:extLst>
          </p:cNvPr>
          <p:cNvSpPr/>
          <p:nvPr/>
        </p:nvSpPr>
        <p:spPr>
          <a:xfrm>
            <a:off x="6625442" y="4042065"/>
            <a:ext cx="273250" cy="290332"/>
          </a:xfrm>
          <a:custGeom>
            <a:avLst/>
            <a:gdLst>
              <a:gd name="connsiteX0" fmla="*/ 322005 w 338818"/>
              <a:gd name="connsiteY0" fmla="*/ 158818 h 360000"/>
              <a:gd name="connsiteX1" fmla="*/ 335729 w 338818"/>
              <a:gd name="connsiteY1" fmla="*/ 145094 h 360000"/>
              <a:gd name="connsiteX2" fmla="*/ 335729 w 338818"/>
              <a:gd name="connsiteY2" fmla="*/ 130179 h 360000"/>
              <a:gd name="connsiteX3" fmla="*/ 320813 w 338818"/>
              <a:gd name="connsiteY3" fmla="*/ 130179 h 360000"/>
              <a:gd name="connsiteX4" fmla="*/ 315887 w 338818"/>
              <a:gd name="connsiteY4" fmla="*/ 135105 h 360000"/>
              <a:gd name="connsiteX5" fmla="*/ 271119 w 338818"/>
              <a:gd name="connsiteY5" fmla="*/ 46517 h 360000"/>
              <a:gd name="connsiteX6" fmla="*/ 158818 w 338818"/>
              <a:gd name="connsiteY6" fmla="*/ 0 h 360000"/>
              <a:gd name="connsiteX7" fmla="*/ 46517 w 338818"/>
              <a:gd name="connsiteY7" fmla="*/ 46517 h 360000"/>
              <a:gd name="connsiteX8" fmla="*/ 0 w 338818"/>
              <a:gd name="connsiteY8" fmla="*/ 158818 h 360000"/>
              <a:gd name="connsiteX9" fmla="*/ 48949 w 338818"/>
              <a:gd name="connsiteY9" fmla="*/ 273494 h 360000"/>
              <a:gd name="connsiteX10" fmla="*/ 21853 w 338818"/>
              <a:gd name="connsiteY10" fmla="*/ 345750 h 360000"/>
              <a:gd name="connsiteX11" fmla="*/ 23060 w 338818"/>
              <a:gd name="connsiteY11" fmla="*/ 355461 h 360000"/>
              <a:gd name="connsiteX12" fmla="*/ 31729 w 338818"/>
              <a:gd name="connsiteY12" fmla="*/ 360000 h 360000"/>
              <a:gd name="connsiteX13" fmla="*/ 74092 w 338818"/>
              <a:gd name="connsiteY13" fmla="*/ 360000 h 360000"/>
              <a:gd name="connsiteX14" fmla="*/ 83967 w 338818"/>
              <a:gd name="connsiteY14" fmla="*/ 353156 h 360000"/>
              <a:gd name="connsiteX15" fmla="*/ 101297 w 338818"/>
              <a:gd name="connsiteY15" fmla="*/ 306942 h 360000"/>
              <a:gd name="connsiteX16" fmla="*/ 158818 w 338818"/>
              <a:gd name="connsiteY16" fmla="*/ 317637 h 360000"/>
              <a:gd name="connsiteX17" fmla="*/ 216340 w 338818"/>
              <a:gd name="connsiteY17" fmla="*/ 306942 h 360000"/>
              <a:gd name="connsiteX18" fmla="*/ 233670 w 338818"/>
              <a:gd name="connsiteY18" fmla="*/ 353156 h 360000"/>
              <a:gd name="connsiteX19" fmla="*/ 243545 w 338818"/>
              <a:gd name="connsiteY19" fmla="*/ 360000 h 360000"/>
              <a:gd name="connsiteX20" fmla="*/ 285908 w 338818"/>
              <a:gd name="connsiteY20" fmla="*/ 360000 h 360000"/>
              <a:gd name="connsiteX21" fmla="*/ 294577 w 338818"/>
              <a:gd name="connsiteY21" fmla="*/ 355461 h 360000"/>
              <a:gd name="connsiteX22" fmla="*/ 295784 w 338818"/>
              <a:gd name="connsiteY22" fmla="*/ 345750 h 360000"/>
              <a:gd name="connsiteX23" fmla="*/ 268687 w 338818"/>
              <a:gd name="connsiteY23" fmla="*/ 273494 h 360000"/>
              <a:gd name="connsiteX24" fmla="*/ 315887 w 338818"/>
              <a:gd name="connsiteY24" fmla="*/ 182531 h 360000"/>
              <a:gd name="connsiteX25" fmla="*/ 320813 w 338818"/>
              <a:gd name="connsiteY25" fmla="*/ 187457 h 360000"/>
              <a:gd name="connsiteX26" fmla="*/ 328271 w 338818"/>
              <a:gd name="connsiteY26" fmla="*/ 190547 h 360000"/>
              <a:gd name="connsiteX27" fmla="*/ 335728 w 338818"/>
              <a:gd name="connsiteY27" fmla="*/ 187457 h 360000"/>
              <a:gd name="connsiteX28" fmla="*/ 335728 w 338818"/>
              <a:gd name="connsiteY28" fmla="*/ 172542 h 360000"/>
              <a:gd name="connsiteX29" fmla="*/ 66783 w 338818"/>
              <a:gd name="connsiteY29" fmla="*/ 338906 h 360000"/>
              <a:gd name="connsiteX30" fmla="*/ 46948 w 338818"/>
              <a:gd name="connsiteY30" fmla="*/ 338906 h 360000"/>
              <a:gd name="connsiteX31" fmla="*/ 66112 w 338818"/>
              <a:gd name="connsiteY31" fmla="*/ 287802 h 360000"/>
              <a:gd name="connsiteX32" fmla="*/ 82135 w 338818"/>
              <a:gd name="connsiteY32" fmla="*/ 297967 h 360000"/>
              <a:gd name="connsiteX33" fmla="*/ 270689 w 338818"/>
              <a:gd name="connsiteY33" fmla="*/ 338906 h 360000"/>
              <a:gd name="connsiteX34" fmla="*/ 250854 w 338818"/>
              <a:gd name="connsiteY34" fmla="*/ 338906 h 360000"/>
              <a:gd name="connsiteX35" fmla="*/ 235502 w 338818"/>
              <a:gd name="connsiteY35" fmla="*/ 297968 h 360000"/>
              <a:gd name="connsiteX36" fmla="*/ 251525 w 338818"/>
              <a:gd name="connsiteY36" fmla="*/ 287802 h 360000"/>
              <a:gd name="connsiteX37" fmla="*/ 158818 w 338818"/>
              <a:gd name="connsiteY37" fmla="*/ 127090 h 360000"/>
              <a:gd name="connsiteX38" fmla="*/ 148272 w 338818"/>
              <a:gd name="connsiteY38" fmla="*/ 137637 h 360000"/>
              <a:gd name="connsiteX39" fmla="*/ 148272 w 338818"/>
              <a:gd name="connsiteY39" fmla="*/ 180000 h 360000"/>
              <a:gd name="connsiteX40" fmla="*/ 158818 w 338818"/>
              <a:gd name="connsiteY40" fmla="*/ 190547 h 360000"/>
              <a:gd name="connsiteX41" fmla="*/ 169365 w 338818"/>
              <a:gd name="connsiteY41" fmla="*/ 180000 h 360000"/>
              <a:gd name="connsiteX42" fmla="*/ 169365 w 338818"/>
              <a:gd name="connsiteY42" fmla="*/ 169365 h 360000"/>
              <a:gd name="connsiteX43" fmla="*/ 210760 w 338818"/>
              <a:gd name="connsiteY43" fmla="*/ 169365 h 360000"/>
              <a:gd name="connsiteX44" fmla="*/ 158818 w 338818"/>
              <a:gd name="connsiteY44" fmla="*/ 211816 h 360000"/>
              <a:gd name="connsiteX45" fmla="*/ 105820 w 338818"/>
              <a:gd name="connsiteY45" fmla="*/ 158818 h 360000"/>
              <a:gd name="connsiteX46" fmla="*/ 158818 w 338818"/>
              <a:gd name="connsiteY46" fmla="*/ 105820 h 360000"/>
              <a:gd name="connsiteX47" fmla="*/ 210760 w 338818"/>
              <a:gd name="connsiteY47" fmla="*/ 148271 h 360000"/>
              <a:gd name="connsiteX48" fmla="*/ 169365 w 338818"/>
              <a:gd name="connsiteY48" fmla="*/ 148271 h 360000"/>
              <a:gd name="connsiteX49" fmla="*/ 169365 w 338818"/>
              <a:gd name="connsiteY49" fmla="*/ 137637 h 360000"/>
              <a:gd name="connsiteX50" fmla="*/ 158818 w 338818"/>
              <a:gd name="connsiteY50" fmla="*/ 127090 h 360000"/>
              <a:gd name="connsiteX51" fmla="*/ 158818 w 338818"/>
              <a:gd name="connsiteY51" fmla="*/ 84727 h 360000"/>
              <a:gd name="connsiteX52" fmla="*/ 84727 w 338818"/>
              <a:gd name="connsiteY52" fmla="*/ 158818 h 360000"/>
              <a:gd name="connsiteX53" fmla="*/ 158818 w 338818"/>
              <a:gd name="connsiteY53" fmla="*/ 232910 h 360000"/>
              <a:gd name="connsiteX54" fmla="*/ 232156 w 338818"/>
              <a:gd name="connsiteY54" fmla="*/ 169365 h 360000"/>
              <a:gd name="connsiteX55" fmla="*/ 253594 w 338818"/>
              <a:gd name="connsiteY55" fmla="*/ 169365 h 360000"/>
              <a:gd name="connsiteX56" fmla="*/ 158818 w 338818"/>
              <a:gd name="connsiteY56" fmla="*/ 254180 h 360000"/>
              <a:gd name="connsiteX57" fmla="*/ 63457 w 338818"/>
              <a:gd name="connsiteY57" fmla="*/ 158818 h 360000"/>
              <a:gd name="connsiteX58" fmla="*/ 158818 w 338818"/>
              <a:gd name="connsiteY58" fmla="*/ 63457 h 360000"/>
              <a:gd name="connsiteX59" fmla="*/ 253593 w 338818"/>
              <a:gd name="connsiteY59" fmla="*/ 148271 h 360000"/>
              <a:gd name="connsiteX60" fmla="*/ 232156 w 338818"/>
              <a:gd name="connsiteY60" fmla="*/ 148271 h 360000"/>
              <a:gd name="connsiteX61" fmla="*/ 158818 w 338818"/>
              <a:gd name="connsiteY61" fmla="*/ 84727 h 360000"/>
              <a:gd name="connsiteX62" fmla="*/ 158818 w 338818"/>
              <a:gd name="connsiteY62" fmla="*/ 42363 h 360000"/>
              <a:gd name="connsiteX63" fmla="*/ 42363 w 338818"/>
              <a:gd name="connsiteY63" fmla="*/ 158818 h 360000"/>
              <a:gd name="connsiteX64" fmla="*/ 158818 w 338818"/>
              <a:gd name="connsiteY64" fmla="*/ 275273 h 360000"/>
              <a:gd name="connsiteX65" fmla="*/ 274790 w 338818"/>
              <a:gd name="connsiteY65" fmla="*/ 169365 h 360000"/>
              <a:gd name="connsiteX66" fmla="*/ 296142 w 338818"/>
              <a:gd name="connsiteY66" fmla="*/ 169365 h 360000"/>
              <a:gd name="connsiteX67" fmla="*/ 158818 w 338818"/>
              <a:gd name="connsiteY67" fmla="*/ 296543 h 360000"/>
              <a:gd name="connsiteX68" fmla="*/ 21094 w 338818"/>
              <a:gd name="connsiteY68" fmla="*/ 158818 h 360000"/>
              <a:gd name="connsiteX69" fmla="*/ 158818 w 338818"/>
              <a:gd name="connsiteY69" fmla="*/ 21094 h 360000"/>
              <a:gd name="connsiteX70" fmla="*/ 296143 w 338818"/>
              <a:gd name="connsiteY70" fmla="*/ 148271 h 360000"/>
              <a:gd name="connsiteX71" fmla="*/ 274791 w 338818"/>
              <a:gd name="connsiteY71" fmla="*/ 148271 h 360000"/>
              <a:gd name="connsiteX72" fmla="*/ 158818 w 338818"/>
              <a:gd name="connsiteY72" fmla="*/ 42363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38818" h="360000">
                <a:moveTo>
                  <a:pt x="322005" y="158818"/>
                </a:moveTo>
                <a:lnTo>
                  <a:pt x="335729" y="145094"/>
                </a:lnTo>
                <a:cubicBezTo>
                  <a:pt x="339848" y="140976"/>
                  <a:pt x="339848" y="134298"/>
                  <a:pt x="335729" y="130179"/>
                </a:cubicBezTo>
                <a:cubicBezTo>
                  <a:pt x="331611" y="126060"/>
                  <a:pt x="324932" y="126060"/>
                  <a:pt x="320813" y="130179"/>
                </a:cubicBezTo>
                <a:lnTo>
                  <a:pt x="315887" y="135105"/>
                </a:lnTo>
                <a:cubicBezTo>
                  <a:pt x="310914" y="101685"/>
                  <a:pt x="295451" y="70848"/>
                  <a:pt x="271119" y="46517"/>
                </a:cubicBezTo>
                <a:cubicBezTo>
                  <a:pt x="241123" y="16520"/>
                  <a:pt x="201240" y="0"/>
                  <a:pt x="158818" y="0"/>
                </a:cubicBezTo>
                <a:cubicBezTo>
                  <a:pt x="116397" y="0"/>
                  <a:pt x="76513" y="16520"/>
                  <a:pt x="46517" y="46517"/>
                </a:cubicBezTo>
                <a:cubicBezTo>
                  <a:pt x="16520" y="76513"/>
                  <a:pt x="0" y="116397"/>
                  <a:pt x="0" y="158818"/>
                </a:cubicBezTo>
                <a:cubicBezTo>
                  <a:pt x="-29" y="202342"/>
                  <a:pt x="17505" y="243399"/>
                  <a:pt x="48949" y="273494"/>
                </a:cubicBezTo>
                <a:lnTo>
                  <a:pt x="21853" y="345750"/>
                </a:lnTo>
                <a:cubicBezTo>
                  <a:pt x="20638" y="348988"/>
                  <a:pt x="21090" y="352617"/>
                  <a:pt x="23060" y="355461"/>
                </a:cubicBezTo>
                <a:cubicBezTo>
                  <a:pt x="25030" y="358304"/>
                  <a:pt x="28269" y="360000"/>
                  <a:pt x="31729" y="360000"/>
                </a:cubicBezTo>
                <a:lnTo>
                  <a:pt x="74092" y="360000"/>
                </a:lnTo>
                <a:cubicBezTo>
                  <a:pt x="78488" y="360000"/>
                  <a:pt x="82424" y="357273"/>
                  <a:pt x="83967" y="353156"/>
                </a:cubicBezTo>
                <a:lnTo>
                  <a:pt x="101297" y="306942"/>
                </a:lnTo>
                <a:cubicBezTo>
                  <a:pt x="119394" y="313964"/>
                  <a:pt x="138824" y="317637"/>
                  <a:pt x="158818" y="317637"/>
                </a:cubicBezTo>
                <a:cubicBezTo>
                  <a:pt x="178813" y="317637"/>
                  <a:pt x="198242" y="313964"/>
                  <a:pt x="216340" y="306942"/>
                </a:cubicBezTo>
                <a:lnTo>
                  <a:pt x="233670" y="353156"/>
                </a:lnTo>
                <a:cubicBezTo>
                  <a:pt x="235213" y="357273"/>
                  <a:pt x="239148" y="360000"/>
                  <a:pt x="243545" y="360000"/>
                </a:cubicBezTo>
                <a:lnTo>
                  <a:pt x="285908" y="360000"/>
                </a:lnTo>
                <a:cubicBezTo>
                  <a:pt x="289368" y="360000"/>
                  <a:pt x="292607" y="358304"/>
                  <a:pt x="294577" y="355461"/>
                </a:cubicBezTo>
                <a:cubicBezTo>
                  <a:pt x="296547" y="352617"/>
                  <a:pt x="296998" y="348989"/>
                  <a:pt x="295784" y="345750"/>
                </a:cubicBezTo>
                <a:lnTo>
                  <a:pt x="268687" y="273494"/>
                </a:lnTo>
                <a:cubicBezTo>
                  <a:pt x="294316" y="248974"/>
                  <a:pt x="310781" y="217019"/>
                  <a:pt x="315887" y="182531"/>
                </a:cubicBezTo>
                <a:lnTo>
                  <a:pt x="320813" y="187457"/>
                </a:lnTo>
                <a:cubicBezTo>
                  <a:pt x="322873" y="189517"/>
                  <a:pt x="325572" y="190547"/>
                  <a:pt x="328271" y="190547"/>
                </a:cubicBezTo>
                <a:cubicBezTo>
                  <a:pt x="330970" y="190547"/>
                  <a:pt x="333669" y="189517"/>
                  <a:pt x="335728" y="187457"/>
                </a:cubicBezTo>
                <a:cubicBezTo>
                  <a:pt x="339847" y="183339"/>
                  <a:pt x="339847" y="176661"/>
                  <a:pt x="335728" y="172542"/>
                </a:cubicBezTo>
                <a:close/>
                <a:moveTo>
                  <a:pt x="66783" y="338906"/>
                </a:moveTo>
                <a:lnTo>
                  <a:pt x="46948" y="338906"/>
                </a:lnTo>
                <a:lnTo>
                  <a:pt x="66112" y="287802"/>
                </a:lnTo>
                <a:cubicBezTo>
                  <a:pt x="71267" y="291523"/>
                  <a:pt x="76615" y="294915"/>
                  <a:pt x="82135" y="297967"/>
                </a:cubicBezTo>
                <a:close/>
                <a:moveTo>
                  <a:pt x="270689" y="338906"/>
                </a:moveTo>
                <a:lnTo>
                  <a:pt x="250854" y="338906"/>
                </a:lnTo>
                <a:lnTo>
                  <a:pt x="235502" y="297968"/>
                </a:lnTo>
                <a:cubicBezTo>
                  <a:pt x="241021" y="294915"/>
                  <a:pt x="246371" y="291523"/>
                  <a:pt x="251525" y="287802"/>
                </a:cubicBezTo>
                <a:close/>
                <a:moveTo>
                  <a:pt x="158818" y="127090"/>
                </a:moveTo>
                <a:cubicBezTo>
                  <a:pt x="152994" y="127090"/>
                  <a:pt x="148272" y="131812"/>
                  <a:pt x="148272" y="137637"/>
                </a:cubicBezTo>
                <a:lnTo>
                  <a:pt x="148272" y="180000"/>
                </a:lnTo>
                <a:cubicBezTo>
                  <a:pt x="148272" y="185825"/>
                  <a:pt x="152994" y="190547"/>
                  <a:pt x="158818" y="190547"/>
                </a:cubicBezTo>
                <a:cubicBezTo>
                  <a:pt x="164643" y="190547"/>
                  <a:pt x="169365" y="185825"/>
                  <a:pt x="169365" y="180000"/>
                </a:cubicBezTo>
                <a:lnTo>
                  <a:pt x="169365" y="169365"/>
                </a:lnTo>
                <a:lnTo>
                  <a:pt x="210760" y="169365"/>
                </a:lnTo>
                <a:cubicBezTo>
                  <a:pt x="205856" y="193553"/>
                  <a:pt x="184431" y="211816"/>
                  <a:pt x="158818" y="211816"/>
                </a:cubicBezTo>
                <a:cubicBezTo>
                  <a:pt x="129595" y="211816"/>
                  <a:pt x="105820" y="188042"/>
                  <a:pt x="105820" y="158818"/>
                </a:cubicBezTo>
                <a:cubicBezTo>
                  <a:pt x="105820" y="129595"/>
                  <a:pt x="129595" y="105820"/>
                  <a:pt x="158818" y="105820"/>
                </a:cubicBezTo>
                <a:cubicBezTo>
                  <a:pt x="184431" y="105820"/>
                  <a:pt x="205855" y="124084"/>
                  <a:pt x="210760" y="148271"/>
                </a:cubicBezTo>
                <a:lnTo>
                  <a:pt x="169365" y="148271"/>
                </a:lnTo>
                <a:lnTo>
                  <a:pt x="169365" y="137637"/>
                </a:lnTo>
                <a:cubicBezTo>
                  <a:pt x="169365" y="131812"/>
                  <a:pt x="164643" y="127090"/>
                  <a:pt x="158818" y="127090"/>
                </a:cubicBezTo>
                <a:close/>
                <a:moveTo>
                  <a:pt x="158818" y="84727"/>
                </a:moveTo>
                <a:cubicBezTo>
                  <a:pt x="117964" y="84727"/>
                  <a:pt x="84727" y="117964"/>
                  <a:pt x="84727" y="158818"/>
                </a:cubicBezTo>
                <a:cubicBezTo>
                  <a:pt x="84727" y="199673"/>
                  <a:pt x="117964" y="232910"/>
                  <a:pt x="158818" y="232910"/>
                </a:cubicBezTo>
                <a:cubicBezTo>
                  <a:pt x="196092" y="232910"/>
                  <a:pt x="227020" y="205241"/>
                  <a:pt x="232156" y="169365"/>
                </a:cubicBezTo>
                <a:lnTo>
                  <a:pt x="253594" y="169365"/>
                </a:lnTo>
                <a:cubicBezTo>
                  <a:pt x="248328" y="217003"/>
                  <a:pt x="207835" y="254180"/>
                  <a:pt x="158818" y="254180"/>
                </a:cubicBezTo>
                <a:cubicBezTo>
                  <a:pt x="106236" y="254180"/>
                  <a:pt x="63457" y="211401"/>
                  <a:pt x="63457" y="158818"/>
                </a:cubicBezTo>
                <a:cubicBezTo>
                  <a:pt x="63457" y="106236"/>
                  <a:pt x="106236" y="63457"/>
                  <a:pt x="158818" y="63457"/>
                </a:cubicBezTo>
                <a:cubicBezTo>
                  <a:pt x="207836" y="63457"/>
                  <a:pt x="248328" y="100634"/>
                  <a:pt x="253593" y="148271"/>
                </a:cubicBezTo>
                <a:lnTo>
                  <a:pt x="232156" y="148271"/>
                </a:lnTo>
                <a:cubicBezTo>
                  <a:pt x="227020" y="112395"/>
                  <a:pt x="196092" y="84727"/>
                  <a:pt x="158818" y="84727"/>
                </a:cubicBezTo>
                <a:close/>
                <a:moveTo>
                  <a:pt x="158818" y="42363"/>
                </a:moveTo>
                <a:cubicBezTo>
                  <a:pt x="94605" y="42363"/>
                  <a:pt x="42363" y="94605"/>
                  <a:pt x="42363" y="158818"/>
                </a:cubicBezTo>
                <a:cubicBezTo>
                  <a:pt x="42363" y="223032"/>
                  <a:pt x="94605" y="275273"/>
                  <a:pt x="158818" y="275273"/>
                </a:cubicBezTo>
                <a:cubicBezTo>
                  <a:pt x="219476" y="275273"/>
                  <a:pt x="269442" y="228655"/>
                  <a:pt x="274790" y="169365"/>
                </a:cubicBezTo>
                <a:lnTo>
                  <a:pt x="296142" y="169365"/>
                </a:lnTo>
                <a:cubicBezTo>
                  <a:pt x="290738" y="240398"/>
                  <a:pt x="231211" y="296543"/>
                  <a:pt x="158818" y="296543"/>
                </a:cubicBezTo>
                <a:cubicBezTo>
                  <a:pt x="82877" y="296543"/>
                  <a:pt x="21094" y="234760"/>
                  <a:pt x="21094" y="158818"/>
                </a:cubicBezTo>
                <a:cubicBezTo>
                  <a:pt x="21094" y="82877"/>
                  <a:pt x="82877" y="21094"/>
                  <a:pt x="158818" y="21094"/>
                </a:cubicBezTo>
                <a:cubicBezTo>
                  <a:pt x="231212" y="21094"/>
                  <a:pt x="290739" y="77238"/>
                  <a:pt x="296143" y="148271"/>
                </a:cubicBezTo>
                <a:lnTo>
                  <a:pt x="274791" y="148271"/>
                </a:lnTo>
                <a:cubicBezTo>
                  <a:pt x="269442" y="88982"/>
                  <a:pt x="219476" y="42363"/>
                  <a:pt x="158818" y="42363"/>
                </a:cubicBezTo>
                <a:close/>
              </a:path>
            </a:pathLst>
          </a:custGeom>
          <a:solidFill>
            <a:srgbClr val="000000"/>
          </a:solidFill>
          <a:ln w="6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grpSp>
        <p:nvGrpSpPr>
          <p:cNvPr id="35" name="Graphique 1380">
            <a:extLst>
              <a:ext uri="{FF2B5EF4-FFF2-40B4-BE49-F238E27FC236}">
                <a16:creationId xmlns:a16="http://schemas.microsoft.com/office/drawing/2014/main" id="{A0F54D75-5432-1F3F-A649-123F2832FA85}"/>
              </a:ext>
            </a:extLst>
          </p:cNvPr>
          <p:cNvGrpSpPr/>
          <p:nvPr/>
        </p:nvGrpSpPr>
        <p:grpSpPr>
          <a:xfrm>
            <a:off x="6616886" y="994059"/>
            <a:ext cx="290364" cy="290342"/>
            <a:chOff x="3657600" y="1710612"/>
            <a:chExt cx="360037" cy="360012"/>
          </a:xfrm>
          <a:solidFill>
            <a:srgbClr val="000000"/>
          </a:solidFill>
        </p:grpSpPr>
        <p:sp>
          <p:nvSpPr>
            <p:cNvPr id="36" name="Forme libre : forme 35">
              <a:extLst>
                <a:ext uri="{FF2B5EF4-FFF2-40B4-BE49-F238E27FC236}">
                  <a16:creationId xmlns:a16="http://schemas.microsoft.com/office/drawing/2014/main" id="{798D08C0-C561-C5D6-9A83-B3C455C62EFF}"/>
                </a:ext>
              </a:extLst>
            </p:cNvPr>
            <p:cNvSpPr/>
            <p:nvPr/>
          </p:nvSpPr>
          <p:spPr>
            <a:xfrm>
              <a:off x="3657600" y="1752940"/>
              <a:ext cx="317659" cy="317684"/>
            </a:xfrm>
            <a:custGeom>
              <a:avLst/>
              <a:gdLst>
                <a:gd name="connsiteX0" fmla="*/ 169412 w 317659"/>
                <a:gd name="connsiteY0" fmla="*/ 37 h 317684"/>
                <a:gd name="connsiteX1" fmla="*/ 46518 w 317659"/>
                <a:gd name="connsiteY1" fmla="*/ 46555 h 317684"/>
                <a:gd name="connsiteX2" fmla="*/ 0 w 317659"/>
                <a:gd name="connsiteY2" fmla="*/ 158861 h 317684"/>
                <a:gd name="connsiteX3" fmla="*/ 158824 w 317659"/>
                <a:gd name="connsiteY3" fmla="*/ 317684 h 317684"/>
                <a:gd name="connsiteX4" fmla="*/ 271129 w 317659"/>
                <a:gd name="connsiteY4" fmla="*/ 271166 h 317684"/>
                <a:gd name="connsiteX5" fmla="*/ 317647 w 317659"/>
                <a:gd name="connsiteY5" fmla="*/ 148272 h 317684"/>
                <a:gd name="connsiteX6" fmla="*/ 169412 w 317659"/>
                <a:gd name="connsiteY6" fmla="*/ 148272 h 317684"/>
                <a:gd name="connsiteX7" fmla="*/ 148235 w 317659"/>
                <a:gd name="connsiteY7" fmla="*/ 80357 h 317684"/>
                <a:gd name="connsiteX8" fmla="*/ 27736 w 317659"/>
                <a:gd name="connsiteY8" fmla="*/ 200856 h 317684"/>
                <a:gd name="connsiteX9" fmla="*/ 21251 w 317659"/>
                <a:gd name="connsiteY9" fmla="*/ 163171 h 317684"/>
                <a:gd name="connsiteX10" fmla="*/ 148235 w 317659"/>
                <a:gd name="connsiteY10" fmla="*/ 36187 h 317684"/>
                <a:gd name="connsiteX11" fmla="*/ 130274 w 317659"/>
                <a:gd name="connsiteY11" fmla="*/ 24202 h 317684"/>
                <a:gd name="connsiteX12" fmla="*/ 24162 w 317659"/>
                <a:gd name="connsiteY12" fmla="*/ 130313 h 317684"/>
                <a:gd name="connsiteX13" fmla="*/ 130274 w 317659"/>
                <a:gd name="connsiteY13" fmla="*/ 24202 h 317684"/>
                <a:gd name="connsiteX14" fmla="*/ 36538 w 317659"/>
                <a:gd name="connsiteY14" fmla="*/ 222003 h 317684"/>
                <a:gd name="connsiteX15" fmla="*/ 148235 w 317659"/>
                <a:gd name="connsiteY15" fmla="*/ 110305 h 317684"/>
                <a:gd name="connsiteX16" fmla="*/ 148235 w 317659"/>
                <a:gd name="connsiteY16" fmla="*/ 154475 h 317684"/>
                <a:gd name="connsiteX17" fmla="*/ 54341 w 317659"/>
                <a:gd name="connsiteY17" fmla="*/ 248369 h 317684"/>
                <a:gd name="connsiteX18" fmla="*/ 36538 w 317659"/>
                <a:gd name="connsiteY18" fmla="*/ 222003 h 317684"/>
                <a:gd name="connsiteX19" fmla="*/ 296068 w 317659"/>
                <a:gd name="connsiteY19" fmla="*/ 169449 h 317684"/>
                <a:gd name="connsiteX20" fmla="*/ 158824 w 317659"/>
                <a:gd name="connsiteY20" fmla="*/ 296508 h 317684"/>
                <a:gd name="connsiteX21" fmla="*/ 69315 w 317659"/>
                <a:gd name="connsiteY21" fmla="*/ 263343 h 317684"/>
                <a:gd name="connsiteX22" fmla="*/ 163209 w 317659"/>
                <a:gd name="connsiteY22" fmla="*/ 169449 h 31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17659" h="317684">
                  <a:moveTo>
                    <a:pt x="169412" y="37"/>
                  </a:moveTo>
                  <a:cubicBezTo>
                    <a:pt x="164844" y="849"/>
                    <a:pt x="100547" y="-7473"/>
                    <a:pt x="46518" y="46555"/>
                  </a:cubicBezTo>
                  <a:cubicBezTo>
                    <a:pt x="16520" y="76554"/>
                    <a:pt x="0" y="116438"/>
                    <a:pt x="0" y="158861"/>
                  </a:cubicBezTo>
                  <a:cubicBezTo>
                    <a:pt x="0" y="246637"/>
                    <a:pt x="71034" y="317684"/>
                    <a:pt x="158824" y="317684"/>
                  </a:cubicBezTo>
                  <a:cubicBezTo>
                    <a:pt x="201247" y="317684"/>
                    <a:pt x="241131" y="301164"/>
                    <a:pt x="271129" y="271166"/>
                  </a:cubicBezTo>
                  <a:cubicBezTo>
                    <a:pt x="324820" y="217476"/>
                    <a:pt x="316852" y="152747"/>
                    <a:pt x="317647" y="148272"/>
                  </a:cubicBezTo>
                  <a:lnTo>
                    <a:pt x="169412" y="148272"/>
                  </a:lnTo>
                  <a:close/>
                  <a:moveTo>
                    <a:pt x="148235" y="80357"/>
                  </a:moveTo>
                  <a:lnTo>
                    <a:pt x="27736" y="200856"/>
                  </a:lnTo>
                  <a:cubicBezTo>
                    <a:pt x="23902" y="188916"/>
                    <a:pt x="21656" y="176273"/>
                    <a:pt x="21251" y="163171"/>
                  </a:cubicBezTo>
                  <a:lnTo>
                    <a:pt x="148235" y="36187"/>
                  </a:lnTo>
                  <a:close/>
                  <a:moveTo>
                    <a:pt x="130274" y="24202"/>
                  </a:moveTo>
                  <a:lnTo>
                    <a:pt x="24162" y="130313"/>
                  </a:lnTo>
                  <a:cubicBezTo>
                    <a:pt x="35392" y="77283"/>
                    <a:pt x="77245" y="35432"/>
                    <a:pt x="130274" y="24202"/>
                  </a:cubicBezTo>
                  <a:close/>
                  <a:moveTo>
                    <a:pt x="36538" y="222003"/>
                  </a:moveTo>
                  <a:lnTo>
                    <a:pt x="148235" y="110305"/>
                  </a:lnTo>
                  <a:lnTo>
                    <a:pt x="148235" y="154475"/>
                  </a:lnTo>
                  <a:lnTo>
                    <a:pt x="54341" y="248369"/>
                  </a:lnTo>
                  <a:cubicBezTo>
                    <a:pt x="47443" y="240328"/>
                    <a:pt x="41456" y="231487"/>
                    <a:pt x="36538" y="222003"/>
                  </a:cubicBezTo>
                  <a:close/>
                  <a:moveTo>
                    <a:pt x="296068" y="169449"/>
                  </a:moveTo>
                  <a:cubicBezTo>
                    <a:pt x="290643" y="240420"/>
                    <a:pt x="231160" y="296508"/>
                    <a:pt x="158824" y="296508"/>
                  </a:cubicBezTo>
                  <a:cubicBezTo>
                    <a:pt x="124677" y="296508"/>
                    <a:pt x="93399" y="284004"/>
                    <a:pt x="69315" y="263343"/>
                  </a:cubicBezTo>
                  <a:lnTo>
                    <a:pt x="163209" y="169449"/>
                  </a:lnTo>
                  <a:close/>
                </a:path>
              </a:pathLst>
            </a:custGeom>
            <a:solidFill>
              <a:srgbClr val="000000"/>
            </a:solidFill>
            <a:ln w="6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37" name="Forme libre : forme 36">
              <a:extLst>
                <a:ext uri="{FF2B5EF4-FFF2-40B4-BE49-F238E27FC236}">
                  <a16:creationId xmlns:a16="http://schemas.microsoft.com/office/drawing/2014/main" id="{4983B918-B2F1-4E9F-ECD4-B67881FB82A8}"/>
                </a:ext>
              </a:extLst>
            </p:cNvPr>
            <p:cNvSpPr/>
            <p:nvPr/>
          </p:nvSpPr>
          <p:spPr>
            <a:xfrm>
              <a:off x="3848188" y="1710612"/>
              <a:ext cx="169448" cy="169424"/>
            </a:xfrm>
            <a:custGeom>
              <a:avLst/>
              <a:gdLst>
                <a:gd name="connsiteX0" fmla="*/ 122893 w 169448"/>
                <a:gd name="connsiteY0" fmla="*/ 46532 h 169424"/>
                <a:gd name="connsiteX1" fmla="*/ 0 w 169448"/>
                <a:gd name="connsiteY1" fmla="*/ 13 h 169424"/>
                <a:gd name="connsiteX2" fmla="*/ 0 w 169448"/>
                <a:gd name="connsiteY2" fmla="*/ 169424 h 169424"/>
                <a:gd name="connsiteX3" fmla="*/ 169412 w 169448"/>
                <a:gd name="connsiteY3" fmla="*/ 169424 h 169424"/>
                <a:gd name="connsiteX4" fmla="*/ 122893 w 169448"/>
                <a:gd name="connsiteY4" fmla="*/ 46532 h 169424"/>
                <a:gd name="connsiteX5" fmla="*/ 21176 w 169448"/>
                <a:gd name="connsiteY5" fmla="*/ 148248 h 169424"/>
                <a:gd name="connsiteX6" fmla="*/ 21176 w 169448"/>
                <a:gd name="connsiteY6" fmla="*/ 21592 h 169424"/>
                <a:gd name="connsiteX7" fmla="*/ 147832 w 169448"/>
                <a:gd name="connsiteY7" fmla="*/ 148248 h 16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448" h="169424">
                  <a:moveTo>
                    <a:pt x="122893" y="46532"/>
                  </a:moveTo>
                  <a:cubicBezTo>
                    <a:pt x="69203" y="-7159"/>
                    <a:pt x="4475" y="808"/>
                    <a:pt x="0" y="13"/>
                  </a:cubicBezTo>
                  <a:lnTo>
                    <a:pt x="0" y="169424"/>
                  </a:lnTo>
                  <a:lnTo>
                    <a:pt x="169412" y="169424"/>
                  </a:lnTo>
                  <a:cubicBezTo>
                    <a:pt x="168600" y="164857"/>
                    <a:pt x="176922" y="100560"/>
                    <a:pt x="122893" y="46532"/>
                  </a:cubicBezTo>
                  <a:close/>
                  <a:moveTo>
                    <a:pt x="21176" y="148248"/>
                  </a:moveTo>
                  <a:lnTo>
                    <a:pt x="21176" y="21592"/>
                  </a:lnTo>
                  <a:cubicBezTo>
                    <a:pt x="88652" y="26749"/>
                    <a:pt x="142675" y="80773"/>
                    <a:pt x="147832" y="148248"/>
                  </a:cubicBezTo>
                  <a:close/>
                </a:path>
              </a:pathLst>
            </a:custGeom>
            <a:solidFill>
              <a:srgbClr val="000000"/>
            </a:solidFill>
            <a:ln w="6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grpSp>
      <p:grpSp>
        <p:nvGrpSpPr>
          <p:cNvPr id="38" name="Graphique 1727">
            <a:extLst>
              <a:ext uri="{FF2B5EF4-FFF2-40B4-BE49-F238E27FC236}">
                <a16:creationId xmlns:a16="http://schemas.microsoft.com/office/drawing/2014/main" id="{4AC5552F-1FC5-D4B1-F02B-DF0B8C546F2E}"/>
              </a:ext>
            </a:extLst>
          </p:cNvPr>
          <p:cNvGrpSpPr/>
          <p:nvPr/>
        </p:nvGrpSpPr>
        <p:grpSpPr>
          <a:xfrm>
            <a:off x="6628034" y="2528977"/>
            <a:ext cx="268066" cy="268508"/>
            <a:chOff x="4392871" y="2445600"/>
            <a:chExt cx="329455" cy="330000"/>
          </a:xfrm>
          <a:solidFill>
            <a:srgbClr val="000000"/>
          </a:solidFill>
        </p:grpSpPr>
        <p:sp>
          <p:nvSpPr>
            <p:cNvPr id="39" name="Forme libre : forme 38">
              <a:extLst>
                <a:ext uri="{FF2B5EF4-FFF2-40B4-BE49-F238E27FC236}">
                  <a16:creationId xmlns:a16="http://schemas.microsoft.com/office/drawing/2014/main" id="{37FF0524-D8F7-9159-C161-7B11BF2B4D95}"/>
                </a:ext>
              </a:extLst>
            </p:cNvPr>
            <p:cNvSpPr/>
            <p:nvPr/>
          </p:nvSpPr>
          <p:spPr>
            <a:xfrm>
              <a:off x="4392871" y="2445600"/>
              <a:ext cx="329455" cy="330000"/>
            </a:xfrm>
            <a:custGeom>
              <a:avLst/>
              <a:gdLst>
                <a:gd name="connsiteX0" fmla="*/ 164458 w 329455"/>
                <a:gd name="connsiteY0" fmla="*/ -240 h 330000"/>
                <a:gd name="connsiteX1" fmla="*/ 156958 w 329455"/>
                <a:gd name="connsiteY1" fmla="*/ 7260 h 330000"/>
                <a:gd name="connsiteX2" fmla="*/ 156958 w 329455"/>
                <a:gd name="connsiteY2" fmla="*/ 165727 h 330000"/>
                <a:gd name="connsiteX3" fmla="*/ 137344 w 329455"/>
                <a:gd name="connsiteY3" fmla="*/ 179877 h 330000"/>
                <a:gd name="connsiteX4" fmla="*/ 123633 w 329455"/>
                <a:gd name="connsiteY4" fmla="*/ 202421 h 330000"/>
                <a:gd name="connsiteX5" fmla="*/ 110523 w 329455"/>
                <a:gd name="connsiteY5" fmla="*/ 184711 h 330000"/>
                <a:gd name="connsiteX6" fmla="*/ 96607 w 329455"/>
                <a:gd name="connsiteY6" fmla="*/ 177812 h 330000"/>
                <a:gd name="connsiteX7" fmla="*/ 83057 w 329455"/>
                <a:gd name="connsiteY7" fmla="*/ 185224 h 330000"/>
                <a:gd name="connsiteX8" fmla="*/ 820 w 329455"/>
                <a:gd name="connsiteY8" fmla="*/ 318027 h 330000"/>
                <a:gd name="connsiteX9" fmla="*/ 6958 w 329455"/>
                <a:gd name="connsiteY9" fmla="*/ 329760 h 330000"/>
                <a:gd name="connsiteX10" fmla="*/ 321943 w 329455"/>
                <a:gd name="connsiteY10" fmla="*/ 329760 h 330000"/>
                <a:gd name="connsiteX11" fmla="*/ 328389 w 329455"/>
                <a:gd name="connsiteY11" fmla="*/ 318437 h 330000"/>
                <a:gd name="connsiteX12" fmla="*/ 245859 w 329455"/>
                <a:gd name="connsiteY12" fmla="*/ 185224 h 330000"/>
                <a:gd name="connsiteX13" fmla="*/ 232310 w 329455"/>
                <a:gd name="connsiteY13" fmla="*/ 177812 h 330000"/>
                <a:gd name="connsiteX14" fmla="*/ 218394 w 329455"/>
                <a:gd name="connsiteY14" fmla="*/ 184711 h 330000"/>
                <a:gd name="connsiteX15" fmla="*/ 205283 w 329455"/>
                <a:gd name="connsiteY15" fmla="*/ 202421 h 330000"/>
                <a:gd name="connsiteX16" fmla="*/ 191572 w 329455"/>
                <a:gd name="connsiteY16" fmla="*/ 179877 h 330000"/>
                <a:gd name="connsiteX17" fmla="*/ 171958 w 329455"/>
                <a:gd name="connsiteY17" fmla="*/ 165727 h 330000"/>
                <a:gd name="connsiteX18" fmla="*/ 171958 w 329455"/>
                <a:gd name="connsiteY18" fmla="*/ 112260 h 330000"/>
                <a:gd name="connsiteX19" fmla="*/ 299458 w 329455"/>
                <a:gd name="connsiteY19" fmla="*/ 112260 h 330000"/>
                <a:gd name="connsiteX20" fmla="*/ 304263 w 329455"/>
                <a:gd name="connsiteY20" fmla="*/ 99003 h 330000"/>
                <a:gd name="connsiteX21" fmla="*/ 266162 w 329455"/>
                <a:gd name="connsiteY21" fmla="*/ 67245 h 330000"/>
                <a:gd name="connsiteX22" fmla="*/ 304263 w 329455"/>
                <a:gd name="connsiteY22" fmla="*/ 35488 h 330000"/>
                <a:gd name="connsiteX23" fmla="*/ 299458 w 329455"/>
                <a:gd name="connsiteY23" fmla="*/ 22231 h 330000"/>
                <a:gd name="connsiteX24" fmla="*/ 171958 w 329455"/>
                <a:gd name="connsiteY24" fmla="*/ 22231 h 330000"/>
                <a:gd name="connsiteX25" fmla="*/ 171958 w 329455"/>
                <a:gd name="connsiteY25" fmla="*/ 7260 h 330000"/>
                <a:gd name="connsiteX26" fmla="*/ 164458 w 329455"/>
                <a:gd name="connsiteY26" fmla="*/ -240 h 330000"/>
                <a:gd name="connsiteX27" fmla="*/ 171958 w 329455"/>
                <a:gd name="connsiteY27" fmla="*/ 37231 h 330000"/>
                <a:gd name="connsiteX28" fmla="*/ 278745 w 329455"/>
                <a:gd name="connsiteY28" fmla="*/ 37231 h 330000"/>
                <a:gd name="connsiteX29" fmla="*/ 249653 w 329455"/>
                <a:gd name="connsiteY29" fmla="*/ 61489 h 330000"/>
                <a:gd name="connsiteX30" fmla="*/ 249653 w 329455"/>
                <a:gd name="connsiteY30" fmla="*/ 73002 h 330000"/>
                <a:gd name="connsiteX31" fmla="*/ 278745 w 329455"/>
                <a:gd name="connsiteY31" fmla="*/ 97260 h 330000"/>
                <a:gd name="connsiteX32" fmla="*/ 171958 w 329455"/>
                <a:gd name="connsiteY32" fmla="*/ 97260 h 330000"/>
                <a:gd name="connsiteX33" fmla="*/ 164458 w 329455"/>
                <a:gd name="connsiteY33" fmla="*/ 179438 h 330000"/>
                <a:gd name="connsiteX34" fmla="*/ 178755 w 329455"/>
                <a:gd name="connsiteY34" fmla="*/ 187685 h 330000"/>
                <a:gd name="connsiteX35" fmla="*/ 256113 w 329455"/>
                <a:gd name="connsiteY35" fmla="*/ 314760 h 330000"/>
                <a:gd name="connsiteX36" fmla="*/ 72803 w 329455"/>
                <a:gd name="connsiteY36" fmla="*/ 314760 h 330000"/>
                <a:gd name="connsiteX37" fmla="*/ 150161 w 329455"/>
                <a:gd name="connsiteY37" fmla="*/ 187685 h 330000"/>
                <a:gd name="connsiteX38" fmla="*/ 164458 w 329455"/>
                <a:gd name="connsiteY38" fmla="*/ 179438 h 330000"/>
                <a:gd name="connsiteX39" fmla="*/ 115210 w 329455"/>
                <a:gd name="connsiteY39" fmla="*/ 216249 h 330000"/>
                <a:gd name="connsiteX40" fmla="*/ 55254 w 329455"/>
                <a:gd name="connsiteY40" fmla="*/ 314760 h 330000"/>
                <a:gd name="connsiteX41" fmla="*/ 20435 w 329455"/>
                <a:gd name="connsiteY41" fmla="*/ 314760 h 330000"/>
                <a:gd name="connsiteX42" fmla="*/ 95801 w 329455"/>
                <a:gd name="connsiteY42" fmla="*/ 193134 h 330000"/>
                <a:gd name="connsiteX43" fmla="*/ 98398 w 329455"/>
                <a:gd name="connsiteY43" fmla="*/ 193119 h 330000"/>
                <a:gd name="connsiteX44" fmla="*/ 115210 w 329455"/>
                <a:gd name="connsiteY44" fmla="*/ 216247 h 330000"/>
                <a:gd name="connsiteX45" fmla="*/ 233532 w 329455"/>
                <a:gd name="connsiteY45" fmla="*/ 193769 h 330000"/>
                <a:gd name="connsiteX46" fmla="*/ 308482 w 329455"/>
                <a:gd name="connsiteY46" fmla="*/ 314760 h 330000"/>
                <a:gd name="connsiteX47" fmla="*/ 273662 w 329455"/>
                <a:gd name="connsiteY47" fmla="*/ 314760 h 330000"/>
                <a:gd name="connsiteX48" fmla="*/ 213706 w 329455"/>
                <a:gd name="connsiteY48" fmla="*/ 216249 h 330000"/>
                <a:gd name="connsiteX49" fmla="*/ 230449 w 329455"/>
                <a:gd name="connsiteY49" fmla="*/ 193647 h 330000"/>
                <a:gd name="connsiteX50" fmla="*/ 233532 w 329455"/>
                <a:gd name="connsiteY50" fmla="*/ 193769 h 33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29455" h="330000">
                  <a:moveTo>
                    <a:pt x="164458" y="-240"/>
                  </a:moveTo>
                  <a:cubicBezTo>
                    <a:pt x="160316" y="-240"/>
                    <a:pt x="156958" y="3118"/>
                    <a:pt x="156958" y="7260"/>
                  </a:cubicBezTo>
                  <a:lnTo>
                    <a:pt x="156958" y="165727"/>
                  </a:lnTo>
                  <a:cubicBezTo>
                    <a:pt x="149166" y="167554"/>
                    <a:pt x="141979" y="172262"/>
                    <a:pt x="137344" y="179877"/>
                  </a:cubicBezTo>
                  <a:lnTo>
                    <a:pt x="123633" y="202421"/>
                  </a:lnTo>
                  <a:lnTo>
                    <a:pt x="110523" y="184711"/>
                  </a:lnTo>
                  <a:cubicBezTo>
                    <a:pt x="107171" y="180185"/>
                    <a:pt x="101857" y="177808"/>
                    <a:pt x="96607" y="177812"/>
                  </a:cubicBezTo>
                  <a:cubicBezTo>
                    <a:pt x="91356" y="177815"/>
                    <a:pt x="86170" y="180201"/>
                    <a:pt x="83057" y="185224"/>
                  </a:cubicBezTo>
                  <a:lnTo>
                    <a:pt x="820" y="318027"/>
                  </a:lnTo>
                  <a:cubicBezTo>
                    <a:pt x="-2288" y="323648"/>
                    <a:pt x="2974" y="329760"/>
                    <a:pt x="6958" y="329760"/>
                  </a:cubicBezTo>
                  <a:lnTo>
                    <a:pt x="321943" y="329760"/>
                  </a:lnTo>
                  <a:cubicBezTo>
                    <a:pt x="329894" y="329760"/>
                    <a:pt x="330283" y="321422"/>
                    <a:pt x="328389" y="318437"/>
                  </a:cubicBezTo>
                  <a:cubicBezTo>
                    <a:pt x="300920" y="274041"/>
                    <a:pt x="273372" y="229620"/>
                    <a:pt x="245859" y="185224"/>
                  </a:cubicBezTo>
                  <a:cubicBezTo>
                    <a:pt x="242747" y="180201"/>
                    <a:pt x="237560" y="177816"/>
                    <a:pt x="232310" y="177812"/>
                  </a:cubicBezTo>
                  <a:cubicBezTo>
                    <a:pt x="227059" y="177808"/>
                    <a:pt x="221746" y="180186"/>
                    <a:pt x="218394" y="184711"/>
                  </a:cubicBezTo>
                  <a:lnTo>
                    <a:pt x="205283" y="202421"/>
                  </a:lnTo>
                  <a:lnTo>
                    <a:pt x="191572" y="179877"/>
                  </a:lnTo>
                  <a:cubicBezTo>
                    <a:pt x="186938" y="172262"/>
                    <a:pt x="179750" y="167554"/>
                    <a:pt x="171958" y="165727"/>
                  </a:cubicBezTo>
                  <a:lnTo>
                    <a:pt x="171958" y="112260"/>
                  </a:lnTo>
                  <a:lnTo>
                    <a:pt x="299458" y="112260"/>
                  </a:lnTo>
                  <a:cubicBezTo>
                    <a:pt x="306466" y="112256"/>
                    <a:pt x="309641" y="103497"/>
                    <a:pt x="304263" y="99003"/>
                  </a:cubicBezTo>
                  <a:lnTo>
                    <a:pt x="266162" y="67245"/>
                  </a:lnTo>
                  <a:lnTo>
                    <a:pt x="304263" y="35488"/>
                  </a:lnTo>
                  <a:cubicBezTo>
                    <a:pt x="309641" y="30994"/>
                    <a:pt x="306466" y="22235"/>
                    <a:pt x="299458" y="22231"/>
                  </a:cubicBezTo>
                  <a:lnTo>
                    <a:pt x="171958" y="22231"/>
                  </a:lnTo>
                  <a:lnTo>
                    <a:pt x="171958" y="7260"/>
                  </a:lnTo>
                  <a:cubicBezTo>
                    <a:pt x="171958" y="3118"/>
                    <a:pt x="168600" y="-240"/>
                    <a:pt x="164458" y="-240"/>
                  </a:cubicBezTo>
                  <a:close/>
                  <a:moveTo>
                    <a:pt x="171958" y="37231"/>
                  </a:moveTo>
                  <a:lnTo>
                    <a:pt x="278745" y="37231"/>
                  </a:lnTo>
                  <a:lnTo>
                    <a:pt x="249653" y="61489"/>
                  </a:lnTo>
                  <a:cubicBezTo>
                    <a:pt x="246064" y="64487"/>
                    <a:pt x="246063" y="70004"/>
                    <a:pt x="249653" y="73002"/>
                  </a:cubicBezTo>
                  <a:lnTo>
                    <a:pt x="278745" y="97260"/>
                  </a:lnTo>
                  <a:lnTo>
                    <a:pt x="171958" y="97260"/>
                  </a:lnTo>
                  <a:close/>
                  <a:moveTo>
                    <a:pt x="164458" y="179438"/>
                  </a:moveTo>
                  <a:cubicBezTo>
                    <a:pt x="169933" y="179438"/>
                    <a:pt x="175409" y="182187"/>
                    <a:pt x="178755" y="187685"/>
                  </a:cubicBezTo>
                  <a:lnTo>
                    <a:pt x="256113" y="314760"/>
                  </a:lnTo>
                  <a:lnTo>
                    <a:pt x="72803" y="314760"/>
                  </a:lnTo>
                  <a:lnTo>
                    <a:pt x="150161" y="187685"/>
                  </a:lnTo>
                  <a:cubicBezTo>
                    <a:pt x="153507" y="182187"/>
                    <a:pt x="158983" y="179438"/>
                    <a:pt x="164458" y="179438"/>
                  </a:cubicBezTo>
                  <a:close/>
                  <a:moveTo>
                    <a:pt x="115210" y="216249"/>
                  </a:moveTo>
                  <a:lnTo>
                    <a:pt x="55254" y="314760"/>
                  </a:lnTo>
                  <a:lnTo>
                    <a:pt x="20435" y="314760"/>
                  </a:lnTo>
                  <a:lnTo>
                    <a:pt x="95801" y="193134"/>
                  </a:lnTo>
                  <a:cubicBezTo>
                    <a:pt x="96532" y="191999"/>
                    <a:pt x="98015" y="192526"/>
                    <a:pt x="98398" y="193119"/>
                  </a:cubicBezTo>
                  <a:cubicBezTo>
                    <a:pt x="103440" y="201085"/>
                    <a:pt x="109538" y="208590"/>
                    <a:pt x="115210" y="216247"/>
                  </a:cubicBezTo>
                  <a:close/>
                  <a:moveTo>
                    <a:pt x="233532" y="193769"/>
                  </a:moveTo>
                  <a:lnTo>
                    <a:pt x="308482" y="314760"/>
                  </a:lnTo>
                  <a:lnTo>
                    <a:pt x="273662" y="314760"/>
                  </a:lnTo>
                  <a:lnTo>
                    <a:pt x="213706" y="216249"/>
                  </a:lnTo>
                  <a:lnTo>
                    <a:pt x="230449" y="193647"/>
                  </a:lnTo>
                  <a:cubicBezTo>
                    <a:pt x="231200" y="192578"/>
                    <a:pt x="232868" y="192798"/>
                    <a:pt x="233532" y="193769"/>
                  </a:cubicBezTo>
                  <a:close/>
                </a:path>
              </a:pathLst>
            </a:custGeom>
            <a:solidFill>
              <a:srgbClr val="000000"/>
            </a:solid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40" name="Forme libre : forme 39">
              <a:extLst>
                <a:ext uri="{FF2B5EF4-FFF2-40B4-BE49-F238E27FC236}">
                  <a16:creationId xmlns:a16="http://schemas.microsoft.com/office/drawing/2014/main" id="{F089F610-63DD-7424-9E6F-A455D37BCD3F}"/>
                </a:ext>
              </a:extLst>
            </p:cNvPr>
            <p:cNvSpPr/>
            <p:nvPr/>
          </p:nvSpPr>
          <p:spPr>
            <a:xfrm>
              <a:off x="4504839" y="2682168"/>
              <a:ext cx="39053" cy="54489"/>
            </a:xfrm>
            <a:custGeom>
              <a:avLst/>
              <a:gdLst>
                <a:gd name="connsiteX0" fmla="*/ 25024 w 39053"/>
                <a:gd name="connsiteY0" fmla="*/ 3324 h 54489"/>
                <a:gd name="connsiteX1" fmla="*/ 971 w 39053"/>
                <a:gd name="connsiteY1" fmla="*/ 42860 h 54489"/>
                <a:gd name="connsiteX2" fmla="*/ 3476 w 39053"/>
                <a:gd name="connsiteY2" fmla="*/ 53158 h 54489"/>
                <a:gd name="connsiteX3" fmla="*/ 13774 w 39053"/>
                <a:gd name="connsiteY3" fmla="*/ 50653 h 54489"/>
                <a:gd name="connsiteX4" fmla="*/ 37842 w 39053"/>
                <a:gd name="connsiteY4" fmla="*/ 11117 h 54489"/>
                <a:gd name="connsiteX5" fmla="*/ 35337 w 39053"/>
                <a:gd name="connsiteY5" fmla="*/ 819 h 54489"/>
                <a:gd name="connsiteX6" fmla="*/ 25024 w 39053"/>
                <a:gd name="connsiteY6" fmla="*/ 3324 h 5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053" h="54489">
                  <a:moveTo>
                    <a:pt x="25024" y="3324"/>
                  </a:moveTo>
                  <a:lnTo>
                    <a:pt x="971" y="42860"/>
                  </a:lnTo>
                  <a:cubicBezTo>
                    <a:pt x="-1177" y="46396"/>
                    <a:pt x="-56" y="51004"/>
                    <a:pt x="3476" y="53158"/>
                  </a:cubicBezTo>
                  <a:cubicBezTo>
                    <a:pt x="7012" y="55306"/>
                    <a:pt x="11620" y="54185"/>
                    <a:pt x="13774" y="50653"/>
                  </a:cubicBezTo>
                  <a:lnTo>
                    <a:pt x="37842" y="11117"/>
                  </a:lnTo>
                  <a:cubicBezTo>
                    <a:pt x="39990" y="7581"/>
                    <a:pt x="38869" y="2973"/>
                    <a:pt x="35337" y="819"/>
                  </a:cubicBezTo>
                  <a:cubicBezTo>
                    <a:pt x="31385" y="-1376"/>
                    <a:pt x="27197" y="26"/>
                    <a:pt x="25024" y="3324"/>
                  </a:cubicBezTo>
                  <a:close/>
                </a:path>
              </a:pathLst>
            </a:custGeom>
            <a:solidFill>
              <a:srgbClr val="000000"/>
            </a:solid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41" name="Forme libre : forme 40">
              <a:extLst>
                <a:ext uri="{FF2B5EF4-FFF2-40B4-BE49-F238E27FC236}">
                  <a16:creationId xmlns:a16="http://schemas.microsoft.com/office/drawing/2014/main" id="{6B8EA889-5EA3-8F12-18C0-42FC1B8DBC92}"/>
                </a:ext>
              </a:extLst>
            </p:cNvPr>
            <p:cNvSpPr/>
            <p:nvPr/>
          </p:nvSpPr>
          <p:spPr>
            <a:xfrm>
              <a:off x="4542840" y="2659754"/>
              <a:ext cx="15000" cy="15000"/>
            </a:xfrm>
            <a:custGeom>
              <a:avLst/>
              <a:gdLst>
                <a:gd name="connsiteX0" fmla="*/ 14880 w 15000"/>
                <a:gd name="connsiteY0" fmla="*/ 7260 h 15000"/>
                <a:gd name="connsiteX1" fmla="*/ 7380 w 15000"/>
                <a:gd name="connsiteY1" fmla="*/ 14760 h 15000"/>
                <a:gd name="connsiteX2" fmla="*/ -120 w 15000"/>
                <a:gd name="connsiteY2" fmla="*/ 7260 h 15000"/>
                <a:gd name="connsiteX3" fmla="*/ 7380 w 15000"/>
                <a:gd name="connsiteY3" fmla="*/ -240 h 15000"/>
                <a:gd name="connsiteX4" fmla="*/ 14880 w 15000"/>
                <a:gd name="connsiteY4" fmla="*/ 7260 h 1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00" h="15000">
                  <a:moveTo>
                    <a:pt x="14880" y="7260"/>
                  </a:moveTo>
                  <a:cubicBezTo>
                    <a:pt x="14880" y="11402"/>
                    <a:pt x="11522" y="14760"/>
                    <a:pt x="7380" y="14760"/>
                  </a:cubicBezTo>
                  <a:cubicBezTo>
                    <a:pt x="3238" y="14760"/>
                    <a:pt x="-120" y="11402"/>
                    <a:pt x="-120" y="7260"/>
                  </a:cubicBezTo>
                  <a:cubicBezTo>
                    <a:pt x="-120" y="3118"/>
                    <a:pt x="3238" y="-240"/>
                    <a:pt x="7380" y="-240"/>
                  </a:cubicBezTo>
                  <a:cubicBezTo>
                    <a:pt x="11522" y="-240"/>
                    <a:pt x="14880" y="3118"/>
                    <a:pt x="14880" y="7260"/>
                  </a:cubicBezTo>
                  <a:close/>
                </a:path>
              </a:pathLst>
            </a:custGeom>
            <a:solidFill>
              <a:srgbClr val="000000"/>
            </a:solid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grpSp>
    </p:spTree>
    <p:extLst>
      <p:ext uri="{BB962C8B-B14F-4D97-AF65-F5344CB8AC3E}">
        <p14:creationId xmlns:p14="http://schemas.microsoft.com/office/powerpoint/2010/main" val="3980979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7D74AB5-E8FA-185A-3DDD-39A7EB6FA30C}"/>
              </a:ext>
            </a:extLst>
          </p:cNvPr>
          <p:cNvSpPr>
            <a:spLocks noGrp="1"/>
          </p:cNvSpPr>
          <p:nvPr>
            <p:ph type="title"/>
          </p:nvPr>
        </p:nvSpPr>
        <p:spPr/>
        <p:txBody>
          <a:bodyPr/>
          <a:lstStyle/>
          <a:p>
            <a:r>
              <a:rPr lang="en-US"/>
              <a:t>Titre de </a:t>
            </a:r>
            <a:r>
              <a:rPr lang="en-US">
                <a:gradFill flip="none" rotWithShape="1">
                  <a:gsLst>
                    <a:gs pos="37000">
                      <a:schemeClr val="tx2"/>
                    </a:gs>
                    <a:gs pos="85000">
                      <a:schemeClr val="accent1"/>
                    </a:gs>
                  </a:gsLst>
                  <a:lin ang="18900000" scaled="1"/>
                  <a:tileRect/>
                </a:gradFill>
              </a:rPr>
              <a:t>la slide</a:t>
            </a:r>
          </a:p>
        </p:txBody>
      </p:sp>
      <p:sp>
        <p:nvSpPr>
          <p:cNvPr id="5" name="Espace réservé du texte 4">
            <a:extLst>
              <a:ext uri="{FF2B5EF4-FFF2-40B4-BE49-F238E27FC236}">
                <a16:creationId xmlns:a16="http://schemas.microsoft.com/office/drawing/2014/main" id="{2B82415A-0048-E762-2B23-52E29969D032}"/>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94FA1743-ADD9-904E-4A8E-AA32E750D171}"/>
              </a:ext>
            </a:extLst>
          </p:cNvPr>
          <p:cNvSpPr>
            <a:spLocks noGrp="1"/>
          </p:cNvSpPr>
          <p:nvPr>
            <p:ph type="body" sz="quarter" idx="14"/>
          </p:nvPr>
        </p:nvSpPr>
        <p:spPr/>
        <p:txBody>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r>
              <a:rPr lang="fr-FR" dirty="0" err="1">
                <a:solidFill>
                  <a:srgbClr val="001746"/>
                </a:solidFill>
              </a:rPr>
              <a:t>porttitor</a:t>
            </a:r>
            <a:r>
              <a:rPr lang="fr-FR" dirty="0">
                <a:solidFill>
                  <a:srgbClr val="001746"/>
                </a:solidFill>
              </a:rPr>
              <a:t> </a:t>
            </a:r>
            <a:r>
              <a:rPr lang="fr-FR" dirty="0" err="1">
                <a:solidFill>
                  <a:srgbClr val="001746"/>
                </a:solidFill>
              </a:rPr>
              <a:t>congue</a:t>
            </a:r>
            <a:r>
              <a:rPr lang="fr-FR" dirty="0">
                <a:solidFill>
                  <a:srgbClr val="001746"/>
                </a:solidFill>
              </a:rPr>
              <a:t> massa. </a:t>
            </a:r>
            <a:r>
              <a:rPr lang="fr-FR" dirty="0" err="1">
                <a:solidFill>
                  <a:srgbClr val="001746"/>
                </a:solidFill>
              </a:rPr>
              <a:t>Fusce</a:t>
            </a:r>
            <a:r>
              <a:rPr lang="fr-FR" dirty="0">
                <a:solidFill>
                  <a:srgbClr val="001746"/>
                </a:solidFill>
              </a:rPr>
              <a:t> </a:t>
            </a:r>
            <a:r>
              <a:rPr lang="fr-FR" dirty="0" err="1">
                <a:solidFill>
                  <a:srgbClr val="001746"/>
                </a:solidFill>
              </a:rPr>
              <a:t>posuere</a:t>
            </a:r>
            <a:r>
              <a:rPr lang="fr-FR" dirty="0">
                <a:solidFill>
                  <a:srgbClr val="001746"/>
                </a:solidFill>
              </a:rPr>
              <a:t>, magna </a:t>
            </a:r>
            <a:r>
              <a:rPr lang="fr-FR" dirty="0" err="1">
                <a:solidFill>
                  <a:srgbClr val="001746"/>
                </a:solidFill>
              </a:rPr>
              <a:t>sed</a:t>
            </a:r>
            <a:r>
              <a:rPr lang="fr-FR" dirty="0">
                <a:solidFill>
                  <a:srgbClr val="001746"/>
                </a:solidFill>
              </a:rPr>
              <a:t> pulvinar </a:t>
            </a:r>
            <a:r>
              <a:rPr lang="fr-FR" dirty="0" err="1">
                <a:solidFill>
                  <a:srgbClr val="001746"/>
                </a:solidFill>
              </a:rPr>
              <a:t>ultricies</a:t>
            </a:r>
            <a:r>
              <a:rPr lang="fr-FR" dirty="0">
                <a:solidFill>
                  <a:srgbClr val="001746"/>
                </a:solidFill>
              </a:rPr>
              <a:t>, </a:t>
            </a:r>
            <a:r>
              <a:rPr lang="fr-FR" dirty="0" err="1">
                <a:solidFill>
                  <a:srgbClr val="001746"/>
                </a:solidFill>
              </a:rPr>
              <a:t>purus</a:t>
            </a:r>
            <a:r>
              <a:rPr lang="fr-FR" dirty="0">
                <a:solidFill>
                  <a:srgbClr val="001746"/>
                </a:solidFill>
              </a:rPr>
              <a:t> </a:t>
            </a:r>
            <a:r>
              <a:rPr lang="fr-FR" dirty="0" err="1">
                <a:solidFill>
                  <a:srgbClr val="001746"/>
                </a:solidFill>
              </a:rPr>
              <a:t>lectus</a:t>
            </a:r>
            <a:r>
              <a:rPr lang="fr-FR" dirty="0">
                <a:solidFill>
                  <a:srgbClr val="001746"/>
                </a:solidFill>
              </a:rPr>
              <a:t> </a:t>
            </a:r>
            <a:r>
              <a:rPr lang="fr-FR" dirty="0" err="1">
                <a:solidFill>
                  <a:srgbClr val="001746"/>
                </a:solidFill>
              </a:rPr>
              <a:t>malesuada</a:t>
            </a:r>
            <a:r>
              <a:rPr lang="fr-FR" dirty="0">
                <a:solidFill>
                  <a:srgbClr val="001746"/>
                </a:solidFill>
              </a:rPr>
              <a:t> libero</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r>
              <a:rPr lang="fr-FR" dirty="0" err="1">
                <a:solidFill>
                  <a:srgbClr val="001746"/>
                </a:solidFill>
              </a:rPr>
              <a:t>porttitor</a:t>
            </a:r>
            <a:r>
              <a:rPr lang="fr-FR" dirty="0">
                <a:solidFill>
                  <a:srgbClr val="001746"/>
                </a:solidFill>
              </a:rPr>
              <a:t> </a:t>
            </a:r>
            <a:r>
              <a:rPr lang="fr-FR" dirty="0" err="1">
                <a:solidFill>
                  <a:srgbClr val="001746"/>
                </a:solidFill>
              </a:rPr>
              <a:t>congue</a:t>
            </a:r>
            <a:r>
              <a:rPr lang="fr-FR" dirty="0">
                <a:solidFill>
                  <a:srgbClr val="001746"/>
                </a:solidFill>
              </a:rPr>
              <a:t> massa. </a:t>
            </a:r>
            <a:r>
              <a:rPr lang="fr-FR" dirty="0" err="1">
                <a:solidFill>
                  <a:srgbClr val="001746"/>
                </a:solidFill>
              </a:rPr>
              <a:t>Fusce</a:t>
            </a:r>
            <a:r>
              <a:rPr lang="fr-FR" dirty="0">
                <a:solidFill>
                  <a:srgbClr val="001746"/>
                </a:solidFill>
              </a:rPr>
              <a:t> </a:t>
            </a:r>
            <a:r>
              <a:rPr lang="fr-FR" dirty="0" err="1">
                <a:solidFill>
                  <a:srgbClr val="001746"/>
                </a:solidFill>
              </a:rPr>
              <a:t>posuere</a:t>
            </a:r>
            <a:r>
              <a:rPr lang="fr-FR" dirty="0">
                <a:solidFill>
                  <a:srgbClr val="001746"/>
                </a:solidFill>
              </a:rPr>
              <a:t>, magna </a:t>
            </a:r>
            <a:r>
              <a:rPr lang="fr-FR" dirty="0" err="1">
                <a:solidFill>
                  <a:srgbClr val="001746"/>
                </a:solidFill>
              </a:rPr>
              <a:t>sed</a:t>
            </a:r>
            <a:r>
              <a:rPr lang="fr-FR" dirty="0">
                <a:solidFill>
                  <a:srgbClr val="001746"/>
                </a:solidFill>
              </a:rPr>
              <a:t> pulvinar </a:t>
            </a:r>
            <a:r>
              <a:rPr lang="fr-FR" dirty="0" err="1">
                <a:solidFill>
                  <a:srgbClr val="001746"/>
                </a:solidFill>
              </a:rPr>
              <a:t>ultricies</a:t>
            </a:r>
            <a:r>
              <a:rPr lang="fr-FR" dirty="0">
                <a:solidFill>
                  <a:srgbClr val="001746"/>
                </a:solidFill>
              </a:rPr>
              <a:t>, </a:t>
            </a:r>
            <a:r>
              <a:rPr lang="fr-FR" dirty="0" err="1">
                <a:solidFill>
                  <a:srgbClr val="001746"/>
                </a:solidFill>
              </a:rPr>
              <a:t>purus</a:t>
            </a:r>
            <a:r>
              <a:rPr lang="fr-FR" dirty="0">
                <a:solidFill>
                  <a:srgbClr val="001746"/>
                </a:solidFill>
              </a:rPr>
              <a:t> </a:t>
            </a:r>
            <a:r>
              <a:rPr lang="fr-FR" dirty="0" err="1">
                <a:solidFill>
                  <a:srgbClr val="001746"/>
                </a:solidFill>
              </a:rPr>
              <a:t>lectus</a:t>
            </a:r>
            <a:r>
              <a:rPr lang="fr-FR" dirty="0">
                <a:solidFill>
                  <a:srgbClr val="001746"/>
                </a:solidFill>
              </a:rPr>
              <a:t> </a:t>
            </a:r>
            <a:r>
              <a:rPr lang="fr-FR" dirty="0" err="1">
                <a:solidFill>
                  <a:srgbClr val="001746"/>
                </a:solidFill>
              </a:rPr>
              <a:t>malesuada</a:t>
            </a:r>
            <a:r>
              <a:rPr lang="fr-FR" dirty="0">
                <a:solidFill>
                  <a:srgbClr val="001746"/>
                </a:solidFill>
              </a:rPr>
              <a:t> libero</a:t>
            </a:r>
          </a:p>
        </p:txBody>
      </p:sp>
      <p:sp>
        <p:nvSpPr>
          <p:cNvPr id="7" name="Espace réservé du pied de page 6">
            <a:extLst>
              <a:ext uri="{FF2B5EF4-FFF2-40B4-BE49-F238E27FC236}">
                <a16:creationId xmlns:a16="http://schemas.microsoft.com/office/drawing/2014/main" id="{353B58BD-DED0-ADD1-577E-5FA1CBDEF243}"/>
              </a:ext>
            </a:extLst>
          </p:cNvPr>
          <p:cNvSpPr>
            <a:spLocks noGrp="1"/>
          </p:cNvSpPr>
          <p:nvPr>
            <p:ph type="ftr" sz="quarter" idx="16"/>
          </p:nvPr>
        </p:nvSpPr>
        <p:spPr/>
        <p:txBody>
          <a:bodyPr/>
          <a:lstStyle/>
          <a:p>
            <a:r>
              <a:rPr lang="fr-FR"/>
              <a:t>Titre du document //  Niveau de confidentialité // Interne/Externe</a:t>
            </a:r>
          </a:p>
        </p:txBody>
      </p:sp>
      <p:sp>
        <p:nvSpPr>
          <p:cNvPr id="8" name="Espace réservé du numéro de diapositive 7">
            <a:extLst>
              <a:ext uri="{FF2B5EF4-FFF2-40B4-BE49-F238E27FC236}">
                <a16:creationId xmlns:a16="http://schemas.microsoft.com/office/drawing/2014/main" id="{92A05C7C-5361-DD57-4141-952BEC43D1C7}"/>
              </a:ext>
            </a:extLst>
          </p:cNvPr>
          <p:cNvSpPr>
            <a:spLocks noGrp="1"/>
          </p:cNvSpPr>
          <p:nvPr>
            <p:ph type="sldNum" sz="quarter" idx="12"/>
          </p:nvPr>
        </p:nvSpPr>
        <p:spPr/>
        <p:txBody>
          <a:bodyPr/>
          <a:lstStyle/>
          <a:p>
            <a:fld id="{3A28F117-D1D1-4562-BBA1-C4174F9770ED}" type="slidenum">
              <a:rPr lang="fr-FR" smtClean="0"/>
              <a:pPr/>
              <a:t>9</a:t>
            </a:fld>
            <a:endParaRPr lang="fr-FR"/>
          </a:p>
        </p:txBody>
      </p:sp>
    </p:spTree>
    <p:extLst>
      <p:ext uri="{BB962C8B-B14F-4D97-AF65-F5344CB8AC3E}">
        <p14:creationId xmlns:p14="http://schemas.microsoft.com/office/powerpoint/2010/main" val="3748961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93D7B-8649-B185-AE07-0455F08E807B}"/>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54E58CAA-64CB-6481-6492-1C25F2030D6C}"/>
              </a:ext>
            </a:extLst>
          </p:cNvPr>
          <p:cNvSpPr>
            <a:spLocks noGrp="1"/>
          </p:cNvSpPr>
          <p:nvPr>
            <p:ph type="title"/>
          </p:nvPr>
        </p:nvSpPr>
        <p:spPr/>
        <p:txBody>
          <a:bodyPr/>
          <a:lstStyle/>
          <a:p>
            <a:r>
              <a:rPr lang="en-US"/>
              <a:t>Titre de </a:t>
            </a:r>
            <a:r>
              <a:rPr lang="en-US">
                <a:gradFill flip="none" rotWithShape="1">
                  <a:gsLst>
                    <a:gs pos="37000">
                      <a:schemeClr val="tx2"/>
                    </a:gs>
                    <a:gs pos="85000">
                      <a:schemeClr val="accent1"/>
                    </a:gs>
                  </a:gsLst>
                  <a:lin ang="18900000" scaled="1"/>
                  <a:tileRect/>
                </a:gradFill>
              </a:rPr>
              <a:t>la slide</a:t>
            </a:r>
          </a:p>
        </p:txBody>
      </p:sp>
      <p:sp>
        <p:nvSpPr>
          <p:cNvPr id="8" name="Espace réservé du numéro de diapositive 7">
            <a:extLst>
              <a:ext uri="{FF2B5EF4-FFF2-40B4-BE49-F238E27FC236}">
                <a16:creationId xmlns:a16="http://schemas.microsoft.com/office/drawing/2014/main" id="{29318A8F-967E-AF9A-243B-4CD29CBE2278}"/>
              </a:ext>
            </a:extLst>
          </p:cNvPr>
          <p:cNvSpPr>
            <a:spLocks noGrp="1"/>
          </p:cNvSpPr>
          <p:nvPr>
            <p:ph type="sldNum" sz="quarter" idx="12"/>
          </p:nvPr>
        </p:nvSpPr>
        <p:spPr/>
        <p:txBody>
          <a:bodyPr/>
          <a:lstStyle/>
          <a:p>
            <a:fld id="{3A28F117-D1D1-4562-BBA1-C4174F9770ED}" type="slidenum">
              <a:rPr lang="fr-FR" smtClean="0"/>
              <a:pPr/>
              <a:t>10</a:t>
            </a:fld>
            <a:endParaRPr lang="fr-FR"/>
          </a:p>
        </p:txBody>
      </p:sp>
      <p:sp>
        <p:nvSpPr>
          <p:cNvPr id="5" name="Espace réservé du texte 4">
            <a:extLst>
              <a:ext uri="{FF2B5EF4-FFF2-40B4-BE49-F238E27FC236}">
                <a16:creationId xmlns:a16="http://schemas.microsoft.com/office/drawing/2014/main" id="{68F5AEB9-7E1A-E9E8-CFF4-57B4B7D468C4}"/>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C41AB7E1-F170-64AC-E95C-E5DDB9CBF9B5}"/>
              </a:ext>
            </a:extLst>
          </p:cNvPr>
          <p:cNvSpPr>
            <a:spLocks noGrp="1"/>
          </p:cNvSpPr>
          <p:nvPr>
            <p:ph type="body" sz="quarter" idx="14"/>
          </p:nvPr>
        </p:nvSpPr>
        <p:spPr/>
        <p:txBody>
          <a:bodyPr>
            <a:normAutofit/>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p>
        </p:txBody>
      </p:sp>
      <p:sp>
        <p:nvSpPr>
          <p:cNvPr id="7" name="Espace réservé du pied de page 6">
            <a:extLst>
              <a:ext uri="{FF2B5EF4-FFF2-40B4-BE49-F238E27FC236}">
                <a16:creationId xmlns:a16="http://schemas.microsoft.com/office/drawing/2014/main" id="{9E253615-2E6B-07C5-05F1-5C67897A08F3}"/>
              </a:ext>
            </a:extLst>
          </p:cNvPr>
          <p:cNvSpPr>
            <a:spLocks noGrp="1"/>
          </p:cNvSpPr>
          <p:nvPr>
            <p:ph type="ftr" sz="quarter" idx="16"/>
          </p:nvPr>
        </p:nvSpPr>
        <p:spPr/>
        <p:txBody>
          <a:bodyPr/>
          <a:lstStyle/>
          <a:p>
            <a:r>
              <a:rPr lang="fr-FR"/>
              <a:t>Titre du document //  Niveau de confidentialité // Interne/Externe</a:t>
            </a:r>
          </a:p>
        </p:txBody>
      </p:sp>
      <p:cxnSp>
        <p:nvCxnSpPr>
          <p:cNvPr id="2" name="Straight Connector 44">
            <a:extLst>
              <a:ext uri="{FF2B5EF4-FFF2-40B4-BE49-F238E27FC236}">
                <a16:creationId xmlns:a16="http://schemas.microsoft.com/office/drawing/2014/main" id="{1334A3B3-7F6B-7CCB-3423-476D0DC988A9}"/>
              </a:ext>
            </a:extLst>
          </p:cNvPr>
          <p:cNvCxnSpPr>
            <a:cxnSpLocks/>
          </p:cNvCxnSpPr>
          <p:nvPr/>
        </p:nvCxnSpPr>
        <p:spPr>
          <a:xfrm>
            <a:off x="6096000" y="1704975"/>
            <a:ext cx="0" cy="461010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sp>
        <p:nvSpPr>
          <p:cNvPr id="11" name="Espace réservé du texte 5">
            <a:extLst>
              <a:ext uri="{FF2B5EF4-FFF2-40B4-BE49-F238E27FC236}">
                <a16:creationId xmlns:a16="http://schemas.microsoft.com/office/drawing/2014/main" id="{C7FE3D45-1327-6CBB-114E-708C6BAD6A1C}"/>
              </a:ext>
            </a:extLst>
          </p:cNvPr>
          <p:cNvSpPr txBox="1">
            <a:spLocks/>
          </p:cNvSpPr>
          <p:nvPr/>
        </p:nvSpPr>
        <p:spPr>
          <a:xfrm>
            <a:off x="6338308" y="1690837"/>
            <a:ext cx="5302308" cy="4608512"/>
          </a:xfrm>
          <a:prstGeom prst="rect">
            <a:avLst/>
          </a:prstGeom>
        </p:spPr>
        <p:txBody>
          <a:bodyPr vert="horz" lIns="0" tIns="0" rIns="0" bIns="0" rtlCol="0">
            <a:normAutofit/>
          </a:bodyPr>
          <a:lstStyle>
            <a:lvl1pPr marL="182563" indent="-182563" algn="l" defTabSz="914400" rtl="0" eaLnBrk="1" latinLnBrk="0" hangingPunct="1">
              <a:lnSpc>
                <a:spcPct val="90000"/>
              </a:lnSpc>
              <a:spcBef>
                <a:spcPts val="1000"/>
              </a:spcBef>
              <a:buFont typeface="Arial" panose="020B0604020202020204" pitchFamily="34" charset="0"/>
              <a:buChar char=" "/>
              <a:defRPr sz="1800" b="1" kern="1200">
                <a:solidFill>
                  <a:schemeClr val="tx1"/>
                </a:solidFill>
                <a:latin typeface="+mn-lt"/>
                <a:ea typeface="+mn-ea"/>
                <a:cs typeface="+mn-cs"/>
              </a:defRPr>
            </a:lvl1pPr>
            <a:lvl2pPr marL="358775" indent="-176213"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541338" indent="-182563"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715963" indent="-174625"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898525" indent="-182563" algn="l" defTabSz="914400" rtl="0" eaLnBrk="1" latinLnBrk="0" hangingPunct="1">
              <a:lnSpc>
                <a:spcPct val="90000"/>
              </a:lnSpc>
              <a:spcBef>
                <a:spcPts val="500"/>
              </a:spcBef>
              <a:buFont typeface="Arial" panose="020B0604020202020204" pitchFamily="34" charset="0"/>
              <a:buChar char="•"/>
              <a:defRPr sz="10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p>
        </p:txBody>
      </p:sp>
    </p:spTree>
    <p:extLst>
      <p:ext uri="{BB962C8B-B14F-4D97-AF65-F5344CB8AC3E}">
        <p14:creationId xmlns:p14="http://schemas.microsoft.com/office/powerpoint/2010/main" val="287561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52DD2-3910-4B5D-48B6-DFFA914BB7A1}"/>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E697DE35-271D-3AEF-E06B-507D4DCA6EED}"/>
              </a:ext>
            </a:extLst>
          </p:cNvPr>
          <p:cNvSpPr>
            <a:spLocks noGrp="1"/>
          </p:cNvSpPr>
          <p:nvPr>
            <p:ph type="title"/>
          </p:nvPr>
        </p:nvSpPr>
        <p:spPr/>
        <p:txBody>
          <a:bodyPr/>
          <a:lstStyle/>
          <a:p>
            <a:r>
              <a:rPr lang="en-US"/>
              <a:t>Titre de </a:t>
            </a:r>
            <a:r>
              <a:rPr lang="en-US">
                <a:gradFill flip="none" rotWithShape="1">
                  <a:gsLst>
                    <a:gs pos="37000">
                      <a:schemeClr val="tx2"/>
                    </a:gs>
                    <a:gs pos="85000">
                      <a:schemeClr val="accent1"/>
                    </a:gs>
                  </a:gsLst>
                  <a:lin ang="18900000" scaled="1"/>
                  <a:tileRect/>
                </a:gradFill>
              </a:rPr>
              <a:t>la slide</a:t>
            </a:r>
          </a:p>
        </p:txBody>
      </p:sp>
      <p:sp>
        <p:nvSpPr>
          <p:cNvPr id="8" name="Espace réservé du numéro de diapositive 7">
            <a:extLst>
              <a:ext uri="{FF2B5EF4-FFF2-40B4-BE49-F238E27FC236}">
                <a16:creationId xmlns:a16="http://schemas.microsoft.com/office/drawing/2014/main" id="{DEC4044C-79C3-CA9B-824C-7B3C240C9A12}"/>
              </a:ext>
            </a:extLst>
          </p:cNvPr>
          <p:cNvSpPr>
            <a:spLocks noGrp="1"/>
          </p:cNvSpPr>
          <p:nvPr>
            <p:ph type="sldNum" sz="quarter" idx="12"/>
          </p:nvPr>
        </p:nvSpPr>
        <p:spPr/>
        <p:txBody>
          <a:bodyPr/>
          <a:lstStyle/>
          <a:p>
            <a:fld id="{3A28F117-D1D1-4562-BBA1-C4174F9770ED}" type="slidenum">
              <a:rPr lang="fr-FR" smtClean="0"/>
              <a:pPr/>
              <a:t>11</a:t>
            </a:fld>
            <a:endParaRPr lang="fr-FR"/>
          </a:p>
        </p:txBody>
      </p:sp>
      <p:sp>
        <p:nvSpPr>
          <p:cNvPr id="5" name="Espace réservé du texte 4">
            <a:extLst>
              <a:ext uri="{FF2B5EF4-FFF2-40B4-BE49-F238E27FC236}">
                <a16:creationId xmlns:a16="http://schemas.microsoft.com/office/drawing/2014/main" id="{34DCD70C-50B4-2208-8ED1-E58465D8FAC0}"/>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5B47F452-89C9-DA58-AA4E-0A3D19CF0AB2}"/>
              </a:ext>
            </a:extLst>
          </p:cNvPr>
          <p:cNvSpPr>
            <a:spLocks noGrp="1"/>
          </p:cNvSpPr>
          <p:nvPr>
            <p:ph type="body" sz="quarter" idx="14"/>
          </p:nvPr>
        </p:nvSpPr>
        <p:spPr/>
        <p:txBody>
          <a:bodyPr>
            <a:normAutofit/>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elit</a:t>
            </a:r>
            <a:r>
              <a:rPr lang="fr-FR" dirty="0">
                <a:solidFill>
                  <a:srgbClr val="001746"/>
                </a:solidFill>
              </a:rPr>
              <a:t>. </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a:t>
            </a:r>
          </a:p>
        </p:txBody>
      </p:sp>
      <p:sp>
        <p:nvSpPr>
          <p:cNvPr id="7" name="Espace réservé du pied de page 6">
            <a:extLst>
              <a:ext uri="{FF2B5EF4-FFF2-40B4-BE49-F238E27FC236}">
                <a16:creationId xmlns:a16="http://schemas.microsoft.com/office/drawing/2014/main" id="{8AEA035B-D616-BB49-FD3C-A38D7116533C}"/>
              </a:ext>
            </a:extLst>
          </p:cNvPr>
          <p:cNvSpPr>
            <a:spLocks noGrp="1"/>
          </p:cNvSpPr>
          <p:nvPr>
            <p:ph type="ftr" sz="quarter" idx="16"/>
          </p:nvPr>
        </p:nvSpPr>
        <p:spPr/>
        <p:txBody>
          <a:bodyPr/>
          <a:lstStyle/>
          <a:p>
            <a:r>
              <a:rPr lang="fr-FR"/>
              <a:t>Titre du document //  Niveau de confidentialité // Interne/Externe</a:t>
            </a:r>
          </a:p>
        </p:txBody>
      </p:sp>
      <p:sp>
        <p:nvSpPr>
          <p:cNvPr id="10" name="Espace réservé du texte 9">
            <a:extLst>
              <a:ext uri="{FF2B5EF4-FFF2-40B4-BE49-F238E27FC236}">
                <a16:creationId xmlns:a16="http://schemas.microsoft.com/office/drawing/2014/main" id="{21245622-B48E-82E8-587A-488574EA2EBD}"/>
              </a:ext>
            </a:extLst>
          </p:cNvPr>
          <p:cNvSpPr>
            <a:spLocks noGrp="1"/>
          </p:cNvSpPr>
          <p:nvPr>
            <p:ph type="body" sz="quarter" idx="17"/>
          </p:nvPr>
        </p:nvSpPr>
        <p:spPr/>
        <p:txBody>
          <a:bodyPr>
            <a:normAutofit/>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elit</a:t>
            </a:r>
            <a:r>
              <a:rPr lang="fr-FR" dirty="0">
                <a:solidFill>
                  <a:srgbClr val="001746"/>
                </a:solidFill>
              </a:rPr>
              <a:t>. </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a:t>
            </a:r>
          </a:p>
          <a:p>
            <a:endParaRPr lang="en-US" dirty="0">
              <a:solidFill>
                <a:srgbClr val="001746"/>
              </a:solidFill>
            </a:endParaRPr>
          </a:p>
        </p:txBody>
      </p:sp>
      <p:sp>
        <p:nvSpPr>
          <p:cNvPr id="9" name="Espace réservé du texte 8">
            <a:extLst>
              <a:ext uri="{FF2B5EF4-FFF2-40B4-BE49-F238E27FC236}">
                <a16:creationId xmlns:a16="http://schemas.microsoft.com/office/drawing/2014/main" id="{2C7C8ADE-71AA-5B3D-1F96-161372F09B15}"/>
              </a:ext>
            </a:extLst>
          </p:cNvPr>
          <p:cNvSpPr>
            <a:spLocks noGrp="1"/>
          </p:cNvSpPr>
          <p:nvPr>
            <p:ph type="body" sz="quarter" idx="18"/>
          </p:nvPr>
        </p:nvSpPr>
        <p:spPr/>
        <p:txBody>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elit</a:t>
            </a:r>
            <a:r>
              <a:rPr lang="fr-FR" dirty="0">
                <a:solidFill>
                  <a:srgbClr val="001746"/>
                </a:solidFill>
              </a:rPr>
              <a:t>. </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a:t>
            </a:r>
          </a:p>
        </p:txBody>
      </p:sp>
      <p:grpSp>
        <p:nvGrpSpPr>
          <p:cNvPr id="2" name="Groupe 1">
            <a:extLst>
              <a:ext uri="{FF2B5EF4-FFF2-40B4-BE49-F238E27FC236}">
                <a16:creationId xmlns:a16="http://schemas.microsoft.com/office/drawing/2014/main" id="{2BC31511-92F0-2E8D-B2D4-21588301EEBE}"/>
              </a:ext>
            </a:extLst>
          </p:cNvPr>
          <p:cNvGrpSpPr/>
          <p:nvPr/>
        </p:nvGrpSpPr>
        <p:grpSpPr>
          <a:xfrm>
            <a:off x="4173801" y="1704975"/>
            <a:ext cx="3844398" cy="4610100"/>
            <a:chOff x="4173801" y="1704975"/>
            <a:chExt cx="3844398" cy="4610100"/>
          </a:xfrm>
        </p:grpSpPr>
        <p:cxnSp>
          <p:nvCxnSpPr>
            <p:cNvPr id="3" name="Straight Connector 44">
              <a:extLst>
                <a:ext uri="{FF2B5EF4-FFF2-40B4-BE49-F238E27FC236}">
                  <a16:creationId xmlns:a16="http://schemas.microsoft.com/office/drawing/2014/main" id="{4B5BC01B-35DF-D3B4-AFDB-D425F7B7ACEA}"/>
                </a:ext>
              </a:extLst>
            </p:cNvPr>
            <p:cNvCxnSpPr>
              <a:cxnSpLocks/>
            </p:cNvCxnSpPr>
            <p:nvPr userDrawn="1"/>
          </p:nvCxnSpPr>
          <p:spPr>
            <a:xfrm>
              <a:off x="4173801" y="1704975"/>
              <a:ext cx="0" cy="461010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1" name="Straight Connector 44">
              <a:extLst>
                <a:ext uri="{FF2B5EF4-FFF2-40B4-BE49-F238E27FC236}">
                  <a16:creationId xmlns:a16="http://schemas.microsoft.com/office/drawing/2014/main" id="{BD4E8F80-668D-0B60-31BB-C6AE29E7285A}"/>
                </a:ext>
              </a:extLst>
            </p:cNvPr>
            <p:cNvCxnSpPr>
              <a:cxnSpLocks/>
            </p:cNvCxnSpPr>
            <p:nvPr userDrawn="1"/>
          </p:nvCxnSpPr>
          <p:spPr>
            <a:xfrm>
              <a:off x="8018199" y="1704975"/>
              <a:ext cx="0" cy="461010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96428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673E1-FE89-A549-FEF7-F87EC2BA882C}"/>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756F5663-F4E5-911B-897C-328E3A6F8965}"/>
              </a:ext>
            </a:extLst>
          </p:cNvPr>
          <p:cNvSpPr>
            <a:spLocks noGrp="1"/>
          </p:cNvSpPr>
          <p:nvPr>
            <p:ph type="title"/>
          </p:nvPr>
        </p:nvSpPr>
        <p:spPr/>
        <p:txBody>
          <a:bodyPr/>
          <a:lstStyle/>
          <a:p>
            <a:r>
              <a:rPr lang="en-US"/>
              <a:t>Titre de </a:t>
            </a:r>
            <a:r>
              <a:rPr lang="en-US">
                <a:gradFill flip="none" rotWithShape="1">
                  <a:gsLst>
                    <a:gs pos="37000">
                      <a:schemeClr val="tx2"/>
                    </a:gs>
                    <a:gs pos="85000">
                      <a:schemeClr val="accent1"/>
                    </a:gs>
                  </a:gsLst>
                  <a:lin ang="18900000" scaled="1"/>
                  <a:tileRect/>
                </a:gradFill>
              </a:rPr>
              <a:t>la slide</a:t>
            </a:r>
          </a:p>
        </p:txBody>
      </p:sp>
      <p:sp>
        <p:nvSpPr>
          <p:cNvPr id="8" name="Espace réservé du numéro de diapositive 7">
            <a:extLst>
              <a:ext uri="{FF2B5EF4-FFF2-40B4-BE49-F238E27FC236}">
                <a16:creationId xmlns:a16="http://schemas.microsoft.com/office/drawing/2014/main" id="{F3F34BB1-46A3-1383-1707-91B0DC9B6EB0}"/>
              </a:ext>
            </a:extLst>
          </p:cNvPr>
          <p:cNvSpPr>
            <a:spLocks noGrp="1"/>
          </p:cNvSpPr>
          <p:nvPr>
            <p:ph type="sldNum" sz="quarter" idx="12"/>
          </p:nvPr>
        </p:nvSpPr>
        <p:spPr/>
        <p:txBody>
          <a:bodyPr/>
          <a:lstStyle/>
          <a:p>
            <a:fld id="{3A28F117-D1D1-4562-BBA1-C4174F9770ED}" type="slidenum">
              <a:rPr lang="fr-FR" smtClean="0"/>
              <a:pPr/>
              <a:t>12</a:t>
            </a:fld>
            <a:endParaRPr lang="fr-FR"/>
          </a:p>
        </p:txBody>
      </p:sp>
      <p:sp>
        <p:nvSpPr>
          <p:cNvPr id="5" name="Espace réservé du texte 4">
            <a:extLst>
              <a:ext uri="{FF2B5EF4-FFF2-40B4-BE49-F238E27FC236}">
                <a16:creationId xmlns:a16="http://schemas.microsoft.com/office/drawing/2014/main" id="{1583D7BE-0531-42F9-681F-543F9391E5B6}"/>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69FFD68B-D3B0-419C-6CC0-BF53F1C8636B}"/>
              </a:ext>
            </a:extLst>
          </p:cNvPr>
          <p:cNvSpPr>
            <a:spLocks noGrp="1"/>
          </p:cNvSpPr>
          <p:nvPr>
            <p:ph type="body" sz="quarter" idx="14"/>
          </p:nvPr>
        </p:nvSpPr>
        <p:spPr>
          <a:xfrm>
            <a:off x="463705" y="1808820"/>
            <a:ext cx="2419006" cy="2160835"/>
          </a:xfrm>
        </p:spPr>
        <p:txBody>
          <a:bodyPr>
            <a:normAutofit/>
          </a:bodyPr>
          <a:lstStyle/>
          <a:p>
            <a:pPr lvl="0"/>
            <a:r>
              <a:rPr lang="fr-FR" dirty="0">
                <a:solidFill>
                  <a:srgbClr val="002060"/>
                </a:solidFill>
              </a:rPr>
              <a:t>Cliquez ici pour ajouter votre texte de niveau 01.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elit</a:t>
            </a:r>
            <a:r>
              <a:rPr lang="fr-FR" dirty="0">
                <a:solidFill>
                  <a:srgbClr val="002060"/>
                </a:solidFill>
              </a:rPr>
              <a:t>. </a:t>
            </a:r>
          </a:p>
          <a:p>
            <a:pPr lvl="1"/>
            <a:r>
              <a:rPr lang="fr-FR" dirty="0">
                <a:solidFill>
                  <a:srgbClr val="002060"/>
                </a:solidFill>
              </a:rPr>
              <a:t>Cliquez ici pour ajouter votre texte de niveau 02.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a:t>
            </a:r>
          </a:p>
        </p:txBody>
      </p:sp>
      <p:sp>
        <p:nvSpPr>
          <p:cNvPr id="7" name="Espace réservé du pied de page 6">
            <a:extLst>
              <a:ext uri="{FF2B5EF4-FFF2-40B4-BE49-F238E27FC236}">
                <a16:creationId xmlns:a16="http://schemas.microsoft.com/office/drawing/2014/main" id="{E06BF62B-69FC-0104-8DB9-7020F1479A44}"/>
              </a:ext>
            </a:extLst>
          </p:cNvPr>
          <p:cNvSpPr>
            <a:spLocks noGrp="1"/>
          </p:cNvSpPr>
          <p:nvPr>
            <p:ph type="ftr" sz="quarter" idx="16"/>
          </p:nvPr>
        </p:nvSpPr>
        <p:spPr/>
        <p:txBody>
          <a:bodyPr/>
          <a:lstStyle/>
          <a:p>
            <a:r>
              <a:rPr lang="fr-FR" dirty="0"/>
              <a:t>Titre du document //  Niveau de confidentialité // Interne/Externe</a:t>
            </a:r>
          </a:p>
        </p:txBody>
      </p:sp>
      <p:sp>
        <p:nvSpPr>
          <p:cNvPr id="10" name="Espace réservé du texte 9">
            <a:extLst>
              <a:ext uri="{FF2B5EF4-FFF2-40B4-BE49-F238E27FC236}">
                <a16:creationId xmlns:a16="http://schemas.microsoft.com/office/drawing/2014/main" id="{EF9E1482-468F-8CA9-FEB1-21F5EBB262C4}"/>
              </a:ext>
            </a:extLst>
          </p:cNvPr>
          <p:cNvSpPr>
            <a:spLocks noGrp="1"/>
          </p:cNvSpPr>
          <p:nvPr>
            <p:ph type="body" sz="quarter" idx="17"/>
          </p:nvPr>
        </p:nvSpPr>
        <p:spPr>
          <a:xfrm>
            <a:off x="3350216" y="1808820"/>
            <a:ext cx="2419006" cy="2160835"/>
          </a:xfrm>
        </p:spPr>
        <p:txBody>
          <a:bodyPr>
            <a:normAutofit/>
          </a:bodyPr>
          <a:lstStyle/>
          <a:p>
            <a:pPr lvl="0"/>
            <a:r>
              <a:rPr lang="fr-FR" dirty="0">
                <a:solidFill>
                  <a:srgbClr val="002060"/>
                </a:solidFill>
              </a:rPr>
              <a:t>Cliquez ici pour ajouter votre texte de niveau 01.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elit</a:t>
            </a:r>
            <a:r>
              <a:rPr lang="fr-FR" dirty="0">
                <a:solidFill>
                  <a:srgbClr val="002060"/>
                </a:solidFill>
              </a:rPr>
              <a:t>. </a:t>
            </a:r>
          </a:p>
          <a:p>
            <a:pPr lvl="1"/>
            <a:r>
              <a:rPr lang="fr-FR" dirty="0">
                <a:solidFill>
                  <a:srgbClr val="002060"/>
                </a:solidFill>
              </a:rPr>
              <a:t>Cliquez ici pour ajouter votre texte de niveau 02.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a:t>
            </a:r>
          </a:p>
          <a:p>
            <a:endParaRPr lang="en-US" dirty="0">
              <a:solidFill>
                <a:srgbClr val="002060"/>
              </a:solidFill>
            </a:endParaRPr>
          </a:p>
        </p:txBody>
      </p:sp>
      <p:sp>
        <p:nvSpPr>
          <p:cNvPr id="9" name="Espace réservé du texte 8">
            <a:extLst>
              <a:ext uri="{FF2B5EF4-FFF2-40B4-BE49-F238E27FC236}">
                <a16:creationId xmlns:a16="http://schemas.microsoft.com/office/drawing/2014/main" id="{CCD9778C-7F55-AC87-6FB0-8C42D18EE368}"/>
              </a:ext>
            </a:extLst>
          </p:cNvPr>
          <p:cNvSpPr>
            <a:spLocks noGrp="1"/>
          </p:cNvSpPr>
          <p:nvPr>
            <p:ph type="body" sz="quarter" idx="18"/>
          </p:nvPr>
        </p:nvSpPr>
        <p:spPr>
          <a:xfrm>
            <a:off x="6224934" y="1808820"/>
            <a:ext cx="2419006" cy="2160835"/>
          </a:xfrm>
        </p:spPr>
        <p:txBody>
          <a:bodyPr>
            <a:normAutofit/>
          </a:bodyPr>
          <a:lstStyle/>
          <a:p>
            <a:pPr lvl="0"/>
            <a:r>
              <a:rPr lang="fr-FR" dirty="0">
                <a:solidFill>
                  <a:srgbClr val="002060"/>
                </a:solidFill>
              </a:rPr>
              <a:t>Cliquez ici pour ajouter votre texte de niveau 01.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elit</a:t>
            </a:r>
            <a:r>
              <a:rPr lang="fr-FR" dirty="0">
                <a:solidFill>
                  <a:srgbClr val="002060"/>
                </a:solidFill>
              </a:rPr>
              <a:t>. </a:t>
            </a:r>
          </a:p>
          <a:p>
            <a:pPr lvl="1"/>
            <a:r>
              <a:rPr lang="fr-FR" dirty="0">
                <a:solidFill>
                  <a:srgbClr val="002060"/>
                </a:solidFill>
              </a:rPr>
              <a:t>Cliquez ici pour ajouter votre texte de niveau 02.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a:t>
            </a:r>
          </a:p>
          <a:p>
            <a:pPr lvl="2"/>
            <a:r>
              <a:rPr lang="fr-FR" dirty="0">
                <a:solidFill>
                  <a:srgbClr val="002060"/>
                </a:solidFill>
              </a:rPr>
              <a:t>Cliquez ici pour ajouter</a:t>
            </a:r>
          </a:p>
        </p:txBody>
      </p:sp>
      <p:sp>
        <p:nvSpPr>
          <p:cNvPr id="2" name="Espace réservé du texte 1">
            <a:extLst>
              <a:ext uri="{FF2B5EF4-FFF2-40B4-BE49-F238E27FC236}">
                <a16:creationId xmlns:a16="http://schemas.microsoft.com/office/drawing/2014/main" id="{68A74A18-A788-D518-8686-BA4A04EFAB0C}"/>
              </a:ext>
            </a:extLst>
          </p:cNvPr>
          <p:cNvSpPr>
            <a:spLocks noGrp="1"/>
          </p:cNvSpPr>
          <p:nvPr>
            <p:ph type="body" sz="quarter" idx="19"/>
          </p:nvPr>
        </p:nvSpPr>
        <p:spPr>
          <a:xfrm>
            <a:off x="9114186" y="1808820"/>
            <a:ext cx="2419006" cy="2016819"/>
          </a:xfrm>
        </p:spPr>
        <p:txBody>
          <a:bodyPr/>
          <a:lstStyle/>
          <a:p>
            <a:pPr lvl="0"/>
            <a:r>
              <a:rPr lang="fr-FR" dirty="0">
                <a:solidFill>
                  <a:srgbClr val="002060"/>
                </a:solidFill>
              </a:rPr>
              <a:t>Cliquez ici pour ajouter votre texte de niveau 01.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elit</a:t>
            </a:r>
            <a:r>
              <a:rPr lang="fr-FR" dirty="0">
                <a:solidFill>
                  <a:srgbClr val="002060"/>
                </a:solidFill>
              </a:rPr>
              <a:t>. </a:t>
            </a:r>
          </a:p>
          <a:p>
            <a:pPr lvl="1"/>
            <a:r>
              <a:rPr lang="fr-FR" dirty="0">
                <a:solidFill>
                  <a:srgbClr val="002060"/>
                </a:solidFill>
              </a:rPr>
              <a:t>Cliquez ici pour ajouter votre texte de niveau 02.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a:t>
            </a:r>
          </a:p>
          <a:p>
            <a:endParaRPr lang="en-US" dirty="0">
              <a:solidFill>
                <a:srgbClr val="002060"/>
              </a:solidFill>
            </a:endParaRPr>
          </a:p>
        </p:txBody>
      </p:sp>
      <p:grpSp>
        <p:nvGrpSpPr>
          <p:cNvPr id="20" name="Groupe 19">
            <a:extLst>
              <a:ext uri="{FF2B5EF4-FFF2-40B4-BE49-F238E27FC236}">
                <a16:creationId xmlns:a16="http://schemas.microsoft.com/office/drawing/2014/main" id="{5320081E-4368-6292-D098-3533FB712B12}"/>
              </a:ext>
            </a:extLst>
          </p:cNvPr>
          <p:cNvGrpSpPr/>
          <p:nvPr/>
        </p:nvGrpSpPr>
        <p:grpSpPr>
          <a:xfrm>
            <a:off x="3215680" y="1807232"/>
            <a:ext cx="5760640" cy="4610100"/>
            <a:chOff x="3215680" y="1704975"/>
            <a:chExt cx="5760640" cy="4610100"/>
          </a:xfrm>
        </p:grpSpPr>
        <p:cxnSp>
          <p:nvCxnSpPr>
            <p:cNvPr id="3" name="Straight Connector 44">
              <a:extLst>
                <a:ext uri="{FF2B5EF4-FFF2-40B4-BE49-F238E27FC236}">
                  <a16:creationId xmlns:a16="http://schemas.microsoft.com/office/drawing/2014/main" id="{1334A3B3-7F6B-7CCB-3423-476D0DC988A9}"/>
                </a:ext>
              </a:extLst>
            </p:cNvPr>
            <p:cNvCxnSpPr>
              <a:cxnSpLocks/>
            </p:cNvCxnSpPr>
            <p:nvPr userDrawn="1"/>
          </p:nvCxnSpPr>
          <p:spPr>
            <a:xfrm>
              <a:off x="3215680" y="1704975"/>
              <a:ext cx="0" cy="461010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44">
              <a:extLst>
                <a:ext uri="{FF2B5EF4-FFF2-40B4-BE49-F238E27FC236}">
                  <a16:creationId xmlns:a16="http://schemas.microsoft.com/office/drawing/2014/main" id="{904542E2-D9D9-2A3B-80DF-4CBD8BFB5136}"/>
                </a:ext>
              </a:extLst>
            </p:cNvPr>
            <p:cNvCxnSpPr>
              <a:cxnSpLocks/>
            </p:cNvCxnSpPr>
            <p:nvPr userDrawn="1"/>
          </p:nvCxnSpPr>
          <p:spPr>
            <a:xfrm>
              <a:off x="6113199" y="1704975"/>
              <a:ext cx="0" cy="461010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6" name="Straight Connector 44">
              <a:extLst>
                <a:ext uri="{FF2B5EF4-FFF2-40B4-BE49-F238E27FC236}">
                  <a16:creationId xmlns:a16="http://schemas.microsoft.com/office/drawing/2014/main" id="{A1F73038-7D1B-CC7C-109D-1587707421CD}"/>
                </a:ext>
              </a:extLst>
            </p:cNvPr>
            <p:cNvCxnSpPr>
              <a:cxnSpLocks/>
            </p:cNvCxnSpPr>
            <p:nvPr userDrawn="1"/>
          </p:nvCxnSpPr>
          <p:spPr>
            <a:xfrm>
              <a:off x="8976320" y="1704975"/>
              <a:ext cx="0" cy="4610100"/>
            </a:xfrm>
            <a:prstGeom prst="line">
              <a:avLst/>
            </a:prstGeom>
            <a:ln w="12700" cap="rnd">
              <a:gradFill flip="none" rotWithShape="1">
                <a:gsLst>
                  <a:gs pos="0">
                    <a:schemeClr val="tx2"/>
                  </a:gs>
                  <a:gs pos="100000">
                    <a:schemeClr val="accent1"/>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982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299E7-9B39-09B5-BE07-13470CB4C113}"/>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FB3995F-7471-82FB-BF8C-8DC73437F290}"/>
              </a:ext>
            </a:extLst>
          </p:cNvPr>
          <p:cNvSpPr>
            <a:spLocks noGrp="1"/>
          </p:cNvSpPr>
          <p:nvPr>
            <p:ph type="body" sz="quarter" idx="17"/>
          </p:nvPr>
        </p:nvSpPr>
        <p:spPr>
          <a:xfrm>
            <a:off x="8976321" y="0"/>
            <a:ext cx="2932310" cy="6858000"/>
          </a:xfrm>
        </p:spPr>
        <p:txBody>
          <a:bodyPr/>
          <a:lstStyle/>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a:p>
            <a:pPr lvl="0"/>
            <a:r>
              <a:rPr lang="fr-FR"/>
              <a:t>XX %</a:t>
            </a:r>
          </a:p>
          <a:p>
            <a:pPr lvl="1"/>
            <a:r>
              <a:rPr lang="fr-FR"/>
              <a:t>Votre texte ici</a:t>
            </a:r>
          </a:p>
        </p:txBody>
      </p:sp>
      <p:sp>
        <p:nvSpPr>
          <p:cNvPr id="4" name="Titre 3">
            <a:extLst>
              <a:ext uri="{FF2B5EF4-FFF2-40B4-BE49-F238E27FC236}">
                <a16:creationId xmlns:a16="http://schemas.microsoft.com/office/drawing/2014/main" id="{3F449739-70CA-DD33-79C0-C29E5B57CD1B}"/>
              </a:ext>
            </a:extLst>
          </p:cNvPr>
          <p:cNvSpPr>
            <a:spLocks noGrp="1"/>
          </p:cNvSpPr>
          <p:nvPr>
            <p:ph type="title"/>
          </p:nvPr>
        </p:nvSpPr>
        <p:spPr/>
        <p:txBody>
          <a:bodyPr/>
          <a:lstStyle/>
          <a:p>
            <a:r>
              <a:rPr lang="en-US"/>
              <a:t>Titre de </a:t>
            </a:r>
            <a:r>
              <a:rPr lang="en-US">
                <a:gradFill flip="none" rotWithShape="1">
                  <a:gsLst>
                    <a:gs pos="37000">
                      <a:schemeClr val="tx2"/>
                    </a:gs>
                    <a:gs pos="85000">
                      <a:schemeClr val="accent1"/>
                    </a:gs>
                  </a:gsLst>
                  <a:lin ang="18900000" scaled="1"/>
                  <a:tileRect/>
                </a:gradFill>
              </a:rPr>
              <a:t>la slide</a:t>
            </a:r>
          </a:p>
        </p:txBody>
      </p:sp>
      <p:sp>
        <p:nvSpPr>
          <p:cNvPr id="8" name="Espace réservé du numéro de diapositive 7">
            <a:extLst>
              <a:ext uri="{FF2B5EF4-FFF2-40B4-BE49-F238E27FC236}">
                <a16:creationId xmlns:a16="http://schemas.microsoft.com/office/drawing/2014/main" id="{4DFD12F3-B86D-3EC2-E877-AB30111E1E6F}"/>
              </a:ext>
            </a:extLst>
          </p:cNvPr>
          <p:cNvSpPr>
            <a:spLocks noGrp="1"/>
          </p:cNvSpPr>
          <p:nvPr>
            <p:ph type="sldNum" sz="quarter" idx="12"/>
          </p:nvPr>
        </p:nvSpPr>
        <p:spPr/>
        <p:txBody>
          <a:bodyPr/>
          <a:lstStyle/>
          <a:p>
            <a:fld id="{3A28F117-D1D1-4562-BBA1-C4174F9770ED}" type="slidenum">
              <a:rPr lang="fr-FR" smtClean="0"/>
              <a:pPr/>
              <a:t>13</a:t>
            </a:fld>
            <a:endParaRPr lang="fr-FR"/>
          </a:p>
        </p:txBody>
      </p:sp>
      <p:sp>
        <p:nvSpPr>
          <p:cNvPr id="5" name="Espace réservé du texte 4">
            <a:extLst>
              <a:ext uri="{FF2B5EF4-FFF2-40B4-BE49-F238E27FC236}">
                <a16:creationId xmlns:a16="http://schemas.microsoft.com/office/drawing/2014/main" id="{CC4DE205-B87C-9FB6-C231-ED05101629BF}"/>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7B3D6C76-E972-7008-3F99-5EFE56E22122}"/>
              </a:ext>
            </a:extLst>
          </p:cNvPr>
          <p:cNvSpPr>
            <a:spLocks noGrp="1"/>
          </p:cNvSpPr>
          <p:nvPr>
            <p:ph type="body" sz="quarter" idx="14"/>
          </p:nvPr>
        </p:nvSpPr>
        <p:spPr/>
        <p:txBody>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r>
              <a:rPr lang="fr-FR" dirty="0" err="1">
                <a:solidFill>
                  <a:srgbClr val="001746"/>
                </a:solidFill>
              </a:rPr>
              <a:t>porttitor</a:t>
            </a:r>
            <a:r>
              <a:rPr lang="fr-FR" dirty="0">
                <a:solidFill>
                  <a:srgbClr val="001746"/>
                </a:solidFill>
              </a:rPr>
              <a:t> </a:t>
            </a:r>
            <a:r>
              <a:rPr lang="fr-FR" dirty="0" err="1">
                <a:solidFill>
                  <a:srgbClr val="001746"/>
                </a:solidFill>
              </a:rPr>
              <a:t>congue</a:t>
            </a:r>
            <a:r>
              <a:rPr lang="fr-FR" dirty="0">
                <a:solidFill>
                  <a:srgbClr val="001746"/>
                </a:solidFill>
              </a:rPr>
              <a:t> massa. </a:t>
            </a:r>
            <a:r>
              <a:rPr lang="fr-FR" dirty="0" err="1">
                <a:solidFill>
                  <a:srgbClr val="001746"/>
                </a:solidFill>
              </a:rPr>
              <a:t>Fusce</a:t>
            </a:r>
            <a:r>
              <a:rPr lang="fr-FR" dirty="0">
                <a:solidFill>
                  <a:srgbClr val="001746"/>
                </a:solidFill>
              </a:rPr>
              <a:t> </a:t>
            </a:r>
            <a:r>
              <a:rPr lang="fr-FR" dirty="0" err="1">
                <a:solidFill>
                  <a:srgbClr val="001746"/>
                </a:solidFill>
              </a:rPr>
              <a:t>posuere</a:t>
            </a:r>
            <a:r>
              <a:rPr lang="fr-FR" dirty="0">
                <a:solidFill>
                  <a:srgbClr val="001746"/>
                </a:solidFill>
              </a:rPr>
              <a:t>, magna </a:t>
            </a:r>
            <a:r>
              <a:rPr lang="fr-FR" dirty="0" err="1">
                <a:solidFill>
                  <a:srgbClr val="001746"/>
                </a:solidFill>
              </a:rPr>
              <a:t>sed</a:t>
            </a:r>
            <a:r>
              <a:rPr lang="fr-FR" dirty="0">
                <a:solidFill>
                  <a:srgbClr val="001746"/>
                </a:solidFill>
              </a:rPr>
              <a:t> pulvinar </a:t>
            </a:r>
            <a:r>
              <a:rPr lang="fr-FR" dirty="0" err="1">
                <a:solidFill>
                  <a:srgbClr val="001746"/>
                </a:solidFill>
              </a:rPr>
              <a:t>ultricies</a:t>
            </a:r>
            <a:r>
              <a:rPr lang="fr-FR" dirty="0">
                <a:solidFill>
                  <a:srgbClr val="001746"/>
                </a:solidFill>
              </a:rPr>
              <a:t>, </a:t>
            </a:r>
            <a:r>
              <a:rPr lang="fr-FR" dirty="0" err="1">
                <a:solidFill>
                  <a:srgbClr val="001746"/>
                </a:solidFill>
              </a:rPr>
              <a:t>purus</a:t>
            </a:r>
            <a:r>
              <a:rPr lang="fr-FR" dirty="0">
                <a:solidFill>
                  <a:srgbClr val="001746"/>
                </a:solidFill>
              </a:rPr>
              <a:t> </a:t>
            </a:r>
            <a:r>
              <a:rPr lang="fr-FR" dirty="0" err="1">
                <a:solidFill>
                  <a:srgbClr val="001746"/>
                </a:solidFill>
              </a:rPr>
              <a:t>lectus</a:t>
            </a:r>
            <a:r>
              <a:rPr lang="fr-FR" dirty="0">
                <a:solidFill>
                  <a:srgbClr val="001746"/>
                </a:solidFill>
              </a:rPr>
              <a:t> </a:t>
            </a:r>
            <a:r>
              <a:rPr lang="fr-FR" dirty="0" err="1">
                <a:solidFill>
                  <a:srgbClr val="001746"/>
                </a:solidFill>
              </a:rPr>
              <a:t>malesuada</a:t>
            </a:r>
            <a:r>
              <a:rPr lang="fr-FR" dirty="0">
                <a:solidFill>
                  <a:srgbClr val="001746"/>
                </a:solidFill>
              </a:rPr>
              <a:t> libero</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r>
              <a:rPr lang="fr-FR" dirty="0" err="1">
                <a:solidFill>
                  <a:srgbClr val="001746"/>
                </a:solidFill>
              </a:rPr>
              <a:t>porttitor</a:t>
            </a:r>
            <a:r>
              <a:rPr lang="fr-FR" dirty="0">
                <a:solidFill>
                  <a:srgbClr val="001746"/>
                </a:solidFill>
              </a:rPr>
              <a:t> </a:t>
            </a:r>
            <a:r>
              <a:rPr lang="fr-FR" dirty="0" err="1">
                <a:solidFill>
                  <a:srgbClr val="001746"/>
                </a:solidFill>
              </a:rPr>
              <a:t>congue</a:t>
            </a:r>
            <a:r>
              <a:rPr lang="fr-FR" dirty="0">
                <a:solidFill>
                  <a:srgbClr val="001746"/>
                </a:solidFill>
              </a:rPr>
              <a:t> massa. </a:t>
            </a:r>
            <a:r>
              <a:rPr lang="fr-FR" dirty="0" err="1">
                <a:solidFill>
                  <a:srgbClr val="001746"/>
                </a:solidFill>
              </a:rPr>
              <a:t>Fusce</a:t>
            </a:r>
            <a:r>
              <a:rPr lang="fr-FR" dirty="0">
                <a:solidFill>
                  <a:srgbClr val="001746"/>
                </a:solidFill>
              </a:rPr>
              <a:t> </a:t>
            </a:r>
            <a:r>
              <a:rPr lang="fr-FR" dirty="0" err="1">
                <a:solidFill>
                  <a:srgbClr val="001746"/>
                </a:solidFill>
              </a:rPr>
              <a:t>posuere</a:t>
            </a:r>
            <a:r>
              <a:rPr lang="fr-FR" dirty="0">
                <a:solidFill>
                  <a:srgbClr val="001746"/>
                </a:solidFill>
              </a:rPr>
              <a:t>, magna </a:t>
            </a:r>
            <a:r>
              <a:rPr lang="fr-FR" dirty="0" err="1">
                <a:solidFill>
                  <a:srgbClr val="001746"/>
                </a:solidFill>
              </a:rPr>
              <a:t>sed</a:t>
            </a:r>
            <a:r>
              <a:rPr lang="fr-FR" dirty="0">
                <a:solidFill>
                  <a:srgbClr val="001746"/>
                </a:solidFill>
              </a:rPr>
              <a:t> pulvinar </a:t>
            </a:r>
            <a:r>
              <a:rPr lang="fr-FR" dirty="0" err="1">
                <a:solidFill>
                  <a:srgbClr val="001746"/>
                </a:solidFill>
              </a:rPr>
              <a:t>ultricies</a:t>
            </a:r>
            <a:r>
              <a:rPr lang="fr-FR" dirty="0">
                <a:solidFill>
                  <a:srgbClr val="001746"/>
                </a:solidFill>
              </a:rPr>
              <a:t>, </a:t>
            </a:r>
            <a:r>
              <a:rPr lang="fr-FR" dirty="0" err="1">
                <a:solidFill>
                  <a:srgbClr val="001746"/>
                </a:solidFill>
              </a:rPr>
              <a:t>purus</a:t>
            </a:r>
            <a:r>
              <a:rPr lang="fr-FR" dirty="0">
                <a:solidFill>
                  <a:srgbClr val="001746"/>
                </a:solidFill>
              </a:rPr>
              <a:t> </a:t>
            </a:r>
            <a:r>
              <a:rPr lang="fr-FR" dirty="0" err="1">
                <a:solidFill>
                  <a:srgbClr val="001746"/>
                </a:solidFill>
              </a:rPr>
              <a:t>lectus</a:t>
            </a:r>
            <a:r>
              <a:rPr lang="fr-FR" dirty="0">
                <a:solidFill>
                  <a:srgbClr val="001746"/>
                </a:solidFill>
              </a:rPr>
              <a:t> </a:t>
            </a:r>
            <a:r>
              <a:rPr lang="fr-FR" dirty="0" err="1">
                <a:solidFill>
                  <a:srgbClr val="001746"/>
                </a:solidFill>
              </a:rPr>
              <a:t>malesuada</a:t>
            </a:r>
            <a:r>
              <a:rPr lang="fr-FR" dirty="0">
                <a:solidFill>
                  <a:srgbClr val="001746"/>
                </a:solidFill>
              </a:rPr>
              <a:t> libero</a:t>
            </a:r>
          </a:p>
        </p:txBody>
      </p:sp>
      <p:sp>
        <p:nvSpPr>
          <p:cNvPr id="7" name="Espace réservé du pied de page 6">
            <a:extLst>
              <a:ext uri="{FF2B5EF4-FFF2-40B4-BE49-F238E27FC236}">
                <a16:creationId xmlns:a16="http://schemas.microsoft.com/office/drawing/2014/main" id="{EB7112C8-2ABE-44A4-3733-C22342D727C0}"/>
              </a:ext>
            </a:extLst>
          </p:cNvPr>
          <p:cNvSpPr>
            <a:spLocks noGrp="1"/>
          </p:cNvSpPr>
          <p:nvPr>
            <p:ph type="ftr" sz="quarter" idx="16"/>
          </p:nvPr>
        </p:nvSpPr>
        <p:spPr/>
        <p:txBody>
          <a:bodyPr/>
          <a:lstStyle/>
          <a:p>
            <a:r>
              <a:rPr lang="fr-FR"/>
              <a:t>Titre du document //  Niveau de confidentialité // Interne/Externe</a:t>
            </a:r>
          </a:p>
        </p:txBody>
      </p:sp>
    </p:spTree>
    <p:extLst>
      <p:ext uri="{BB962C8B-B14F-4D97-AF65-F5344CB8AC3E}">
        <p14:creationId xmlns:p14="http://schemas.microsoft.com/office/powerpoint/2010/main" val="737615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0A032-3EAF-0868-F178-4F83665F4CF0}"/>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F75E56D-E6E8-3E05-C89F-A1DC63909CEF}"/>
              </a:ext>
            </a:extLst>
          </p:cNvPr>
          <p:cNvSpPr>
            <a:spLocks noGrp="1"/>
          </p:cNvSpPr>
          <p:nvPr>
            <p:ph type="body" sz="quarter" idx="17"/>
          </p:nvPr>
        </p:nvSpPr>
        <p:spPr>
          <a:xfrm>
            <a:off x="7392144" y="0"/>
            <a:ext cx="4516487" cy="6858000"/>
          </a:xfrm>
          <a:solidFill>
            <a:schemeClr val="accent1"/>
          </a:solidFill>
        </p:spPr>
        <p:txBody>
          <a:bodyPr/>
          <a:lstStyle/>
          <a:p>
            <a:pPr lvl="0"/>
            <a:r>
              <a:rPr lang="fr-FR"/>
              <a:t> </a:t>
            </a:r>
          </a:p>
        </p:txBody>
      </p:sp>
      <p:sp>
        <p:nvSpPr>
          <p:cNvPr id="4" name="Titre 3">
            <a:extLst>
              <a:ext uri="{FF2B5EF4-FFF2-40B4-BE49-F238E27FC236}">
                <a16:creationId xmlns:a16="http://schemas.microsoft.com/office/drawing/2014/main" id="{F0BCA5EE-2237-6182-48F7-E4F7426DB714}"/>
              </a:ext>
            </a:extLst>
          </p:cNvPr>
          <p:cNvSpPr>
            <a:spLocks noGrp="1"/>
          </p:cNvSpPr>
          <p:nvPr>
            <p:ph type="title"/>
          </p:nvPr>
        </p:nvSpPr>
        <p:spPr>
          <a:xfrm>
            <a:off x="659395" y="365125"/>
            <a:ext cx="6156685" cy="498598"/>
          </a:xfrm>
        </p:spPr>
        <p:txBody>
          <a:bodyPr/>
          <a:lstStyle/>
          <a:p>
            <a:r>
              <a:rPr lang="en-US"/>
              <a:t>Titre de la slide</a:t>
            </a:r>
          </a:p>
        </p:txBody>
      </p:sp>
      <p:sp>
        <p:nvSpPr>
          <p:cNvPr id="8" name="Espace réservé du numéro de diapositive 7">
            <a:extLst>
              <a:ext uri="{FF2B5EF4-FFF2-40B4-BE49-F238E27FC236}">
                <a16:creationId xmlns:a16="http://schemas.microsoft.com/office/drawing/2014/main" id="{F220CA5A-ABA7-39CF-E188-8FC19032F061}"/>
              </a:ext>
            </a:extLst>
          </p:cNvPr>
          <p:cNvSpPr>
            <a:spLocks noGrp="1"/>
          </p:cNvSpPr>
          <p:nvPr>
            <p:ph type="sldNum" sz="quarter" idx="12"/>
          </p:nvPr>
        </p:nvSpPr>
        <p:spPr>
          <a:xfrm>
            <a:off x="11938667" y="6567793"/>
            <a:ext cx="222817" cy="153888"/>
          </a:xfrm>
        </p:spPr>
        <p:txBody>
          <a:bodyPr/>
          <a:lstStyle/>
          <a:p>
            <a:fld id="{3A28F117-D1D1-4562-BBA1-C4174F9770ED}" type="slidenum">
              <a:rPr lang="fr-FR" smtClean="0"/>
              <a:pPr/>
              <a:t>14</a:t>
            </a:fld>
            <a:endParaRPr lang="fr-FR"/>
          </a:p>
        </p:txBody>
      </p:sp>
      <p:sp>
        <p:nvSpPr>
          <p:cNvPr id="5" name="Espace réservé du texte 4">
            <a:extLst>
              <a:ext uri="{FF2B5EF4-FFF2-40B4-BE49-F238E27FC236}">
                <a16:creationId xmlns:a16="http://schemas.microsoft.com/office/drawing/2014/main" id="{E9905CD4-54D5-9067-7180-669C4E42D29D}"/>
              </a:ext>
            </a:extLst>
          </p:cNvPr>
          <p:cNvSpPr>
            <a:spLocks noGrp="1"/>
          </p:cNvSpPr>
          <p:nvPr>
            <p:ph type="body" sz="quarter" idx="13"/>
          </p:nvPr>
        </p:nvSpPr>
        <p:spPr>
          <a:xfrm>
            <a:off x="658813" y="1016000"/>
            <a:ext cx="6156685" cy="249299"/>
          </a:xfrm>
        </p:spPr>
        <p:txBody>
          <a:bodyPr/>
          <a:lstStyle/>
          <a:p>
            <a:r>
              <a:rPr lang="en-US"/>
              <a:t>Sous-titre de la slide</a:t>
            </a:r>
          </a:p>
        </p:txBody>
      </p:sp>
      <p:sp>
        <p:nvSpPr>
          <p:cNvPr id="6" name="Espace réservé du texte 5">
            <a:extLst>
              <a:ext uri="{FF2B5EF4-FFF2-40B4-BE49-F238E27FC236}">
                <a16:creationId xmlns:a16="http://schemas.microsoft.com/office/drawing/2014/main" id="{246DBC8B-51CC-D3A9-7142-9CAEB1307D78}"/>
              </a:ext>
            </a:extLst>
          </p:cNvPr>
          <p:cNvSpPr>
            <a:spLocks noGrp="1"/>
          </p:cNvSpPr>
          <p:nvPr>
            <p:ph type="body" sz="quarter" idx="14"/>
          </p:nvPr>
        </p:nvSpPr>
        <p:spPr>
          <a:xfrm>
            <a:off x="463703" y="1700213"/>
            <a:ext cx="6352377" cy="4608512"/>
          </a:xfrm>
        </p:spPr>
        <p:txBody>
          <a:bodyPr/>
          <a:lstStyle/>
          <a:p>
            <a:pPr lvl="0"/>
            <a:r>
              <a:rPr lang="fr-FR" dirty="0">
                <a:solidFill>
                  <a:srgbClr val="001746"/>
                </a:solidFill>
              </a:rPr>
              <a:t>Cliquez ici pour ajouter votre texte de niveau 01.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p>
          <a:p>
            <a:pPr lvl="1"/>
            <a:r>
              <a:rPr lang="fr-FR" dirty="0">
                <a:solidFill>
                  <a:srgbClr val="001746"/>
                </a:solidFill>
              </a:rPr>
              <a:t>Cliquez ici pour ajouter votre texte de niveau 02. Lorem ipsum </a:t>
            </a:r>
            <a:r>
              <a:rPr lang="fr-FR" dirty="0" err="1">
                <a:solidFill>
                  <a:srgbClr val="001746"/>
                </a:solidFill>
              </a:rPr>
              <a:t>dolor</a:t>
            </a:r>
            <a:r>
              <a:rPr lang="fr-FR" dirty="0">
                <a:solidFill>
                  <a:srgbClr val="001746"/>
                </a:solidFill>
              </a:rPr>
              <a:t> </a:t>
            </a:r>
            <a:r>
              <a:rPr lang="fr-FR" dirty="0" err="1">
                <a:solidFill>
                  <a:srgbClr val="001746"/>
                </a:solidFill>
              </a:rPr>
              <a:t>sit</a:t>
            </a:r>
            <a:r>
              <a:rPr lang="fr-FR" dirty="0">
                <a:solidFill>
                  <a:srgbClr val="001746"/>
                </a:solidFill>
              </a:rPr>
              <a:t> </a:t>
            </a:r>
            <a:r>
              <a:rPr lang="fr-FR" dirty="0" err="1">
                <a:solidFill>
                  <a:srgbClr val="001746"/>
                </a:solidFill>
              </a:rPr>
              <a:t>amet</a:t>
            </a:r>
            <a:r>
              <a:rPr lang="fr-FR" dirty="0">
                <a:solidFill>
                  <a:srgbClr val="001746"/>
                </a:solidFill>
              </a:rPr>
              <a:t>, </a:t>
            </a:r>
            <a:r>
              <a:rPr lang="fr-FR" dirty="0" err="1">
                <a:solidFill>
                  <a:srgbClr val="001746"/>
                </a:solidFill>
              </a:rPr>
              <a:t>consectetuer</a:t>
            </a:r>
            <a:r>
              <a:rPr lang="fr-FR" dirty="0">
                <a:solidFill>
                  <a:srgbClr val="001746"/>
                </a:solidFill>
              </a:rPr>
              <a:t> </a:t>
            </a:r>
            <a:r>
              <a:rPr lang="fr-FR" dirty="0" err="1">
                <a:solidFill>
                  <a:srgbClr val="001746"/>
                </a:solidFill>
              </a:rPr>
              <a:t>adipiscing</a:t>
            </a:r>
            <a:r>
              <a:rPr lang="fr-FR" dirty="0">
                <a:solidFill>
                  <a:srgbClr val="001746"/>
                </a:solidFill>
              </a:rPr>
              <a:t> </a:t>
            </a:r>
            <a:r>
              <a:rPr lang="fr-FR" dirty="0" err="1">
                <a:solidFill>
                  <a:srgbClr val="001746"/>
                </a:solidFill>
              </a:rPr>
              <a:t>elit</a:t>
            </a:r>
            <a:r>
              <a:rPr lang="fr-FR" dirty="0">
                <a:solidFill>
                  <a:srgbClr val="001746"/>
                </a:solidFill>
              </a:rPr>
              <a:t>. </a:t>
            </a:r>
            <a:r>
              <a:rPr lang="fr-FR" dirty="0" err="1">
                <a:solidFill>
                  <a:srgbClr val="001746"/>
                </a:solidFill>
              </a:rPr>
              <a:t>Maecenas</a:t>
            </a:r>
            <a:r>
              <a:rPr lang="fr-FR" dirty="0">
                <a:solidFill>
                  <a:srgbClr val="001746"/>
                </a:solidFill>
              </a:rPr>
              <a:t> </a:t>
            </a:r>
            <a:r>
              <a:rPr lang="fr-FR" dirty="0" err="1">
                <a:solidFill>
                  <a:srgbClr val="001746"/>
                </a:solidFill>
              </a:rPr>
              <a:t>porttitor</a:t>
            </a:r>
            <a:r>
              <a:rPr lang="fr-FR" dirty="0">
                <a:solidFill>
                  <a:srgbClr val="001746"/>
                </a:solidFill>
              </a:rPr>
              <a:t> </a:t>
            </a:r>
            <a:r>
              <a:rPr lang="fr-FR" dirty="0" err="1">
                <a:solidFill>
                  <a:srgbClr val="001746"/>
                </a:solidFill>
              </a:rPr>
              <a:t>congue</a:t>
            </a:r>
            <a:endParaRPr lang="en-US" dirty="0">
              <a:solidFill>
                <a:srgbClr val="001746"/>
              </a:solidFill>
            </a:endParaRPr>
          </a:p>
        </p:txBody>
      </p:sp>
      <p:sp>
        <p:nvSpPr>
          <p:cNvPr id="7" name="Espace réservé du pied de page 6">
            <a:extLst>
              <a:ext uri="{FF2B5EF4-FFF2-40B4-BE49-F238E27FC236}">
                <a16:creationId xmlns:a16="http://schemas.microsoft.com/office/drawing/2014/main" id="{ABBC6321-8935-30A0-AEA6-209194B1104E}"/>
              </a:ext>
            </a:extLst>
          </p:cNvPr>
          <p:cNvSpPr>
            <a:spLocks noGrp="1"/>
          </p:cNvSpPr>
          <p:nvPr>
            <p:ph type="ftr" sz="quarter" idx="16"/>
          </p:nvPr>
        </p:nvSpPr>
        <p:spPr>
          <a:xfrm rot="16200000">
            <a:off x="9016909" y="3352126"/>
            <a:ext cx="6066335" cy="92333"/>
          </a:xfrm>
        </p:spPr>
        <p:txBody>
          <a:bodyPr/>
          <a:lstStyle/>
          <a:p>
            <a:r>
              <a:rPr lang="fr-FR"/>
              <a:t>Titre du document //  Niveau de confidentialité // Interne/Externe</a:t>
            </a:r>
          </a:p>
        </p:txBody>
      </p:sp>
      <p:graphicFrame>
        <p:nvGraphicFramePr>
          <p:cNvPr id="20" name="Espace réservé du graphique 19">
            <a:extLst>
              <a:ext uri="{FF2B5EF4-FFF2-40B4-BE49-F238E27FC236}">
                <a16:creationId xmlns:a16="http://schemas.microsoft.com/office/drawing/2014/main" id="{1D3FECA6-263A-BFAE-C577-FF2B2A635041}"/>
              </a:ext>
            </a:extLst>
          </p:cNvPr>
          <p:cNvGraphicFramePr>
            <a:graphicFrameLocks noGrp="1"/>
          </p:cNvGraphicFramePr>
          <p:nvPr>
            <p:ph type="chart" sz="quarter" idx="18"/>
            <p:extLst>
              <p:ext uri="{D42A27DB-BD31-4B8C-83A1-F6EECF244321}">
                <p14:modId xmlns:p14="http://schemas.microsoft.com/office/powerpoint/2010/main" val="2761503702"/>
              </p:ext>
            </p:extLst>
          </p:nvPr>
        </p:nvGraphicFramePr>
        <p:xfrm>
          <a:off x="7689850" y="1300163"/>
          <a:ext cx="3921126" cy="46085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0080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5F9EE-1DE4-2C6E-2D43-DF5ACCC8FD51}"/>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750B4459-7BED-C57D-8E6E-D9B78319D4E6}"/>
              </a:ext>
            </a:extLst>
          </p:cNvPr>
          <p:cNvSpPr>
            <a:spLocks noGrp="1"/>
          </p:cNvSpPr>
          <p:nvPr>
            <p:ph type="title"/>
          </p:nvPr>
        </p:nvSpPr>
        <p:spPr/>
        <p:txBody>
          <a:bodyPr/>
          <a:lstStyle/>
          <a:p>
            <a:r>
              <a:rPr lang="en-US"/>
              <a:t>Titre de la slide</a:t>
            </a:r>
          </a:p>
        </p:txBody>
      </p:sp>
      <p:sp>
        <p:nvSpPr>
          <p:cNvPr id="5" name="Espace réservé du texte 4">
            <a:extLst>
              <a:ext uri="{FF2B5EF4-FFF2-40B4-BE49-F238E27FC236}">
                <a16:creationId xmlns:a16="http://schemas.microsoft.com/office/drawing/2014/main" id="{93151225-D5F6-D883-DAD5-8E330B01E126}"/>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5401346B-D035-BD88-6F90-A816A6278E3B}"/>
              </a:ext>
            </a:extLst>
          </p:cNvPr>
          <p:cNvSpPr>
            <a:spLocks noGrp="1"/>
          </p:cNvSpPr>
          <p:nvPr>
            <p:ph type="body" sz="quarter" idx="14"/>
          </p:nvPr>
        </p:nvSpPr>
        <p:spPr/>
        <p:txBody>
          <a:bodyPr>
            <a:normAutofit/>
          </a:bodyPr>
          <a:lstStyle/>
          <a:p>
            <a:pPr lvl="0"/>
            <a:r>
              <a:rPr lang="fr-FR" dirty="0">
                <a:solidFill>
                  <a:srgbClr val="002060"/>
                </a:solidFill>
              </a:rPr>
              <a:t>Cliquez ici pour ajouter votre texte de niveau 01. </a:t>
            </a:r>
          </a:p>
          <a:p>
            <a:pPr lvl="1"/>
            <a:r>
              <a:rPr lang="fr-FR" dirty="0">
                <a:solidFill>
                  <a:srgbClr val="002060"/>
                </a:solidFill>
              </a:rPr>
              <a:t>Cliquez ici pour ajouter votre texte de niveau 02.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 </a:t>
            </a:r>
            <a:r>
              <a:rPr lang="fr-FR" dirty="0" err="1">
                <a:solidFill>
                  <a:srgbClr val="002060"/>
                </a:solidFill>
              </a:rPr>
              <a:t>adipiscing</a:t>
            </a:r>
            <a:r>
              <a:rPr lang="fr-FR" dirty="0">
                <a:solidFill>
                  <a:srgbClr val="002060"/>
                </a:solidFill>
              </a:rPr>
              <a:t> </a:t>
            </a:r>
            <a:r>
              <a:rPr lang="fr-FR" dirty="0" err="1">
                <a:solidFill>
                  <a:srgbClr val="002060"/>
                </a:solidFill>
              </a:rPr>
              <a:t>elit</a:t>
            </a:r>
            <a:r>
              <a:rPr lang="fr-FR" dirty="0">
                <a:solidFill>
                  <a:srgbClr val="002060"/>
                </a:solidFill>
              </a:rPr>
              <a:t>.</a:t>
            </a:r>
          </a:p>
          <a:p>
            <a:pPr lvl="2"/>
            <a:r>
              <a:rPr lang="fr-FR" dirty="0">
                <a:solidFill>
                  <a:srgbClr val="002060"/>
                </a:solidFill>
              </a:rPr>
              <a:t>Cliquez ici pour ajouter votre texte de niveau 03.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 </a:t>
            </a:r>
            <a:r>
              <a:rPr lang="fr-FR" dirty="0" err="1">
                <a:solidFill>
                  <a:srgbClr val="002060"/>
                </a:solidFill>
              </a:rPr>
              <a:t>adipiscing</a:t>
            </a:r>
            <a:r>
              <a:rPr lang="fr-FR" dirty="0">
                <a:solidFill>
                  <a:srgbClr val="002060"/>
                </a:solidFill>
              </a:rPr>
              <a:t> </a:t>
            </a:r>
            <a:r>
              <a:rPr lang="fr-FR" dirty="0" err="1">
                <a:solidFill>
                  <a:srgbClr val="002060"/>
                </a:solidFill>
              </a:rPr>
              <a:t>elit</a:t>
            </a:r>
            <a:r>
              <a:rPr lang="fr-FR" dirty="0">
                <a:solidFill>
                  <a:srgbClr val="002060"/>
                </a:solidFill>
              </a:rPr>
              <a:t>. </a:t>
            </a:r>
            <a:r>
              <a:rPr lang="fr-FR" dirty="0" err="1">
                <a:solidFill>
                  <a:srgbClr val="002060"/>
                </a:solidFill>
              </a:rPr>
              <a:t>Maecenas</a:t>
            </a:r>
            <a:r>
              <a:rPr lang="fr-FR" dirty="0">
                <a:solidFill>
                  <a:srgbClr val="002060"/>
                </a:solidFill>
              </a:rPr>
              <a:t> </a:t>
            </a:r>
            <a:r>
              <a:rPr lang="fr-FR" dirty="0" err="1">
                <a:solidFill>
                  <a:srgbClr val="002060"/>
                </a:solidFill>
              </a:rPr>
              <a:t>porttitor</a:t>
            </a:r>
            <a:r>
              <a:rPr lang="fr-FR" dirty="0">
                <a:solidFill>
                  <a:srgbClr val="002060"/>
                </a:solidFill>
              </a:rPr>
              <a:t> </a:t>
            </a:r>
            <a:r>
              <a:rPr lang="fr-FR" dirty="0" err="1">
                <a:solidFill>
                  <a:srgbClr val="002060"/>
                </a:solidFill>
              </a:rPr>
              <a:t>congue</a:t>
            </a:r>
            <a:endParaRPr lang="fr-FR" dirty="0">
              <a:solidFill>
                <a:srgbClr val="002060"/>
              </a:solidFill>
            </a:endParaRPr>
          </a:p>
        </p:txBody>
      </p:sp>
      <p:sp>
        <p:nvSpPr>
          <p:cNvPr id="13" name="Espace réservé du texte 12">
            <a:extLst>
              <a:ext uri="{FF2B5EF4-FFF2-40B4-BE49-F238E27FC236}">
                <a16:creationId xmlns:a16="http://schemas.microsoft.com/office/drawing/2014/main" id="{FC4AE620-5413-F891-9E3B-CED142C1A3F5}"/>
              </a:ext>
            </a:extLst>
          </p:cNvPr>
          <p:cNvSpPr>
            <a:spLocks noGrp="1"/>
          </p:cNvSpPr>
          <p:nvPr>
            <p:ph type="body" sz="quarter" idx="17"/>
          </p:nvPr>
        </p:nvSpPr>
        <p:spPr/>
        <p:txBody>
          <a:bodyPr/>
          <a:lstStyle/>
          <a:p>
            <a:pPr lvl="0"/>
            <a:r>
              <a:rPr lang="fr-FR" dirty="0">
                <a:solidFill>
                  <a:srgbClr val="002060"/>
                </a:solidFill>
              </a:rPr>
              <a:t>Cliquez ici pour ajouter votre texte de niveau 01. </a:t>
            </a:r>
          </a:p>
          <a:p>
            <a:pPr lvl="1"/>
            <a:r>
              <a:rPr lang="fr-FR" dirty="0">
                <a:solidFill>
                  <a:srgbClr val="002060"/>
                </a:solidFill>
              </a:rPr>
              <a:t>Cliquez ici pour ajouter votre texte de niveau 02.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r>
              <a:rPr lang="fr-FR" dirty="0">
                <a:solidFill>
                  <a:srgbClr val="002060"/>
                </a:solidFill>
              </a:rPr>
              <a:t> </a:t>
            </a:r>
            <a:r>
              <a:rPr lang="fr-FR" dirty="0" err="1">
                <a:solidFill>
                  <a:srgbClr val="002060"/>
                </a:solidFill>
              </a:rPr>
              <a:t>adipiscing</a:t>
            </a:r>
            <a:r>
              <a:rPr lang="fr-FR" dirty="0">
                <a:solidFill>
                  <a:srgbClr val="002060"/>
                </a:solidFill>
              </a:rPr>
              <a:t> </a:t>
            </a:r>
            <a:r>
              <a:rPr lang="fr-FR" dirty="0" err="1">
                <a:solidFill>
                  <a:srgbClr val="002060"/>
                </a:solidFill>
              </a:rPr>
              <a:t>elit</a:t>
            </a:r>
            <a:r>
              <a:rPr lang="fr-FR" dirty="0">
                <a:solidFill>
                  <a:srgbClr val="002060"/>
                </a:solidFill>
              </a:rPr>
              <a:t>.</a:t>
            </a:r>
          </a:p>
          <a:p>
            <a:pPr lvl="2"/>
            <a:r>
              <a:rPr lang="fr-FR" dirty="0">
                <a:solidFill>
                  <a:srgbClr val="002060"/>
                </a:solidFill>
              </a:rPr>
              <a:t>Cliquez ici pour ajouter votre texte de niveau 03. Lorem ipsum </a:t>
            </a:r>
            <a:r>
              <a:rPr lang="fr-FR" dirty="0" err="1">
                <a:solidFill>
                  <a:srgbClr val="002060"/>
                </a:solidFill>
              </a:rPr>
              <a:t>dolor</a:t>
            </a:r>
            <a:r>
              <a:rPr lang="fr-FR" dirty="0">
                <a:solidFill>
                  <a:srgbClr val="002060"/>
                </a:solidFill>
              </a:rPr>
              <a:t> </a:t>
            </a:r>
            <a:r>
              <a:rPr lang="fr-FR" dirty="0" err="1">
                <a:solidFill>
                  <a:srgbClr val="002060"/>
                </a:solidFill>
              </a:rPr>
              <a:t>sit</a:t>
            </a:r>
            <a:r>
              <a:rPr lang="fr-FR" dirty="0">
                <a:solidFill>
                  <a:srgbClr val="002060"/>
                </a:solidFill>
              </a:rPr>
              <a:t> </a:t>
            </a:r>
            <a:r>
              <a:rPr lang="fr-FR" dirty="0" err="1">
                <a:solidFill>
                  <a:srgbClr val="002060"/>
                </a:solidFill>
              </a:rPr>
              <a:t>amet</a:t>
            </a:r>
            <a:r>
              <a:rPr lang="fr-FR" dirty="0">
                <a:solidFill>
                  <a:srgbClr val="002060"/>
                </a:solidFill>
              </a:rPr>
              <a:t>, </a:t>
            </a:r>
            <a:r>
              <a:rPr lang="fr-FR" dirty="0" err="1">
                <a:solidFill>
                  <a:srgbClr val="002060"/>
                </a:solidFill>
              </a:rPr>
              <a:t>consectetuer</a:t>
            </a:r>
            <a:endParaRPr lang="fr-FR" dirty="0">
              <a:solidFill>
                <a:srgbClr val="002060"/>
              </a:solidFill>
            </a:endParaRPr>
          </a:p>
        </p:txBody>
      </p:sp>
      <p:sp>
        <p:nvSpPr>
          <p:cNvPr id="14" name="Espace réservé du numéro de diapositive 7">
            <a:extLst>
              <a:ext uri="{FF2B5EF4-FFF2-40B4-BE49-F238E27FC236}">
                <a16:creationId xmlns:a16="http://schemas.microsoft.com/office/drawing/2014/main" id="{B97991C7-1B99-21C7-59F4-FB3F8D0F14AF}"/>
              </a:ext>
            </a:extLst>
          </p:cNvPr>
          <p:cNvSpPr>
            <a:spLocks noGrp="1"/>
          </p:cNvSpPr>
          <p:nvPr>
            <p:ph type="sldNum" sz="quarter" idx="12"/>
          </p:nvPr>
        </p:nvSpPr>
        <p:spPr>
          <a:xfrm>
            <a:off x="11938667" y="6567793"/>
            <a:ext cx="222817" cy="15388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28F117-D1D1-4562-BBA1-C4174F9770ED}" type="slidenum">
              <a:rPr kumimoji="0" lang="fr-FR" sz="1000" b="0" i="0" u="none" strike="noStrike" kern="1200" cap="none" spc="0" normalizeH="0" baseline="0" noProof="0" smtClean="0">
                <a:ln>
                  <a:noFill/>
                </a:ln>
                <a:solidFill>
                  <a:prstClr val="white"/>
                </a:solidFill>
                <a:effectLst/>
                <a:uLnTx/>
                <a:uFillTx/>
                <a:latin typeface="Glacial Indifference"/>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fr-FR" sz="10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15" name="Espace réservé du pied de page 6">
            <a:extLst>
              <a:ext uri="{FF2B5EF4-FFF2-40B4-BE49-F238E27FC236}">
                <a16:creationId xmlns:a16="http://schemas.microsoft.com/office/drawing/2014/main" id="{8B505B2C-9CE5-BDC2-138D-EC3E06DD8409}"/>
              </a:ext>
            </a:extLst>
          </p:cNvPr>
          <p:cNvSpPr>
            <a:spLocks noGrp="1"/>
          </p:cNvSpPr>
          <p:nvPr>
            <p:ph type="ftr" sz="quarter" idx="16"/>
          </p:nvPr>
        </p:nvSpPr>
        <p:spPr>
          <a:xfrm rot="16200000">
            <a:off x="9016909" y="3352126"/>
            <a:ext cx="6066335" cy="923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all" spc="300" normalizeH="0" baseline="0" noProof="0">
                <a:ln>
                  <a:noFill/>
                </a:ln>
                <a:solidFill>
                  <a:prstClr val="black">
                    <a:alpha val="70000"/>
                  </a:prstClr>
                </a:solidFill>
                <a:effectLst/>
                <a:uLnTx/>
                <a:uFillTx/>
                <a:latin typeface="Glacial Indifference"/>
                <a:ea typeface="+mn-ea"/>
                <a:cs typeface="+mn-cs"/>
              </a:rPr>
              <a:t>Titre du document //  Niveau de confidentialité // Interne/Externe</a:t>
            </a:r>
          </a:p>
        </p:txBody>
      </p:sp>
    </p:spTree>
    <p:extLst>
      <p:ext uri="{BB962C8B-B14F-4D97-AF65-F5344CB8AC3E}">
        <p14:creationId xmlns:p14="http://schemas.microsoft.com/office/powerpoint/2010/main" val="1363228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382EA-1EC2-BEF4-4148-43BA944E0486}"/>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BDA72B2-754E-413D-C188-5D3BE0B35FB9}"/>
              </a:ext>
            </a:extLst>
          </p:cNvPr>
          <p:cNvSpPr>
            <a:spLocks noGrp="1"/>
          </p:cNvSpPr>
          <p:nvPr>
            <p:ph type="title"/>
          </p:nvPr>
        </p:nvSpPr>
        <p:spPr/>
        <p:txBody>
          <a:bodyPr/>
          <a:lstStyle/>
          <a:p>
            <a:r>
              <a:rPr lang="en-US"/>
              <a:t>Titre de la slide</a:t>
            </a:r>
          </a:p>
        </p:txBody>
      </p:sp>
      <p:sp>
        <p:nvSpPr>
          <p:cNvPr id="5" name="Espace réservé du texte 4">
            <a:extLst>
              <a:ext uri="{FF2B5EF4-FFF2-40B4-BE49-F238E27FC236}">
                <a16:creationId xmlns:a16="http://schemas.microsoft.com/office/drawing/2014/main" id="{42F81B85-4A60-18F8-CE8B-90B07CA768D2}"/>
              </a:ext>
            </a:extLst>
          </p:cNvPr>
          <p:cNvSpPr>
            <a:spLocks noGrp="1"/>
          </p:cNvSpPr>
          <p:nvPr>
            <p:ph type="body" sz="quarter" idx="13"/>
          </p:nvPr>
        </p:nvSpPr>
        <p:spPr/>
        <p:txBody>
          <a:bodyPr/>
          <a:lstStyle/>
          <a:p>
            <a:r>
              <a:rPr lang="en-US"/>
              <a:t>Sous-titre de la slide</a:t>
            </a:r>
          </a:p>
        </p:txBody>
      </p:sp>
      <p:sp>
        <p:nvSpPr>
          <p:cNvPr id="6" name="Espace réservé du texte 5">
            <a:extLst>
              <a:ext uri="{FF2B5EF4-FFF2-40B4-BE49-F238E27FC236}">
                <a16:creationId xmlns:a16="http://schemas.microsoft.com/office/drawing/2014/main" id="{678911A3-1057-E799-9842-EADB58A15166}"/>
              </a:ext>
            </a:extLst>
          </p:cNvPr>
          <p:cNvSpPr>
            <a:spLocks noGrp="1"/>
          </p:cNvSpPr>
          <p:nvPr>
            <p:ph type="body" sz="quarter" idx="14"/>
          </p:nvPr>
        </p:nvSpPr>
        <p:spPr>
          <a:xfrm>
            <a:off x="1691942" y="2137707"/>
            <a:ext cx="3063892" cy="3611860"/>
          </a:xfrm>
          <a:effectLst>
            <a:outerShdw blurRad="101600" sx="101000" sy="101000" algn="ctr" rotWithShape="0">
              <a:srgbClr val="000000">
                <a:alpha val="10000"/>
              </a:srgbClr>
            </a:outerShdw>
          </a:effectLst>
        </p:spPr>
        <p:txBody>
          <a:bodyPr lIns="0" rIns="0" bIns="540000" anchor="b">
            <a:normAutofit/>
          </a:bodyPr>
          <a:lstStyle/>
          <a:p>
            <a:pPr marL="0" lvl="0" indent="0" algn="ctr">
              <a:buNone/>
            </a:pPr>
            <a:r>
              <a:rPr lang="fr-FR" sz="2000" b="0" dirty="0">
                <a:solidFill>
                  <a:srgbClr val="002060"/>
                </a:solidFill>
                <a:latin typeface="+mj-lt"/>
              </a:rPr>
              <a:t>Votre texte </a:t>
            </a:r>
            <a:br>
              <a:rPr lang="fr-FR" sz="2000" b="0" dirty="0">
                <a:solidFill>
                  <a:srgbClr val="002060"/>
                </a:solidFill>
                <a:latin typeface="+mj-lt"/>
              </a:rPr>
            </a:br>
            <a:r>
              <a:rPr lang="fr-FR" sz="2000" b="0" dirty="0">
                <a:solidFill>
                  <a:srgbClr val="002060"/>
                </a:solidFill>
                <a:latin typeface="+mj-lt"/>
              </a:rPr>
              <a:t>ici</a:t>
            </a:r>
          </a:p>
        </p:txBody>
      </p:sp>
      <p:sp>
        <p:nvSpPr>
          <p:cNvPr id="13" name="Espace réservé du texte 12">
            <a:extLst>
              <a:ext uri="{FF2B5EF4-FFF2-40B4-BE49-F238E27FC236}">
                <a16:creationId xmlns:a16="http://schemas.microsoft.com/office/drawing/2014/main" id="{D8193D9C-033C-9331-E819-30DA112B6DD1}"/>
              </a:ext>
            </a:extLst>
          </p:cNvPr>
          <p:cNvSpPr>
            <a:spLocks noGrp="1"/>
          </p:cNvSpPr>
          <p:nvPr>
            <p:ph type="body" sz="quarter" idx="17"/>
          </p:nvPr>
        </p:nvSpPr>
        <p:spPr>
          <a:xfrm>
            <a:off x="7439008" y="2137707"/>
            <a:ext cx="3063892" cy="3611860"/>
          </a:xfrm>
          <a:effectLst>
            <a:outerShdw blurRad="101600" sx="101000" sy="101000" algn="ctr" rotWithShape="0">
              <a:srgbClr val="000000">
                <a:alpha val="10000"/>
              </a:srgbClr>
            </a:outerShdw>
          </a:effectLst>
        </p:spPr>
        <p:txBody>
          <a:bodyPr lIns="0" rIns="0" bIns="540000" anchor="b" anchorCtr="0">
            <a:normAutofit/>
          </a:bodyPr>
          <a:lstStyle/>
          <a:p>
            <a:pPr marL="0" marR="0" lvl="0" indent="0" algn="ctr" defTabSz="914400" rtl="0" eaLnBrk="1" fontAlgn="auto" latinLnBrk="0" hangingPunct="1">
              <a:lnSpc>
                <a:spcPct val="90000"/>
              </a:lnSpc>
              <a:spcBef>
                <a:spcPts val="1000"/>
              </a:spcBef>
              <a:spcAft>
                <a:spcPts val="0"/>
              </a:spcAft>
              <a:buClrTx/>
              <a:buSzTx/>
              <a:buNone/>
              <a:tabLst/>
              <a:defRPr/>
            </a:pPr>
            <a:r>
              <a:rPr kumimoji="0" lang="fr-FR" sz="2000" b="0" i="0" u="none" strike="noStrike" kern="1200" cap="none" spc="0" normalizeH="0" baseline="0" noProof="0">
                <a:ln>
                  <a:noFill/>
                </a:ln>
                <a:solidFill>
                  <a:srgbClr val="002060"/>
                </a:solidFill>
                <a:effectLst/>
                <a:uLnTx/>
                <a:uFillTx/>
                <a:latin typeface="Fivo Sans Heavy"/>
                <a:ea typeface="+mn-ea"/>
                <a:cs typeface="+mn-cs"/>
              </a:rPr>
              <a:t>Votre texte </a:t>
            </a:r>
            <a:br>
              <a:rPr kumimoji="0" lang="fr-FR" sz="2000" b="0" i="0" u="none" strike="noStrike" kern="1200" cap="none" spc="0" normalizeH="0" baseline="0" noProof="0">
                <a:ln>
                  <a:noFill/>
                </a:ln>
                <a:solidFill>
                  <a:srgbClr val="002060"/>
                </a:solidFill>
                <a:effectLst/>
                <a:uLnTx/>
                <a:uFillTx/>
                <a:latin typeface="Fivo Sans Heavy"/>
                <a:ea typeface="+mn-ea"/>
                <a:cs typeface="+mn-cs"/>
              </a:rPr>
            </a:br>
            <a:r>
              <a:rPr kumimoji="0" lang="fr-FR" sz="2000" b="0" i="0" u="none" strike="noStrike" kern="1200" cap="none" spc="0" normalizeH="0" baseline="0" noProof="0">
                <a:ln>
                  <a:noFill/>
                </a:ln>
                <a:solidFill>
                  <a:srgbClr val="002060"/>
                </a:solidFill>
                <a:effectLst/>
                <a:uLnTx/>
                <a:uFillTx/>
                <a:latin typeface="Fivo Sans Heavy"/>
                <a:ea typeface="+mn-ea"/>
                <a:cs typeface="+mn-cs"/>
              </a:rPr>
              <a:t>ici</a:t>
            </a:r>
          </a:p>
        </p:txBody>
      </p:sp>
      <p:sp>
        <p:nvSpPr>
          <p:cNvPr id="14" name="Espace réservé du numéro de diapositive 7">
            <a:extLst>
              <a:ext uri="{FF2B5EF4-FFF2-40B4-BE49-F238E27FC236}">
                <a16:creationId xmlns:a16="http://schemas.microsoft.com/office/drawing/2014/main" id="{F2E3ED48-B883-4335-5B74-7C3A9D139CB1}"/>
              </a:ext>
            </a:extLst>
          </p:cNvPr>
          <p:cNvSpPr>
            <a:spLocks noGrp="1"/>
          </p:cNvSpPr>
          <p:nvPr>
            <p:ph type="sldNum" sz="quarter" idx="12"/>
          </p:nvPr>
        </p:nvSpPr>
        <p:spPr>
          <a:xfrm>
            <a:off x="11938667" y="6567793"/>
            <a:ext cx="222817" cy="15388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28F117-D1D1-4562-BBA1-C4174F9770ED}" type="slidenum">
              <a:rPr kumimoji="0" lang="fr-FR" sz="1000" b="0" i="0" u="none" strike="noStrike" kern="1200" cap="none" spc="0" normalizeH="0" baseline="0" noProof="0" smtClean="0">
                <a:ln>
                  <a:noFill/>
                </a:ln>
                <a:solidFill>
                  <a:prstClr val="white"/>
                </a:solidFill>
                <a:effectLst/>
                <a:uLnTx/>
                <a:uFillTx/>
                <a:latin typeface="Glacial Indifference"/>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fr-FR" sz="1000" b="0" i="0" u="none" strike="noStrike" kern="1200" cap="none" spc="0" normalizeH="0" baseline="0" noProof="0">
              <a:ln>
                <a:noFill/>
              </a:ln>
              <a:solidFill>
                <a:prstClr val="white"/>
              </a:solidFill>
              <a:effectLst/>
              <a:uLnTx/>
              <a:uFillTx/>
              <a:latin typeface="Glacial Indifference"/>
              <a:ea typeface="+mn-ea"/>
              <a:cs typeface="+mn-cs"/>
            </a:endParaRPr>
          </a:p>
        </p:txBody>
      </p:sp>
      <p:sp>
        <p:nvSpPr>
          <p:cNvPr id="15" name="Espace réservé du pied de page 6">
            <a:extLst>
              <a:ext uri="{FF2B5EF4-FFF2-40B4-BE49-F238E27FC236}">
                <a16:creationId xmlns:a16="http://schemas.microsoft.com/office/drawing/2014/main" id="{DA2E40C8-31A6-1582-A6A5-41D3426A025D}"/>
              </a:ext>
            </a:extLst>
          </p:cNvPr>
          <p:cNvSpPr>
            <a:spLocks noGrp="1"/>
          </p:cNvSpPr>
          <p:nvPr>
            <p:ph type="ftr" sz="quarter" idx="16"/>
          </p:nvPr>
        </p:nvSpPr>
        <p:spPr>
          <a:xfrm rot="16200000">
            <a:off x="9016909" y="3352126"/>
            <a:ext cx="6066335" cy="923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all" spc="300" normalizeH="0" baseline="0" noProof="0">
                <a:ln>
                  <a:noFill/>
                </a:ln>
                <a:solidFill>
                  <a:prstClr val="black">
                    <a:alpha val="70000"/>
                  </a:prstClr>
                </a:solidFill>
                <a:effectLst/>
                <a:uLnTx/>
                <a:uFillTx/>
                <a:latin typeface="Glacial Indifference"/>
                <a:ea typeface="+mn-ea"/>
                <a:cs typeface="+mn-cs"/>
              </a:rPr>
              <a:t>Titre du document //  Niveau de confidentialité // Interne/Externe</a:t>
            </a:r>
          </a:p>
        </p:txBody>
      </p:sp>
      <p:grpSp>
        <p:nvGrpSpPr>
          <p:cNvPr id="7" name="Graphique 29">
            <a:extLst>
              <a:ext uri="{FF2B5EF4-FFF2-40B4-BE49-F238E27FC236}">
                <a16:creationId xmlns:a16="http://schemas.microsoft.com/office/drawing/2014/main" id="{270F6849-B118-3836-8017-30ABFA6B01CC}"/>
              </a:ext>
            </a:extLst>
          </p:cNvPr>
          <p:cNvGrpSpPr/>
          <p:nvPr/>
        </p:nvGrpSpPr>
        <p:grpSpPr>
          <a:xfrm>
            <a:off x="2717800" y="2922912"/>
            <a:ext cx="1012176" cy="1012176"/>
            <a:chOff x="2970199" y="303172"/>
            <a:chExt cx="6248412" cy="6248425"/>
          </a:xfrm>
          <a:noFill/>
        </p:grpSpPr>
        <p:sp>
          <p:nvSpPr>
            <p:cNvPr id="8" name="Forme libre : forme 7">
              <a:extLst>
                <a:ext uri="{FF2B5EF4-FFF2-40B4-BE49-F238E27FC236}">
                  <a16:creationId xmlns:a16="http://schemas.microsoft.com/office/drawing/2014/main" id="{5EA2DD25-96A7-BAB8-57FA-99B8CCFCA3D9}"/>
                </a:ext>
              </a:extLst>
            </p:cNvPr>
            <p:cNvSpPr/>
            <p:nvPr/>
          </p:nvSpPr>
          <p:spPr>
            <a:xfrm flipV="1">
              <a:off x="2970199" y="303172"/>
              <a:ext cx="6248412" cy="6248425"/>
            </a:xfrm>
            <a:custGeom>
              <a:avLst/>
              <a:gdLst>
                <a:gd name="connsiteX0" fmla="*/ 3710388 w 6248412"/>
                <a:gd name="connsiteY0" fmla="*/ 5662049 h 6248425"/>
                <a:gd name="connsiteX1" fmla="*/ 4504316 w 6248412"/>
                <a:gd name="connsiteY1" fmla="*/ 5332903 h 6248425"/>
                <a:gd name="connsiteX2" fmla="*/ 4735443 w 6248412"/>
                <a:gd name="connsiteY2" fmla="*/ 5564017 h 6248425"/>
                <a:gd name="connsiteX3" fmla="*/ 5103629 w 6248412"/>
                <a:gd name="connsiteY3" fmla="*/ 5564017 h 6248425"/>
                <a:gd name="connsiteX4" fmla="*/ 5563864 w 6248412"/>
                <a:gd name="connsiteY4" fmla="*/ 5103782 h 6248425"/>
                <a:gd name="connsiteX5" fmla="*/ 5563864 w 6248412"/>
                <a:gd name="connsiteY5" fmla="*/ 4735597 h 6248425"/>
                <a:gd name="connsiteX6" fmla="*/ 5332686 w 6248412"/>
                <a:gd name="connsiteY6" fmla="*/ 4504418 h 6248425"/>
                <a:gd name="connsiteX7" fmla="*/ 5661768 w 6248412"/>
                <a:gd name="connsiteY7" fmla="*/ 3710541 h 6248425"/>
                <a:gd name="connsiteX8" fmla="*/ 5988463 w 6248412"/>
                <a:gd name="connsiteY8" fmla="*/ 3710541 h 6248425"/>
                <a:gd name="connsiteX9" fmla="*/ 6248800 w 6248412"/>
                <a:gd name="connsiteY9" fmla="*/ 3450191 h 6248425"/>
                <a:gd name="connsiteX10" fmla="*/ 6248800 w 6248412"/>
                <a:gd name="connsiteY10" fmla="*/ 2799304 h 6248425"/>
                <a:gd name="connsiteX11" fmla="*/ 5988463 w 6248412"/>
                <a:gd name="connsiteY11" fmla="*/ 2538966 h 6248425"/>
                <a:gd name="connsiteX12" fmla="*/ 5661870 w 6248412"/>
                <a:gd name="connsiteY12" fmla="*/ 2538966 h 6248425"/>
                <a:gd name="connsiteX13" fmla="*/ 5332724 w 6248412"/>
                <a:gd name="connsiteY13" fmla="*/ 1745051 h 6248425"/>
                <a:gd name="connsiteX14" fmla="*/ 5563864 w 6248412"/>
                <a:gd name="connsiteY14" fmla="*/ 1513911 h 6248425"/>
                <a:gd name="connsiteX15" fmla="*/ 5563864 w 6248412"/>
                <a:gd name="connsiteY15" fmla="*/ 1145726 h 6248425"/>
                <a:gd name="connsiteX16" fmla="*/ 5103629 w 6248412"/>
                <a:gd name="connsiteY16" fmla="*/ 685478 h 6248425"/>
                <a:gd name="connsiteX17" fmla="*/ 4735443 w 6248412"/>
                <a:gd name="connsiteY17" fmla="*/ 685478 h 6248425"/>
                <a:gd name="connsiteX18" fmla="*/ 4504290 w 6248412"/>
                <a:gd name="connsiteY18" fmla="*/ 916630 h 6248425"/>
                <a:gd name="connsiteX19" fmla="*/ 3710388 w 6248412"/>
                <a:gd name="connsiteY19" fmla="*/ 587459 h 6248425"/>
                <a:gd name="connsiteX20" fmla="*/ 3710388 w 6248412"/>
                <a:gd name="connsiteY20" fmla="*/ 260891 h 6248425"/>
                <a:gd name="connsiteX21" fmla="*/ 3450038 w 6248412"/>
                <a:gd name="connsiteY21" fmla="*/ 541 h 6248425"/>
                <a:gd name="connsiteX22" fmla="*/ 2799163 w 6248412"/>
                <a:gd name="connsiteY22" fmla="*/ 541 h 6248425"/>
                <a:gd name="connsiteX23" fmla="*/ 2538813 w 6248412"/>
                <a:gd name="connsiteY23" fmla="*/ 260891 h 6248425"/>
                <a:gd name="connsiteX24" fmla="*/ 2538813 w 6248412"/>
                <a:gd name="connsiteY24" fmla="*/ 587484 h 6248425"/>
                <a:gd name="connsiteX25" fmla="*/ 1744898 w 6248412"/>
                <a:gd name="connsiteY25" fmla="*/ 916617 h 6248425"/>
                <a:gd name="connsiteX26" fmla="*/ 1513758 w 6248412"/>
                <a:gd name="connsiteY26" fmla="*/ 685478 h 6248425"/>
                <a:gd name="connsiteX27" fmla="*/ 1145572 w 6248412"/>
                <a:gd name="connsiteY27" fmla="*/ 685478 h 6248425"/>
                <a:gd name="connsiteX28" fmla="*/ 685324 w 6248412"/>
                <a:gd name="connsiteY28" fmla="*/ 1145726 h 6248425"/>
                <a:gd name="connsiteX29" fmla="*/ 685324 w 6248412"/>
                <a:gd name="connsiteY29" fmla="*/ 1513911 h 6248425"/>
                <a:gd name="connsiteX30" fmla="*/ 916477 w 6248412"/>
                <a:gd name="connsiteY30" fmla="*/ 1745051 h 6248425"/>
                <a:gd name="connsiteX31" fmla="*/ 587305 w 6248412"/>
                <a:gd name="connsiteY31" fmla="*/ 2538966 h 6248425"/>
                <a:gd name="connsiteX32" fmla="*/ 260737 w 6248412"/>
                <a:gd name="connsiteY32" fmla="*/ 2538966 h 6248425"/>
                <a:gd name="connsiteX33" fmla="*/ 387 w 6248412"/>
                <a:gd name="connsiteY33" fmla="*/ 2799304 h 6248425"/>
                <a:gd name="connsiteX34" fmla="*/ 387 w 6248412"/>
                <a:gd name="connsiteY34" fmla="*/ 3450191 h 6248425"/>
                <a:gd name="connsiteX35" fmla="*/ 260737 w 6248412"/>
                <a:gd name="connsiteY35" fmla="*/ 3710541 h 6248425"/>
                <a:gd name="connsiteX36" fmla="*/ 587318 w 6248412"/>
                <a:gd name="connsiteY36" fmla="*/ 3710541 h 6248425"/>
                <a:gd name="connsiteX37" fmla="*/ 916464 w 6248412"/>
                <a:gd name="connsiteY37" fmla="*/ 4504456 h 6248425"/>
                <a:gd name="connsiteX38" fmla="*/ 685324 w 6248412"/>
                <a:gd name="connsiteY38" fmla="*/ 4735597 h 6248425"/>
                <a:gd name="connsiteX39" fmla="*/ 685324 w 6248412"/>
                <a:gd name="connsiteY39" fmla="*/ 5103782 h 6248425"/>
                <a:gd name="connsiteX40" fmla="*/ 1145572 w 6248412"/>
                <a:gd name="connsiteY40" fmla="*/ 5564017 h 6248425"/>
                <a:gd name="connsiteX41" fmla="*/ 1513758 w 6248412"/>
                <a:gd name="connsiteY41" fmla="*/ 5564017 h 6248425"/>
                <a:gd name="connsiteX42" fmla="*/ 1744898 w 6248412"/>
                <a:gd name="connsiteY42" fmla="*/ 5332877 h 6248425"/>
                <a:gd name="connsiteX43" fmla="*/ 2538813 w 6248412"/>
                <a:gd name="connsiteY43" fmla="*/ 5662049 h 6248425"/>
                <a:gd name="connsiteX44" fmla="*/ 2538813 w 6248412"/>
                <a:gd name="connsiteY44" fmla="*/ 5988617 h 6248425"/>
                <a:gd name="connsiteX45" fmla="*/ 2799163 w 6248412"/>
                <a:gd name="connsiteY45" fmla="*/ 6248967 h 6248425"/>
                <a:gd name="connsiteX46" fmla="*/ 3450038 w 6248412"/>
                <a:gd name="connsiteY46" fmla="*/ 6248967 h 6248425"/>
                <a:gd name="connsiteX47" fmla="*/ 3710388 w 6248412"/>
                <a:gd name="connsiteY47" fmla="*/ 5988617 h 624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248412" h="6248425">
                  <a:moveTo>
                    <a:pt x="3710388" y="5662049"/>
                  </a:moveTo>
                  <a:cubicBezTo>
                    <a:pt x="3995808" y="5596415"/>
                    <a:pt x="4263308" y="5483830"/>
                    <a:pt x="4504316" y="5332903"/>
                  </a:cubicBezTo>
                  <a:lnTo>
                    <a:pt x="4735443" y="5564017"/>
                  </a:lnTo>
                  <a:cubicBezTo>
                    <a:pt x="4836700" y="5665275"/>
                    <a:pt x="5002372" y="5665275"/>
                    <a:pt x="5103629" y="5564017"/>
                  </a:cubicBezTo>
                  <a:lnTo>
                    <a:pt x="5563864" y="5103782"/>
                  </a:lnTo>
                  <a:cubicBezTo>
                    <a:pt x="5665134" y="5002525"/>
                    <a:pt x="5665134" y="4836841"/>
                    <a:pt x="5563864" y="4735597"/>
                  </a:cubicBezTo>
                  <a:lnTo>
                    <a:pt x="5332686" y="4504418"/>
                  </a:lnTo>
                  <a:cubicBezTo>
                    <a:pt x="5483575" y="4263398"/>
                    <a:pt x="5596135" y="3995948"/>
                    <a:pt x="5661768" y="3710541"/>
                  </a:cubicBezTo>
                  <a:lnTo>
                    <a:pt x="5988463" y="3710541"/>
                  </a:lnTo>
                  <a:cubicBezTo>
                    <a:pt x="6131656" y="3710541"/>
                    <a:pt x="6248800" y="3593384"/>
                    <a:pt x="6248800" y="3450191"/>
                  </a:cubicBezTo>
                  <a:lnTo>
                    <a:pt x="6248800" y="2799304"/>
                  </a:lnTo>
                  <a:cubicBezTo>
                    <a:pt x="6248800" y="2656124"/>
                    <a:pt x="6131656" y="2538966"/>
                    <a:pt x="5988463" y="2538966"/>
                  </a:cubicBezTo>
                  <a:lnTo>
                    <a:pt x="5661870" y="2538966"/>
                  </a:lnTo>
                  <a:cubicBezTo>
                    <a:pt x="5596224" y="2253547"/>
                    <a:pt x="5483664" y="1986072"/>
                    <a:pt x="5332724" y="1745051"/>
                  </a:cubicBezTo>
                  <a:lnTo>
                    <a:pt x="5563864" y="1513911"/>
                  </a:lnTo>
                  <a:cubicBezTo>
                    <a:pt x="5665134" y="1412654"/>
                    <a:pt x="5665134" y="1246970"/>
                    <a:pt x="5563864" y="1145726"/>
                  </a:cubicBezTo>
                  <a:lnTo>
                    <a:pt x="5103629" y="685478"/>
                  </a:lnTo>
                  <a:cubicBezTo>
                    <a:pt x="5002372" y="584220"/>
                    <a:pt x="4836700" y="584220"/>
                    <a:pt x="4735443" y="685478"/>
                  </a:cubicBezTo>
                  <a:lnTo>
                    <a:pt x="4504290" y="916630"/>
                  </a:lnTo>
                  <a:cubicBezTo>
                    <a:pt x="4263270" y="765716"/>
                    <a:pt x="3995808" y="653092"/>
                    <a:pt x="3710388" y="587459"/>
                  </a:cubicBezTo>
                  <a:lnTo>
                    <a:pt x="3710388" y="260891"/>
                  </a:lnTo>
                  <a:cubicBezTo>
                    <a:pt x="3710388" y="117699"/>
                    <a:pt x="3593230" y="541"/>
                    <a:pt x="3450038" y="541"/>
                  </a:cubicBezTo>
                  <a:lnTo>
                    <a:pt x="2799163" y="541"/>
                  </a:lnTo>
                  <a:cubicBezTo>
                    <a:pt x="2655958" y="541"/>
                    <a:pt x="2538813" y="117699"/>
                    <a:pt x="2538813" y="260891"/>
                  </a:cubicBezTo>
                  <a:lnTo>
                    <a:pt x="2538813" y="587484"/>
                  </a:lnTo>
                  <a:cubicBezTo>
                    <a:pt x="2253393" y="653130"/>
                    <a:pt x="1985906" y="765691"/>
                    <a:pt x="1744898" y="916617"/>
                  </a:cubicBezTo>
                  <a:lnTo>
                    <a:pt x="1513758" y="685478"/>
                  </a:lnTo>
                  <a:cubicBezTo>
                    <a:pt x="1412501" y="584220"/>
                    <a:pt x="1246829" y="584220"/>
                    <a:pt x="1145572" y="685478"/>
                  </a:cubicBezTo>
                  <a:lnTo>
                    <a:pt x="685324" y="1145726"/>
                  </a:lnTo>
                  <a:cubicBezTo>
                    <a:pt x="584067" y="1246970"/>
                    <a:pt x="584067" y="1412654"/>
                    <a:pt x="685324" y="1513911"/>
                  </a:cubicBezTo>
                  <a:lnTo>
                    <a:pt x="916477" y="1745051"/>
                  </a:lnTo>
                  <a:cubicBezTo>
                    <a:pt x="765562" y="1986084"/>
                    <a:pt x="652939" y="2253534"/>
                    <a:pt x="587305" y="2538966"/>
                  </a:cubicBezTo>
                  <a:lnTo>
                    <a:pt x="260737" y="2538966"/>
                  </a:lnTo>
                  <a:cubicBezTo>
                    <a:pt x="117545" y="2538966"/>
                    <a:pt x="387" y="2656124"/>
                    <a:pt x="387" y="2799304"/>
                  </a:cubicBezTo>
                  <a:lnTo>
                    <a:pt x="387" y="3450191"/>
                  </a:lnTo>
                  <a:cubicBezTo>
                    <a:pt x="387" y="3593384"/>
                    <a:pt x="117545" y="3710541"/>
                    <a:pt x="260737" y="3710541"/>
                  </a:cubicBezTo>
                  <a:lnTo>
                    <a:pt x="587318" y="3710541"/>
                  </a:lnTo>
                  <a:cubicBezTo>
                    <a:pt x="652977" y="3995961"/>
                    <a:pt x="765537" y="4263436"/>
                    <a:pt x="916464" y="4504456"/>
                  </a:cubicBezTo>
                  <a:lnTo>
                    <a:pt x="685324" y="4735597"/>
                  </a:lnTo>
                  <a:cubicBezTo>
                    <a:pt x="584067" y="4836841"/>
                    <a:pt x="584067" y="5002525"/>
                    <a:pt x="685324" y="5103782"/>
                  </a:cubicBezTo>
                  <a:lnTo>
                    <a:pt x="1145572" y="5564017"/>
                  </a:lnTo>
                  <a:cubicBezTo>
                    <a:pt x="1246829" y="5665275"/>
                    <a:pt x="1412501" y="5665275"/>
                    <a:pt x="1513758" y="5564017"/>
                  </a:cubicBezTo>
                  <a:lnTo>
                    <a:pt x="1744898" y="5332877"/>
                  </a:lnTo>
                  <a:cubicBezTo>
                    <a:pt x="1985931" y="5483792"/>
                    <a:pt x="2253380" y="5596415"/>
                    <a:pt x="2538813" y="5662049"/>
                  </a:cubicBezTo>
                  <a:lnTo>
                    <a:pt x="2538813" y="5988617"/>
                  </a:lnTo>
                  <a:cubicBezTo>
                    <a:pt x="2538813" y="6131809"/>
                    <a:pt x="2655958" y="6248967"/>
                    <a:pt x="2799163" y="6248967"/>
                  </a:cubicBezTo>
                  <a:lnTo>
                    <a:pt x="3450038" y="6248967"/>
                  </a:lnTo>
                  <a:cubicBezTo>
                    <a:pt x="3593230" y="6248967"/>
                    <a:pt x="3710388" y="6131809"/>
                    <a:pt x="3710388" y="5988617"/>
                  </a:cubicBezTo>
                  <a:close/>
                </a:path>
              </a:pathLst>
            </a:custGeom>
            <a:noFill/>
            <a:ln w="12700" cap="rnd">
              <a:gradFill flip="none" rotWithShape="1">
                <a:gsLst>
                  <a:gs pos="0">
                    <a:schemeClr val="tx2"/>
                  </a:gs>
                  <a:gs pos="93000">
                    <a:schemeClr val="accent1"/>
                  </a:gs>
                </a:gsLst>
                <a:lin ang="18900000" scaled="1"/>
                <a:tileRect/>
              </a:gra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9" name="Forme libre : forme 8">
              <a:extLst>
                <a:ext uri="{FF2B5EF4-FFF2-40B4-BE49-F238E27FC236}">
                  <a16:creationId xmlns:a16="http://schemas.microsoft.com/office/drawing/2014/main" id="{81325D92-575B-7A04-E14A-9F4023D4424D}"/>
                </a:ext>
              </a:extLst>
            </p:cNvPr>
            <p:cNvSpPr/>
            <p:nvPr/>
          </p:nvSpPr>
          <p:spPr>
            <a:xfrm flipV="1">
              <a:off x="4189415" y="1522381"/>
              <a:ext cx="3809987" cy="3810000"/>
            </a:xfrm>
            <a:custGeom>
              <a:avLst/>
              <a:gdLst>
                <a:gd name="connsiteX0" fmla="*/ 2792417 w 3809987"/>
                <a:gd name="connsiteY0" fmla="*/ 219042 h 3810000"/>
                <a:gd name="connsiteX1" fmla="*/ 1905411 w 3809987"/>
                <a:gd name="connsiteY1" fmla="*/ 209 h 3810000"/>
                <a:gd name="connsiteX2" fmla="*/ 411 w 3809987"/>
                <a:gd name="connsiteY2" fmla="*/ 1905209 h 3810000"/>
                <a:gd name="connsiteX3" fmla="*/ 219194 w 3809987"/>
                <a:gd name="connsiteY3" fmla="*/ 2792126 h 3810000"/>
                <a:gd name="connsiteX4" fmla="*/ 1018392 w 3809987"/>
                <a:gd name="connsiteY4" fmla="*/ 3591362 h 3810000"/>
                <a:gd name="connsiteX5" fmla="*/ 1905411 w 3809987"/>
                <a:gd name="connsiteY5" fmla="*/ 3810209 h 3810000"/>
                <a:gd name="connsiteX6" fmla="*/ 3810399 w 3809987"/>
                <a:gd name="connsiteY6" fmla="*/ 1905209 h 3810000"/>
                <a:gd name="connsiteX7" fmla="*/ 3591616 w 3809987"/>
                <a:gd name="connsiteY7" fmla="*/ 1018279 h 38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9987" h="3810000">
                  <a:moveTo>
                    <a:pt x="2792417" y="219042"/>
                  </a:moveTo>
                  <a:cubicBezTo>
                    <a:pt x="2527508" y="79368"/>
                    <a:pt x="2225705" y="209"/>
                    <a:pt x="1905411" y="209"/>
                  </a:cubicBezTo>
                  <a:cubicBezTo>
                    <a:pt x="853305" y="209"/>
                    <a:pt x="411" y="853102"/>
                    <a:pt x="411" y="1905209"/>
                  </a:cubicBezTo>
                  <a:cubicBezTo>
                    <a:pt x="411" y="2225477"/>
                    <a:pt x="79545" y="2527242"/>
                    <a:pt x="219194" y="2792126"/>
                  </a:cubicBezTo>
                  <a:moveTo>
                    <a:pt x="1018392" y="3591362"/>
                  </a:moveTo>
                  <a:cubicBezTo>
                    <a:pt x="1283327" y="3731024"/>
                    <a:pt x="1585104" y="3810209"/>
                    <a:pt x="1905411" y="3810209"/>
                  </a:cubicBezTo>
                  <a:cubicBezTo>
                    <a:pt x="2957505" y="3810209"/>
                    <a:pt x="3810399" y="2957302"/>
                    <a:pt x="3810399" y="1905209"/>
                  </a:cubicBezTo>
                  <a:cubicBezTo>
                    <a:pt x="3810399" y="1584927"/>
                    <a:pt x="3731239" y="1283188"/>
                    <a:pt x="3591616" y="1018279"/>
                  </a:cubicBezTo>
                </a:path>
              </a:pathLst>
            </a:custGeom>
            <a:noFill/>
            <a:ln w="12700" cap="rnd">
              <a:gradFill flip="none" rotWithShape="1">
                <a:gsLst>
                  <a:gs pos="0">
                    <a:schemeClr val="tx2"/>
                  </a:gs>
                  <a:gs pos="93000">
                    <a:schemeClr val="accent1"/>
                  </a:gs>
                </a:gsLst>
                <a:lin ang="18900000" scaled="1"/>
                <a:tileRect/>
              </a:gra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10" name="Forme libre : forme 9">
              <a:extLst>
                <a:ext uri="{FF2B5EF4-FFF2-40B4-BE49-F238E27FC236}">
                  <a16:creationId xmlns:a16="http://schemas.microsoft.com/office/drawing/2014/main" id="{831DFBBD-AC8E-3BF8-0F4A-D82E84B123BE}"/>
                </a:ext>
              </a:extLst>
            </p:cNvPr>
            <p:cNvSpPr/>
            <p:nvPr/>
          </p:nvSpPr>
          <p:spPr>
            <a:xfrm flipV="1">
              <a:off x="5014910" y="2628839"/>
              <a:ext cx="2158999" cy="1597098"/>
            </a:xfrm>
            <a:custGeom>
              <a:avLst/>
              <a:gdLst>
                <a:gd name="connsiteX0" fmla="*/ 88693 w 2158999"/>
                <a:gd name="connsiteY0" fmla="*/ 650671 h 1597098"/>
                <a:gd name="connsiteX1" fmla="*/ 88693 w 2158999"/>
                <a:gd name="connsiteY1" fmla="*/ 1077671 h 1597098"/>
                <a:gd name="connsiteX2" fmla="*/ 515706 w 2158999"/>
                <a:gd name="connsiteY2" fmla="*/ 1077671 h 1597098"/>
                <a:gd name="connsiteX3" fmla="*/ 864105 w 2158999"/>
                <a:gd name="connsiteY3" fmla="*/ 729272 h 1597098"/>
                <a:gd name="connsiteX4" fmla="*/ 1643821 w 2158999"/>
                <a:gd name="connsiteY4" fmla="*/ 1508988 h 1597098"/>
                <a:gd name="connsiteX5" fmla="*/ 2070833 w 2158999"/>
                <a:gd name="connsiteY5" fmla="*/ 1508988 h 1597098"/>
                <a:gd name="connsiteX6" fmla="*/ 2070833 w 2158999"/>
                <a:gd name="connsiteY6" fmla="*/ 1081989 h 1597098"/>
                <a:gd name="connsiteX7" fmla="*/ 1077604 w 2158999"/>
                <a:gd name="connsiteY7" fmla="*/ 88760 h 1597098"/>
                <a:gd name="connsiteX8" fmla="*/ 650605 w 2158999"/>
                <a:gd name="connsiteY8" fmla="*/ 88760 h 1597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8999" h="1597098">
                  <a:moveTo>
                    <a:pt x="88693" y="650671"/>
                  </a:moveTo>
                  <a:cubicBezTo>
                    <a:pt x="-29213" y="768578"/>
                    <a:pt x="-29213" y="959764"/>
                    <a:pt x="88693" y="1077671"/>
                  </a:cubicBezTo>
                  <a:cubicBezTo>
                    <a:pt x="206613" y="1195590"/>
                    <a:pt x="397786" y="1195590"/>
                    <a:pt x="515706" y="1077671"/>
                  </a:cubicBezTo>
                  <a:lnTo>
                    <a:pt x="864105" y="729272"/>
                  </a:lnTo>
                  <a:lnTo>
                    <a:pt x="1643821" y="1508988"/>
                  </a:lnTo>
                  <a:cubicBezTo>
                    <a:pt x="1761728" y="1626908"/>
                    <a:pt x="1952914" y="1626908"/>
                    <a:pt x="2070833" y="1508988"/>
                  </a:cubicBezTo>
                  <a:cubicBezTo>
                    <a:pt x="2188740" y="1391081"/>
                    <a:pt x="2188740" y="1199895"/>
                    <a:pt x="2070833" y="1081989"/>
                  </a:cubicBezTo>
                  <a:lnTo>
                    <a:pt x="1077604" y="88760"/>
                  </a:lnTo>
                  <a:cubicBezTo>
                    <a:pt x="959698" y="-29147"/>
                    <a:pt x="768512" y="-29147"/>
                    <a:pt x="650605" y="88760"/>
                  </a:cubicBezTo>
                  <a:close/>
                </a:path>
              </a:pathLst>
            </a:custGeom>
            <a:noFill/>
            <a:ln w="12700" cap="rnd">
              <a:gradFill flip="none" rotWithShape="1">
                <a:gsLst>
                  <a:gs pos="0">
                    <a:schemeClr val="tx2"/>
                  </a:gs>
                  <a:gs pos="93000">
                    <a:schemeClr val="accent1"/>
                  </a:gs>
                </a:gsLst>
                <a:lin ang="18900000" scaled="1"/>
                <a:tileRect/>
              </a:gra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11" name="Forme libre : forme 10">
              <a:extLst>
                <a:ext uri="{FF2B5EF4-FFF2-40B4-BE49-F238E27FC236}">
                  <a16:creationId xmlns:a16="http://schemas.microsoft.com/office/drawing/2014/main" id="{6C57F75E-F969-1C4B-F68F-D0329DB1F5BE}"/>
                </a:ext>
              </a:extLst>
            </p:cNvPr>
            <p:cNvSpPr/>
            <p:nvPr/>
          </p:nvSpPr>
          <p:spPr>
            <a:xfrm flipV="1">
              <a:off x="4747306" y="2080354"/>
              <a:ext cx="63" cy="63"/>
            </a:xfrm>
            <a:custGeom>
              <a:avLst/>
              <a:gdLst>
                <a:gd name="connsiteX0" fmla="*/ 200 w 63"/>
                <a:gd name="connsiteY0" fmla="*/ 200 h 63"/>
                <a:gd name="connsiteX1" fmla="*/ 263 w 63"/>
                <a:gd name="connsiteY1" fmla="*/ 263 h 63"/>
              </a:gdLst>
              <a:ahLst/>
              <a:cxnLst>
                <a:cxn ang="0">
                  <a:pos x="connsiteX0" y="connsiteY0"/>
                </a:cxn>
                <a:cxn ang="0">
                  <a:pos x="connsiteX1" y="connsiteY1"/>
                </a:cxn>
              </a:cxnLst>
              <a:rect l="l" t="t" r="r" b="b"/>
              <a:pathLst>
                <a:path w="63" h="63">
                  <a:moveTo>
                    <a:pt x="200" y="200"/>
                  </a:moveTo>
                  <a:lnTo>
                    <a:pt x="263" y="263"/>
                  </a:lnTo>
                </a:path>
              </a:pathLst>
            </a:custGeom>
            <a:noFill/>
            <a:ln w="12700" cap="rnd">
              <a:gradFill flip="none" rotWithShape="1">
                <a:gsLst>
                  <a:gs pos="0">
                    <a:schemeClr val="tx2"/>
                  </a:gs>
                  <a:gs pos="93000">
                    <a:schemeClr val="accent1"/>
                  </a:gs>
                </a:gsLst>
                <a:lin ang="18900000" scaled="1"/>
                <a:tileRect/>
              </a:gra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12" name="Forme libre : forme 11">
              <a:extLst>
                <a:ext uri="{FF2B5EF4-FFF2-40B4-BE49-F238E27FC236}">
                  <a16:creationId xmlns:a16="http://schemas.microsoft.com/office/drawing/2014/main" id="{F4B2743B-276C-74B2-36A9-30574DE3DC53}"/>
                </a:ext>
              </a:extLst>
            </p:cNvPr>
            <p:cNvSpPr/>
            <p:nvPr/>
          </p:nvSpPr>
          <p:spPr>
            <a:xfrm flipV="1">
              <a:off x="7441448" y="4774355"/>
              <a:ext cx="63" cy="76"/>
            </a:xfrm>
            <a:custGeom>
              <a:avLst/>
              <a:gdLst>
                <a:gd name="connsiteX0" fmla="*/ 483 w 63"/>
                <a:gd name="connsiteY0" fmla="*/ 483 h 76"/>
                <a:gd name="connsiteX1" fmla="*/ 546 w 63"/>
                <a:gd name="connsiteY1" fmla="*/ 559 h 76"/>
              </a:gdLst>
              <a:ahLst/>
              <a:cxnLst>
                <a:cxn ang="0">
                  <a:pos x="connsiteX0" y="connsiteY0"/>
                </a:cxn>
                <a:cxn ang="0">
                  <a:pos x="connsiteX1" y="connsiteY1"/>
                </a:cxn>
              </a:cxnLst>
              <a:rect l="l" t="t" r="r" b="b"/>
              <a:pathLst>
                <a:path w="63" h="76">
                  <a:moveTo>
                    <a:pt x="483" y="483"/>
                  </a:moveTo>
                  <a:lnTo>
                    <a:pt x="546" y="559"/>
                  </a:lnTo>
                </a:path>
              </a:pathLst>
            </a:custGeom>
            <a:noFill/>
            <a:ln w="12700" cap="rnd">
              <a:gradFill flip="none" rotWithShape="1">
                <a:gsLst>
                  <a:gs pos="0">
                    <a:schemeClr val="tx2"/>
                  </a:gs>
                  <a:gs pos="93000">
                    <a:schemeClr val="accent1"/>
                  </a:gs>
                </a:gsLst>
                <a:lin ang="18900000" scaled="1"/>
                <a:tileRect/>
              </a:gra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grpSp>
      <p:grpSp>
        <p:nvGrpSpPr>
          <p:cNvPr id="20" name="Graphique 69">
            <a:extLst>
              <a:ext uri="{FF2B5EF4-FFF2-40B4-BE49-F238E27FC236}">
                <a16:creationId xmlns:a16="http://schemas.microsoft.com/office/drawing/2014/main" id="{C6E0F9A1-989A-7AB9-E484-1547BEA6D59F}"/>
              </a:ext>
            </a:extLst>
          </p:cNvPr>
          <p:cNvGrpSpPr/>
          <p:nvPr/>
        </p:nvGrpSpPr>
        <p:grpSpPr>
          <a:xfrm>
            <a:off x="8462023" y="2922912"/>
            <a:ext cx="1012178" cy="1012176"/>
            <a:chOff x="3097211" y="430212"/>
            <a:chExt cx="5994399" cy="5994399"/>
          </a:xfrm>
          <a:noFill/>
        </p:grpSpPr>
        <p:sp>
          <p:nvSpPr>
            <p:cNvPr id="21" name="Forme libre : forme 20">
              <a:extLst>
                <a:ext uri="{FF2B5EF4-FFF2-40B4-BE49-F238E27FC236}">
                  <a16:creationId xmlns:a16="http://schemas.microsoft.com/office/drawing/2014/main" id="{0578193E-299A-A643-50E6-9CCFD3383D8A}"/>
                </a:ext>
              </a:extLst>
            </p:cNvPr>
            <p:cNvSpPr/>
            <p:nvPr/>
          </p:nvSpPr>
          <p:spPr>
            <a:xfrm flipV="1">
              <a:off x="5586411" y="430212"/>
              <a:ext cx="1015999" cy="1015999"/>
            </a:xfrm>
            <a:custGeom>
              <a:avLst/>
              <a:gdLst>
                <a:gd name="connsiteX0" fmla="*/ 301 w 1015999"/>
                <a:gd name="connsiteY0" fmla="*/ 508080 h 1015999"/>
                <a:gd name="connsiteX1" fmla="*/ 508301 w 1015999"/>
                <a:gd name="connsiteY1" fmla="*/ 1016080 h 1015999"/>
                <a:gd name="connsiteX2" fmla="*/ 1016301 w 1015999"/>
                <a:gd name="connsiteY2" fmla="*/ 508080 h 1015999"/>
                <a:gd name="connsiteX3" fmla="*/ 508301 w 1015999"/>
                <a:gd name="connsiteY3" fmla="*/ 80 h 1015999"/>
                <a:gd name="connsiteX4" fmla="*/ 301 w 1015999"/>
                <a:gd name="connsiteY4" fmla="*/ 508080 h 1015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999" h="1015999">
                  <a:moveTo>
                    <a:pt x="301" y="508080"/>
                  </a:moveTo>
                  <a:cubicBezTo>
                    <a:pt x="301" y="788648"/>
                    <a:pt x="227746" y="1016080"/>
                    <a:pt x="508301" y="1016080"/>
                  </a:cubicBezTo>
                  <a:cubicBezTo>
                    <a:pt x="788857" y="1016080"/>
                    <a:pt x="1016301" y="788648"/>
                    <a:pt x="1016301" y="508080"/>
                  </a:cubicBezTo>
                  <a:cubicBezTo>
                    <a:pt x="1016301" y="227512"/>
                    <a:pt x="788857" y="80"/>
                    <a:pt x="508301" y="80"/>
                  </a:cubicBezTo>
                  <a:cubicBezTo>
                    <a:pt x="227746" y="80"/>
                    <a:pt x="301" y="227512"/>
                    <a:pt x="301" y="508080"/>
                  </a:cubicBezTo>
                  <a:close/>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2" name="Forme libre : forme 21">
              <a:extLst>
                <a:ext uri="{FF2B5EF4-FFF2-40B4-BE49-F238E27FC236}">
                  <a16:creationId xmlns:a16="http://schemas.microsoft.com/office/drawing/2014/main" id="{38C0F7BC-C983-41E7-89DD-1A73DD7B0693}"/>
                </a:ext>
              </a:extLst>
            </p:cNvPr>
            <p:cNvSpPr/>
            <p:nvPr/>
          </p:nvSpPr>
          <p:spPr>
            <a:xfrm flipV="1">
              <a:off x="4938711" y="2195512"/>
              <a:ext cx="2298699" cy="4229099"/>
            </a:xfrm>
            <a:custGeom>
              <a:avLst/>
              <a:gdLst>
                <a:gd name="connsiteX0" fmla="*/ 648001 w 2298699"/>
                <a:gd name="connsiteY0" fmla="*/ 268 h 4229099"/>
                <a:gd name="connsiteX1" fmla="*/ 648001 w 2298699"/>
                <a:gd name="connsiteY1" fmla="*/ 1105168 h 4229099"/>
                <a:gd name="connsiteX2" fmla="*/ 334959 w 2298699"/>
                <a:gd name="connsiteY2" fmla="*/ 1652499 h 4229099"/>
                <a:gd name="connsiteX3" fmla="*/ 313343 w 2298699"/>
                <a:gd name="connsiteY3" fmla="*/ 1665212 h 4229099"/>
                <a:gd name="connsiteX4" fmla="*/ 301 w 2298699"/>
                <a:gd name="connsiteY4" fmla="*/ 2212531 h 4229099"/>
                <a:gd name="connsiteX5" fmla="*/ 301 w 2298699"/>
                <a:gd name="connsiteY5" fmla="*/ 3340368 h 4229099"/>
                <a:gd name="connsiteX6" fmla="*/ 1149651 w 2298699"/>
                <a:gd name="connsiteY6" fmla="*/ 4229368 h 4229099"/>
                <a:gd name="connsiteX7" fmla="*/ 2299001 w 2298699"/>
                <a:gd name="connsiteY7" fmla="*/ 3340368 h 4229099"/>
                <a:gd name="connsiteX8" fmla="*/ 2299001 w 2298699"/>
                <a:gd name="connsiteY8" fmla="*/ 2208874 h 4229099"/>
                <a:gd name="connsiteX9" fmla="*/ 1990709 w 2298699"/>
                <a:gd name="connsiteY9" fmla="*/ 1664374 h 4229099"/>
                <a:gd name="connsiteX10" fmla="*/ 1972294 w 2298699"/>
                <a:gd name="connsiteY10" fmla="*/ 1653325 h 4229099"/>
                <a:gd name="connsiteX11" fmla="*/ 1664001 w 2298699"/>
                <a:gd name="connsiteY11" fmla="*/ 1108825 h 4229099"/>
                <a:gd name="connsiteX12" fmla="*/ 1664001 w 2298699"/>
                <a:gd name="connsiteY12" fmla="*/ 268 h 422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8699" h="4229099">
                  <a:moveTo>
                    <a:pt x="648001" y="268"/>
                  </a:moveTo>
                  <a:lnTo>
                    <a:pt x="648001" y="1105168"/>
                  </a:lnTo>
                  <a:cubicBezTo>
                    <a:pt x="648001" y="1330186"/>
                    <a:pt x="528913" y="1538403"/>
                    <a:pt x="334959" y="1652499"/>
                  </a:cubicBezTo>
                  <a:lnTo>
                    <a:pt x="313343" y="1665212"/>
                  </a:lnTo>
                  <a:cubicBezTo>
                    <a:pt x="119389" y="1779296"/>
                    <a:pt x="301" y="1987525"/>
                    <a:pt x="301" y="2212531"/>
                  </a:cubicBezTo>
                  <a:lnTo>
                    <a:pt x="301" y="3340368"/>
                  </a:lnTo>
                  <a:cubicBezTo>
                    <a:pt x="301" y="3975126"/>
                    <a:pt x="514880" y="4229368"/>
                    <a:pt x="1149651" y="4229368"/>
                  </a:cubicBezTo>
                  <a:cubicBezTo>
                    <a:pt x="1784423" y="4229368"/>
                    <a:pt x="2299001" y="3975126"/>
                    <a:pt x="2299001" y="3340368"/>
                  </a:cubicBezTo>
                  <a:lnTo>
                    <a:pt x="2299001" y="2208874"/>
                  </a:lnTo>
                  <a:cubicBezTo>
                    <a:pt x="2299001" y="1985836"/>
                    <a:pt x="2181971" y="1779131"/>
                    <a:pt x="1990709" y="1664374"/>
                  </a:cubicBezTo>
                  <a:lnTo>
                    <a:pt x="1972294" y="1653325"/>
                  </a:lnTo>
                  <a:cubicBezTo>
                    <a:pt x="1781032" y="1538568"/>
                    <a:pt x="1664001" y="1331875"/>
                    <a:pt x="1664001" y="1108825"/>
                  </a:cubicBezTo>
                  <a:lnTo>
                    <a:pt x="1664001" y="268"/>
                  </a:lnTo>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3" name="Forme libre : forme 22">
              <a:extLst>
                <a:ext uri="{FF2B5EF4-FFF2-40B4-BE49-F238E27FC236}">
                  <a16:creationId xmlns:a16="http://schemas.microsoft.com/office/drawing/2014/main" id="{8F8B5093-589C-858F-92A9-A7DCA6241239}"/>
                </a:ext>
              </a:extLst>
            </p:cNvPr>
            <p:cNvSpPr/>
            <p:nvPr/>
          </p:nvSpPr>
          <p:spPr>
            <a:xfrm flipV="1">
              <a:off x="3605211" y="938212"/>
              <a:ext cx="1015999" cy="1015999"/>
            </a:xfrm>
            <a:custGeom>
              <a:avLst/>
              <a:gdLst>
                <a:gd name="connsiteX0" fmla="*/ 93 w 1015999"/>
                <a:gd name="connsiteY0" fmla="*/ 508133 h 1015999"/>
                <a:gd name="connsiteX1" fmla="*/ 508093 w 1015999"/>
                <a:gd name="connsiteY1" fmla="*/ 1016133 h 1015999"/>
                <a:gd name="connsiteX2" fmla="*/ 1016093 w 1015999"/>
                <a:gd name="connsiteY2" fmla="*/ 508133 h 1015999"/>
                <a:gd name="connsiteX3" fmla="*/ 508093 w 1015999"/>
                <a:gd name="connsiteY3" fmla="*/ 133 h 1015999"/>
                <a:gd name="connsiteX4" fmla="*/ 93 w 1015999"/>
                <a:gd name="connsiteY4" fmla="*/ 508133 h 1015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999" h="1015999">
                  <a:moveTo>
                    <a:pt x="93" y="508133"/>
                  </a:moveTo>
                  <a:cubicBezTo>
                    <a:pt x="93" y="788702"/>
                    <a:pt x="227538" y="1016133"/>
                    <a:pt x="508093" y="1016133"/>
                  </a:cubicBezTo>
                  <a:cubicBezTo>
                    <a:pt x="788649" y="1016133"/>
                    <a:pt x="1016093" y="788702"/>
                    <a:pt x="1016093" y="508133"/>
                  </a:cubicBezTo>
                  <a:cubicBezTo>
                    <a:pt x="1016093" y="227565"/>
                    <a:pt x="788649" y="133"/>
                    <a:pt x="508093" y="133"/>
                  </a:cubicBezTo>
                  <a:cubicBezTo>
                    <a:pt x="227538" y="133"/>
                    <a:pt x="93" y="227565"/>
                    <a:pt x="93" y="508133"/>
                  </a:cubicBezTo>
                  <a:close/>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4" name="Forme libre : forme 23">
              <a:extLst>
                <a:ext uri="{FF2B5EF4-FFF2-40B4-BE49-F238E27FC236}">
                  <a16:creationId xmlns:a16="http://schemas.microsoft.com/office/drawing/2014/main" id="{8DEE4731-77BC-6045-DDA8-5DF327B196F4}"/>
                </a:ext>
              </a:extLst>
            </p:cNvPr>
            <p:cNvSpPr/>
            <p:nvPr/>
          </p:nvSpPr>
          <p:spPr>
            <a:xfrm flipV="1">
              <a:off x="4621211" y="5535612"/>
              <a:ext cx="9525" cy="888999"/>
            </a:xfrm>
            <a:custGeom>
              <a:avLst/>
              <a:gdLst>
                <a:gd name="connsiteX0" fmla="*/ 187 w 9525"/>
                <a:gd name="connsiteY0" fmla="*/ 574 h 888999"/>
                <a:gd name="connsiteX1" fmla="*/ 187 w 9525"/>
                <a:gd name="connsiteY1" fmla="*/ 889574 h 888999"/>
              </a:gdLst>
              <a:ahLst/>
              <a:cxnLst>
                <a:cxn ang="0">
                  <a:pos x="connsiteX0" y="connsiteY0"/>
                </a:cxn>
                <a:cxn ang="0">
                  <a:pos x="connsiteX1" y="connsiteY1"/>
                </a:cxn>
              </a:cxnLst>
              <a:rect l="l" t="t" r="r" b="b"/>
              <a:pathLst>
                <a:path w="9525" h="888999">
                  <a:moveTo>
                    <a:pt x="187" y="574"/>
                  </a:moveTo>
                  <a:lnTo>
                    <a:pt x="187" y="889574"/>
                  </a:lnTo>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5" name="Forme libre : forme 24">
              <a:extLst>
                <a:ext uri="{FF2B5EF4-FFF2-40B4-BE49-F238E27FC236}">
                  <a16:creationId xmlns:a16="http://schemas.microsoft.com/office/drawing/2014/main" id="{C492E786-CE11-8E30-40E7-89E784326B37}"/>
                </a:ext>
              </a:extLst>
            </p:cNvPr>
            <p:cNvSpPr/>
            <p:nvPr/>
          </p:nvSpPr>
          <p:spPr>
            <a:xfrm flipV="1">
              <a:off x="3097211" y="2709862"/>
              <a:ext cx="990599" cy="3714749"/>
            </a:xfrm>
            <a:custGeom>
              <a:avLst/>
              <a:gdLst>
                <a:gd name="connsiteX0" fmla="*/ 508080 w 990599"/>
                <a:gd name="connsiteY0" fmla="*/ 315 h 3714749"/>
                <a:gd name="connsiteX1" fmla="*/ 508080 w 990599"/>
                <a:gd name="connsiteY1" fmla="*/ 889315 h 3714749"/>
                <a:gd name="connsiteX2" fmla="*/ 254080 w 990599"/>
                <a:gd name="connsiteY2" fmla="*/ 1397315 h 3714749"/>
                <a:gd name="connsiteX3" fmla="*/ 80 w 990599"/>
                <a:gd name="connsiteY3" fmla="*/ 1905315 h 3714749"/>
                <a:gd name="connsiteX4" fmla="*/ 80 w 990599"/>
                <a:gd name="connsiteY4" fmla="*/ 2984815 h 3714749"/>
                <a:gd name="connsiteX5" fmla="*/ 990680 w 990599"/>
                <a:gd name="connsiteY5" fmla="*/ 3715065 h 371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599" h="3714749">
                  <a:moveTo>
                    <a:pt x="508080" y="315"/>
                  </a:moveTo>
                  <a:lnTo>
                    <a:pt x="508080" y="889315"/>
                  </a:lnTo>
                  <a:cubicBezTo>
                    <a:pt x="508080" y="1089187"/>
                    <a:pt x="413973" y="1277401"/>
                    <a:pt x="254080" y="1397315"/>
                  </a:cubicBezTo>
                  <a:cubicBezTo>
                    <a:pt x="94187" y="1517228"/>
                    <a:pt x="80" y="1705442"/>
                    <a:pt x="80" y="1905315"/>
                  </a:cubicBezTo>
                  <a:lnTo>
                    <a:pt x="80" y="2984815"/>
                  </a:lnTo>
                  <a:cubicBezTo>
                    <a:pt x="80" y="3531905"/>
                    <a:pt x="443589" y="3715065"/>
                    <a:pt x="990680" y="3715065"/>
                  </a:cubicBezTo>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6" name="Forme libre : forme 25">
              <a:extLst>
                <a:ext uri="{FF2B5EF4-FFF2-40B4-BE49-F238E27FC236}">
                  <a16:creationId xmlns:a16="http://schemas.microsoft.com/office/drawing/2014/main" id="{764D688E-B6BE-901B-EB73-FE7F1877D4D9}"/>
                </a:ext>
              </a:extLst>
            </p:cNvPr>
            <p:cNvSpPr/>
            <p:nvPr/>
          </p:nvSpPr>
          <p:spPr>
            <a:xfrm flipV="1">
              <a:off x="7567611" y="938212"/>
              <a:ext cx="1015999" cy="1015999"/>
            </a:xfrm>
            <a:custGeom>
              <a:avLst/>
              <a:gdLst>
                <a:gd name="connsiteX0" fmla="*/ 1016589 w 1015999"/>
                <a:gd name="connsiteY0" fmla="*/ 508133 h 1015999"/>
                <a:gd name="connsiteX1" fmla="*/ 508589 w 1015999"/>
                <a:gd name="connsiteY1" fmla="*/ 1016133 h 1015999"/>
                <a:gd name="connsiteX2" fmla="*/ 589 w 1015999"/>
                <a:gd name="connsiteY2" fmla="*/ 508133 h 1015999"/>
                <a:gd name="connsiteX3" fmla="*/ 508589 w 1015999"/>
                <a:gd name="connsiteY3" fmla="*/ 133 h 1015999"/>
                <a:gd name="connsiteX4" fmla="*/ 1016589 w 1015999"/>
                <a:gd name="connsiteY4" fmla="*/ 508133 h 1015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999" h="1015999">
                  <a:moveTo>
                    <a:pt x="1016589" y="508133"/>
                  </a:moveTo>
                  <a:cubicBezTo>
                    <a:pt x="1016589" y="788702"/>
                    <a:pt x="789145" y="1016133"/>
                    <a:pt x="508589" y="1016133"/>
                  </a:cubicBezTo>
                  <a:cubicBezTo>
                    <a:pt x="228034" y="1016133"/>
                    <a:pt x="589" y="788702"/>
                    <a:pt x="589" y="508133"/>
                  </a:cubicBezTo>
                  <a:cubicBezTo>
                    <a:pt x="589" y="227565"/>
                    <a:pt x="228034" y="133"/>
                    <a:pt x="508589" y="133"/>
                  </a:cubicBezTo>
                  <a:cubicBezTo>
                    <a:pt x="789145" y="133"/>
                    <a:pt x="1016589" y="227565"/>
                    <a:pt x="1016589" y="508133"/>
                  </a:cubicBezTo>
                  <a:close/>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7" name="Forme libre : forme 26">
              <a:extLst>
                <a:ext uri="{FF2B5EF4-FFF2-40B4-BE49-F238E27FC236}">
                  <a16:creationId xmlns:a16="http://schemas.microsoft.com/office/drawing/2014/main" id="{169A6B8F-43EB-914E-B9A1-59AA32487606}"/>
                </a:ext>
              </a:extLst>
            </p:cNvPr>
            <p:cNvSpPr/>
            <p:nvPr/>
          </p:nvSpPr>
          <p:spPr>
            <a:xfrm flipV="1">
              <a:off x="7567611" y="5535612"/>
              <a:ext cx="9525" cy="888999"/>
            </a:xfrm>
            <a:custGeom>
              <a:avLst/>
              <a:gdLst>
                <a:gd name="connsiteX0" fmla="*/ 496 w 9525"/>
                <a:gd name="connsiteY0" fmla="*/ 574 h 888999"/>
                <a:gd name="connsiteX1" fmla="*/ 496 w 9525"/>
                <a:gd name="connsiteY1" fmla="*/ 889574 h 888999"/>
              </a:gdLst>
              <a:ahLst/>
              <a:cxnLst>
                <a:cxn ang="0">
                  <a:pos x="connsiteX0" y="connsiteY0"/>
                </a:cxn>
                <a:cxn ang="0">
                  <a:pos x="connsiteX1" y="connsiteY1"/>
                </a:cxn>
              </a:cxnLst>
              <a:rect l="l" t="t" r="r" b="b"/>
              <a:pathLst>
                <a:path w="9525" h="888999">
                  <a:moveTo>
                    <a:pt x="496" y="574"/>
                  </a:moveTo>
                  <a:lnTo>
                    <a:pt x="496" y="889574"/>
                  </a:lnTo>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sp>
          <p:nvSpPr>
            <p:cNvPr id="28" name="Forme libre : forme 27">
              <a:extLst>
                <a:ext uri="{FF2B5EF4-FFF2-40B4-BE49-F238E27FC236}">
                  <a16:creationId xmlns:a16="http://schemas.microsoft.com/office/drawing/2014/main" id="{BD62FA05-01A5-35BC-A6A9-A9499BB246FA}"/>
                </a:ext>
              </a:extLst>
            </p:cNvPr>
            <p:cNvSpPr/>
            <p:nvPr/>
          </p:nvSpPr>
          <p:spPr>
            <a:xfrm flipV="1">
              <a:off x="8101011" y="2709862"/>
              <a:ext cx="990599" cy="3714749"/>
            </a:xfrm>
            <a:custGeom>
              <a:avLst/>
              <a:gdLst>
                <a:gd name="connsiteX0" fmla="*/ 483203 w 990599"/>
                <a:gd name="connsiteY0" fmla="*/ 315 h 3714749"/>
                <a:gd name="connsiteX1" fmla="*/ 483203 w 990599"/>
                <a:gd name="connsiteY1" fmla="*/ 889315 h 3714749"/>
                <a:gd name="connsiteX2" fmla="*/ 737203 w 990599"/>
                <a:gd name="connsiteY2" fmla="*/ 1397315 h 3714749"/>
                <a:gd name="connsiteX3" fmla="*/ 991203 w 990599"/>
                <a:gd name="connsiteY3" fmla="*/ 1905315 h 3714749"/>
                <a:gd name="connsiteX4" fmla="*/ 991203 w 990599"/>
                <a:gd name="connsiteY4" fmla="*/ 2984815 h 3714749"/>
                <a:gd name="connsiteX5" fmla="*/ 603 w 990599"/>
                <a:gd name="connsiteY5" fmla="*/ 3715065 h 371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599" h="3714749">
                  <a:moveTo>
                    <a:pt x="483203" y="315"/>
                  </a:moveTo>
                  <a:lnTo>
                    <a:pt x="483203" y="889315"/>
                  </a:lnTo>
                  <a:cubicBezTo>
                    <a:pt x="483203" y="1089187"/>
                    <a:pt x="577310" y="1277401"/>
                    <a:pt x="737203" y="1397315"/>
                  </a:cubicBezTo>
                  <a:cubicBezTo>
                    <a:pt x="897096" y="1517228"/>
                    <a:pt x="991203" y="1705442"/>
                    <a:pt x="991203" y="1905315"/>
                  </a:cubicBezTo>
                  <a:lnTo>
                    <a:pt x="991203" y="2984815"/>
                  </a:lnTo>
                  <a:cubicBezTo>
                    <a:pt x="991203" y="3531905"/>
                    <a:pt x="547694" y="3715065"/>
                    <a:pt x="603" y="3715065"/>
                  </a:cubicBezTo>
                </a:path>
              </a:pathLst>
            </a:custGeom>
            <a:noFill/>
            <a:ln w="12700" cap="rnd">
              <a:gradFill flip="none" rotWithShape="1">
                <a:gsLst>
                  <a:gs pos="0">
                    <a:schemeClr val="tx2"/>
                  </a:gs>
                  <a:gs pos="93000">
                    <a:schemeClr val="accent1"/>
                  </a:gs>
                </a:gsLst>
                <a:lin ang="189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lacial Indifference"/>
                <a:ea typeface="+mn-ea"/>
                <a:cs typeface="+mn-cs"/>
              </a:endParaRPr>
            </a:p>
          </p:txBody>
        </p:sp>
      </p:grpSp>
    </p:spTree>
    <p:extLst>
      <p:ext uri="{BB962C8B-B14F-4D97-AF65-F5344CB8AC3E}">
        <p14:creationId xmlns:p14="http://schemas.microsoft.com/office/powerpoint/2010/main" val="3466380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B713A34C-3C78-FC2A-AE53-23BCCFF18AFC}"/>
              </a:ext>
            </a:extLst>
          </p:cNvPr>
          <p:cNvSpPr>
            <a:spLocks noGrp="1"/>
          </p:cNvSpPr>
          <p:nvPr>
            <p:ph type="title"/>
          </p:nvPr>
        </p:nvSpPr>
        <p:spPr/>
        <p:txBody>
          <a:bodyPr/>
          <a:lstStyle/>
          <a:p>
            <a:r>
              <a:rPr lang="en-US">
                <a:gradFill flip="none" rotWithShape="1">
                  <a:gsLst>
                    <a:gs pos="0">
                      <a:schemeClr val="tx2"/>
                    </a:gs>
                    <a:gs pos="100000">
                      <a:schemeClr val="accent1"/>
                    </a:gs>
                  </a:gsLst>
                  <a:lin ang="18900000" scaled="1"/>
                  <a:tileRect/>
                </a:gradFill>
              </a:rPr>
              <a:t>Toolbox</a:t>
            </a:r>
          </a:p>
        </p:txBody>
      </p:sp>
      <p:sp>
        <p:nvSpPr>
          <p:cNvPr id="4" name="Espace réservé du numéro de diapositive 3">
            <a:extLst>
              <a:ext uri="{FF2B5EF4-FFF2-40B4-BE49-F238E27FC236}">
                <a16:creationId xmlns:a16="http://schemas.microsoft.com/office/drawing/2014/main" id="{EC5B9FE6-233F-BD6E-49FA-C4F30A6B6700}"/>
              </a:ext>
            </a:extLst>
          </p:cNvPr>
          <p:cNvSpPr>
            <a:spLocks noGrp="1"/>
          </p:cNvSpPr>
          <p:nvPr>
            <p:ph type="sldNum" sz="quarter" idx="12"/>
          </p:nvPr>
        </p:nvSpPr>
        <p:spPr/>
        <p:txBody>
          <a:bodyPr/>
          <a:lstStyle/>
          <a:p>
            <a:fld id="{3A28F117-D1D1-4562-BBA1-C4174F9770ED}" type="slidenum">
              <a:rPr lang="fr-FR" smtClean="0"/>
              <a:pPr/>
              <a:t>17</a:t>
            </a:fld>
            <a:endParaRPr lang="fr-FR"/>
          </a:p>
        </p:txBody>
      </p:sp>
      <p:sp>
        <p:nvSpPr>
          <p:cNvPr id="11" name="Espace réservé du texte 10">
            <a:extLst>
              <a:ext uri="{FF2B5EF4-FFF2-40B4-BE49-F238E27FC236}">
                <a16:creationId xmlns:a16="http://schemas.microsoft.com/office/drawing/2014/main" id="{687DF56D-85E0-4460-F9CC-02AF03717D23}"/>
              </a:ext>
            </a:extLst>
          </p:cNvPr>
          <p:cNvSpPr>
            <a:spLocks noGrp="1"/>
          </p:cNvSpPr>
          <p:nvPr>
            <p:ph type="body" sz="quarter" idx="13"/>
          </p:nvPr>
        </p:nvSpPr>
        <p:spPr>
          <a:xfrm>
            <a:off x="658813" y="1016000"/>
            <a:ext cx="1368735" cy="249299"/>
          </a:xfrm>
        </p:spPr>
        <p:txBody>
          <a:bodyPr/>
          <a:lstStyle/>
          <a:p>
            <a:r>
              <a:rPr lang="en-US"/>
              <a:t>Tableaux</a:t>
            </a:r>
          </a:p>
        </p:txBody>
      </p:sp>
      <p:sp>
        <p:nvSpPr>
          <p:cNvPr id="6" name="Espace réservé du pied de page 5">
            <a:extLst>
              <a:ext uri="{FF2B5EF4-FFF2-40B4-BE49-F238E27FC236}">
                <a16:creationId xmlns:a16="http://schemas.microsoft.com/office/drawing/2014/main" id="{30FBC906-3DC0-0E0E-36C3-D5CF719FE0FA}"/>
              </a:ext>
            </a:extLst>
          </p:cNvPr>
          <p:cNvSpPr>
            <a:spLocks noGrp="1"/>
          </p:cNvSpPr>
          <p:nvPr>
            <p:ph type="ftr" sz="quarter" idx="16"/>
          </p:nvPr>
        </p:nvSpPr>
        <p:spPr/>
        <p:txBody>
          <a:bodyPr/>
          <a:lstStyle/>
          <a:p>
            <a:r>
              <a:rPr lang="fr-FR"/>
              <a:t>Titre du document //  Niveau de confidentialité // Interne/Externe</a:t>
            </a:r>
          </a:p>
        </p:txBody>
      </p:sp>
      <p:grpSp>
        <p:nvGrpSpPr>
          <p:cNvPr id="15" name="Groupe 14">
            <a:extLst>
              <a:ext uri="{FF2B5EF4-FFF2-40B4-BE49-F238E27FC236}">
                <a16:creationId xmlns:a16="http://schemas.microsoft.com/office/drawing/2014/main" id="{44CE2962-5644-7708-D34A-C2844677A99F}"/>
              </a:ext>
            </a:extLst>
          </p:cNvPr>
          <p:cNvGrpSpPr/>
          <p:nvPr/>
        </p:nvGrpSpPr>
        <p:grpSpPr>
          <a:xfrm>
            <a:off x="1992264" y="1088740"/>
            <a:ext cx="423312" cy="85502"/>
            <a:chOff x="2046212" y="1074167"/>
            <a:chExt cx="550540" cy="111200"/>
          </a:xfrm>
        </p:grpSpPr>
        <p:sp>
          <p:nvSpPr>
            <p:cNvPr id="12" name="Ellipse 11">
              <a:extLst>
                <a:ext uri="{FF2B5EF4-FFF2-40B4-BE49-F238E27FC236}">
                  <a16:creationId xmlns:a16="http://schemas.microsoft.com/office/drawing/2014/main" id="{74A2AFFF-6ABA-0495-563D-5FE99EAA677D}"/>
                </a:ext>
              </a:extLst>
            </p:cNvPr>
            <p:cNvSpPr/>
            <p:nvPr/>
          </p:nvSpPr>
          <p:spPr>
            <a:xfrm>
              <a:off x="2046212" y="1074167"/>
              <a:ext cx="111200" cy="111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lipse 12">
              <a:extLst>
                <a:ext uri="{FF2B5EF4-FFF2-40B4-BE49-F238E27FC236}">
                  <a16:creationId xmlns:a16="http://schemas.microsoft.com/office/drawing/2014/main" id="{A21EC193-0F2F-6A02-246C-F7A2BF78A7E3}"/>
                </a:ext>
              </a:extLst>
            </p:cNvPr>
            <p:cNvSpPr/>
            <p:nvPr/>
          </p:nvSpPr>
          <p:spPr>
            <a:xfrm>
              <a:off x="2192659"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lipse 13">
              <a:extLst>
                <a:ext uri="{FF2B5EF4-FFF2-40B4-BE49-F238E27FC236}">
                  <a16:creationId xmlns:a16="http://schemas.microsoft.com/office/drawing/2014/main" id="{7260C23C-B372-6029-1CA0-344A2197FF96}"/>
                </a:ext>
              </a:extLst>
            </p:cNvPr>
            <p:cNvSpPr/>
            <p:nvPr/>
          </p:nvSpPr>
          <p:spPr>
            <a:xfrm>
              <a:off x="2339106"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Ellipse 60">
              <a:extLst>
                <a:ext uri="{FF2B5EF4-FFF2-40B4-BE49-F238E27FC236}">
                  <a16:creationId xmlns:a16="http://schemas.microsoft.com/office/drawing/2014/main" id="{7897FF58-7003-6302-1239-2041BC78FAA7}"/>
                </a:ext>
              </a:extLst>
            </p:cNvPr>
            <p:cNvSpPr/>
            <p:nvPr/>
          </p:nvSpPr>
          <p:spPr>
            <a:xfrm>
              <a:off x="2485552"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6" name="Tableau 15">
            <a:extLst>
              <a:ext uri="{FF2B5EF4-FFF2-40B4-BE49-F238E27FC236}">
                <a16:creationId xmlns:a16="http://schemas.microsoft.com/office/drawing/2014/main" id="{B0B72F71-E4D2-3F4F-1959-AE4D23B4D5BC}"/>
              </a:ext>
            </a:extLst>
          </p:cNvPr>
          <p:cNvGraphicFramePr>
            <a:graphicFrameLocks noGrp="1"/>
          </p:cNvGraphicFramePr>
          <p:nvPr>
            <p:extLst>
              <p:ext uri="{D42A27DB-BD31-4B8C-83A1-F6EECF244321}">
                <p14:modId xmlns:p14="http://schemas.microsoft.com/office/powerpoint/2010/main" val="1420809120"/>
              </p:ext>
            </p:extLst>
          </p:nvPr>
        </p:nvGraphicFramePr>
        <p:xfrm>
          <a:off x="499268" y="1561041"/>
          <a:ext cx="11197432" cy="4490259"/>
        </p:xfrm>
        <a:graphic>
          <a:graphicData uri="http://schemas.openxmlformats.org/drawingml/2006/table">
            <a:tbl>
              <a:tblPr firstRow="1" bandRow="1">
                <a:tableStyleId>{5C22544A-7EE6-4342-B048-85BDC9FD1C3A}</a:tableStyleId>
              </a:tblPr>
              <a:tblGrid>
                <a:gridCol w="1291432">
                  <a:extLst>
                    <a:ext uri="{9D8B030D-6E8A-4147-A177-3AD203B41FA5}">
                      <a16:colId xmlns:a16="http://schemas.microsoft.com/office/drawing/2014/main" val="2139402295"/>
                    </a:ext>
                  </a:extLst>
                </a:gridCol>
                <a:gridCol w="2476500">
                  <a:extLst>
                    <a:ext uri="{9D8B030D-6E8A-4147-A177-3AD203B41FA5}">
                      <a16:colId xmlns:a16="http://schemas.microsoft.com/office/drawing/2014/main" val="2233828176"/>
                    </a:ext>
                  </a:extLst>
                </a:gridCol>
                <a:gridCol w="2476500">
                  <a:extLst>
                    <a:ext uri="{9D8B030D-6E8A-4147-A177-3AD203B41FA5}">
                      <a16:colId xmlns:a16="http://schemas.microsoft.com/office/drawing/2014/main" val="103178156"/>
                    </a:ext>
                  </a:extLst>
                </a:gridCol>
                <a:gridCol w="2476500">
                  <a:extLst>
                    <a:ext uri="{9D8B030D-6E8A-4147-A177-3AD203B41FA5}">
                      <a16:colId xmlns:a16="http://schemas.microsoft.com/office/drawing/2014/main" val="1680860088"/>
                    </a:ext>
                  </a:extLst>
                </a:gridCol>
                <a:gridCol w="2476500">
                  <a:extLst>
                    <a:ext uri="{9D8B030D-6E8A-4147-A177-3AD203B41FA5}">
                      <a16:colId xmlns:a16="http://schemas.microsoft.com/office/drawing/2014/main" val="1262915495"/>
                    </a:ext>
                  </a:extLst>
                </a:gridCol>
              </a:tblGrid>
              <a:tr h="458259">
                <a:tc>
                  <a:txBody>
                    <a:bodyPr/>
                    <a:lstStyle/>
                    <a:p>
                      <a:pPr algn="ctr"/>
                      <a:endParaRPr lang="fr-FR" sz="1400" b="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fr-FR" sz="1200" b="0">
                          <a:solidFill>
                            <a:schemeClr val="bg1"/>
                          </a:solidFill>
                          <a:latin typeface="+mj-lt"/>
                        </a:rPr>
                        <a:t>Votre texte</a:t>
                      </a:r>
                    </a:p>
                  </a:txBody>
                  <a:tcPr marL="396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mj-lt"/>
                          <a:ea typeface="+mn-ea"/>
                          <a:cs typeface="+mn-cs"/>
                        </a:rPr>
                        <a:t>Votre texte</a:t>
                      </a:r>
                    </a:p>
                  </a:txBody>
                  <a:tcPr marL="396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mj-lt"/>
                          <a:ea typeface="+mn-ea"/>
                          <a:cs typeface="+mn-cs"/>
                        </a:rPr>
                        <a:t>Votre texte</a:t>
                      </a:r>
                    </a:p>
                  </a:txBody>
                  <a:tcPr marL="396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mj-lt"/>
                          <a:ea typeface="+mn-ea"/>
                          <a:cs typeface="+mn-cs"/>
                        </a:rPr>
                        <a:t>Votre texte</a:t>
                      </a:r>
                    </a:p>
                  </a:txBody>
                  <a:tcPr marL="396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3199311"/>
                  </a:ext>
                </a:extLst>
              </a:tr>
              <a:tr h="1008000">
                <a:tc>
                  <a:txBody>
                    <a:bodyPr/>
                    <a:lstStyle/>
                    <a:p>
                      <a:pPr algn="ctr">
                        <a:lnSpc>
                          <a:spcPct val="90000"/>
                        </a:lnSpc>
                      </a:pPr>
                      <a:r>
                        <a:rPr lang="fr-FR" sz="1200" b="0">
                          <a:solidFill>
                            <a:schemeClr val="tx1"/>
                          </a:solidFill>
                          <a:latin typeface="+mn-lt"/>
                        </a:rPr>
                        <a:t>Votre </a:t>
                      </a:r>
                      <a:br>
                        <a:rPr lang="fr-FR" sz="1200" b="0">
                          <a:solidFill>
                            <a:schemeClr val="tx1"/>
                          </a:solidFill>
                          <a:latin typeface="+mn-lt"/>
                        </a:rPr>
                      </a:br>
                      <a:r>
                        <a:rPr lang="fr-FR" sz="1200" b="0">
                          <a:solidFill>
                            <a:schemeClr val="tx1"/>
                          </a:solidFill>
                          <a:latin typeface="+mn-lt"/>
                        </a:rPr>
                        <a:t>texte</a:t>
                      </a:r>
                    </a:p>
                  </a:txBody>
                  <a:tcPr marT="0" marB="216000"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180975" indent="-180975" algn="l">
                        <a:buClr>
                          <a:schemeClr val="tx2"/>
                        </a:buClr>
                        <a:buFont typeface="Arial" panose="020B0604020202020204" pitchFamily="34" charset="0"/>
                        <a:buChar char="•"/>
                      </a:pPr>
                      <a:r>
                        <a:rPr lang="fr-FR" sz="1200" b="0">
                          <a:solidFill>
                            <a:schemeClr val="tx1"/>
                          </a:solidFill>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a:solidFill>
                            <a:schemeClr val="tx1"/>
                          </a:solidFill>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a:solidFill>
                            <a:schemeClr val="tx1"/>
                          </a:solidFill>
                        </a:rPr>
                        <a:t>Votre texte ici</a:t>
                      </a:r>
                    </a:p>
                  </a:txBody>
                  <a:tcPr marL="396000" anchor="ctr">
                    <a:lnL w="12700" cmpd="sng">
                      <a:noFill/>
                    </a:lnL>
                    <a:lnR w="6350" cap="flat" cmpd="sng" algn="ctr">
                      <a:solidFill>
                        <a:schemeClr val="bg1">
                          <a:lumMod val="8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180975" indent="-180975" algn="l">
                        <a:buClr>
                          <a:schemeClr val="accent1"/>
                        </a:buClr>
                        <a:buFont typeface="Arial" panose="020B0604020202020204" pitchFamily="34" charset="0"/>
                        <a:buChar char="•"/>
                      </a:pPr>
                      <a:r>
                        <a:rPr lang="fr-FR" sz="1200" b="0">
                          <a:solidFill>
                            <a:schemeClr val="tx1"/>
                          </a:solidFill>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fr-FR" sz="1200" b="0">
                          <a:solidFill>
                            <a:schemeClr val="tx1"/>
                          </a:solidFill>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fr-FR" sz="1200" b="0">
                          <a:solidFill>
                            <a:schemeClr val="tx1"/>
                          </a:solidFill>
                        </a:rPr>
                        <a:t>Votre texte ici</a:t>
                      </a:r>
                    </a:p>
                  </a:txBody>
                  <a:tcPr marL="39600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Metropolis Semi Bold" panose="00000700000000000000" pitchFamily="2" charset="0"/>
                        <a:ea typeface="+mn-ea"/>
                        <a:cs typeface="+mn-c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19590162"/>
                  </a:ext>
                </a:extLst>
              </a:tr>
              <a:tr h="1008000">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mn-lt"/>
                          <a:ea typeface="+mn-ea"/>
                          <a:cs typeface="+mn-cs"/>
                        </a:rPr>
                        <a:t>Votre </a:t>
                      </a:r>
                      <a:br>
                        <a:rPr kumimoji="0" lang="fr-FR" sz="1200" b="0" i="0" u="none" strike="noStrike" kern="1200" cap="none" spc="0" normalizeH="0" baseline="0" noProof="0">
                          <a:ln>
                            <a:noFill/>
                          </a:ln>
                          <a:solidFill>
                            <a:prstClr val="black"/>
                          </a:solidFill>
                          <a:effectLst/>
                          <a:uLnTx/>
                          <a:uFillTx/>
                          <a:latin typeface="+mn-lt"/>
                          <a:ea typeface="+mn-ea"/>
                          <a:cs typeface="+mn-cs"/>
                        </a:rPr>
                      </a:br>
                      <a:r>
                        <a:rPr kumimoji="0" lang="fr-FR" sz="1200" b="0" i="0" u="none" strike="noStrike" kern="1200" cap="none" spc="0" normalizeH="0" baseline="0" noProof="0">
                          <a:ln>
                            <a:noFill/>
                          </a:ln>
                          <a:solidFill>
                            <a:prstClr val="black"/>
                          </a:solidFill>
                          <a:effectLst/>
                          <a:uLnTx/>
                          <a:uFillTx/>
                          <a:latin typeface="+mn-lt"/>
                          <a:ea typeface="+mn-ea"/>
                          <a:cs typeface="+mn-cs"/>
                        </a:rPr>
                        <a:t>texte</a:t>
                      </a:r>
                    </a:p>
                  </a:txBody>
                  <a:tcPr marT="0" marB="21600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12700" cmpd="sng">
                      <a:noFill/>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algn="ctr"/>
                      <a:endParaRPr lang="fr-FR" sz="1400" b="0">
                        <a:solidFill>
                          <a:schemeClr val="tx1"/>
                        </a:solidFill>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985348405"/>
                  </a:ext>
                </a:extLst>
              </a:tr>
              <a:tr h="1008000">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mn-lt"/>
                          <a:ea typeface="+mn-ea"/>
                          <a:cs typeface="+mn-cs"/>
                        </a:rPr>
                        <a:t>Votre </a:t>
                      </a:r>
                      <a:br>
                        <a:rPr kumimoji="0" lang="fr-FR" sz="1200" b="0" i="0" u="none" strike="noStrike" kern="1200" cap="none" spc="0" normalizeH="0" baseline="0" noProof="0">
                          <a:ln>
                            <a:noFill/>
                          </a:ln>
                          <a:solidFill>
                            <a:prstClr val="black"/>
                          </a:solidFill>
                          <a:effectLst/>
                          <a:uLnTx/>
                          <a:uFillTx/>
                          <a:latin typeface="+mn-lt"/>
                          <a:ea typeface="+mn-ea"/>
                          <a:cs typeface="+mn-cs"/>
                        </a:rPr>
                      </a:br>
                      <a:r>
                        <a:rPr kumimoji="0" lang="fr-FR" sz="1200" b="0" i="0" u="none" strike="noStrike" kern="1200" cap="none" spc="0" normalizeH="0" baseline="0" noProof="0">
                          <a:ln>
                            <a:noFill/>
                          </a:ln>
                          <a:solidFill>
                            <a:prstClr val="black"/>
                          </a:solidFill>
                          <a:effectLst/>
                          <a:uLnTx/>
                          <a:uFillTx/>
                          <a:latin typeface="+mn-lt"/>
                          <a:ea typeface="+mn-ea"/>
                          <a:cs typeface="+mn-cs"/>
                        </a:rPr>
                        <a:t>texte</a:t>
                      </a:r>
                    </a:p>
                  </a:txBody>
                  <a:tcPr marT="0" marB="21600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12700" cmpd="sng">
                      <a:noFill/>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fr-FR" sz="1400" b="0">
                        <a:solidFill>
                          <a:schemeClr val="tx1"/>
                        </a:solidFill>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18318196"/>
                  </a:ext>
                </a:extLst>
              </a:tr>
              <a:tr h="1008000">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mn-lt"/>
                          <a:ea typeface="+mn-ea"/>
                          <a:cs typeface="+mn-cs"/>
                        </a:rPr>
                        <a:t>Votre </a:t>
                      </a:r>
                      <a:br>
                        <a:rPr kumimoji="0" lang="fr-FR" sz="1200" b="0" i="0" u="none" strike="noStrike" kern="1200" cap="none" spc="0" normalizeH="0" baseline="0" noProof="0">
                          <a:ln>
                            <a:noFill/>
                          </a:ln>
                          <a:solidFill>
                            <a:prstClr val="black"/>
                          </a:solidFill>
                          <a:effectLst/>
                          <a:uLnTx/>
                          <a:uFillTx/>
                          <a:latin typeface="+mn-lt"/>
                          <a:ea typeface="+mn-ea"/>
                          <a:cs typeface="+mn-cs"/>
                        </a:rPr>
                      </a:br>
                      <a:r>
                        <a:rPr kumimoji="0" lang="fr-FR" sz="1200" b="0" i="0" u="none" strike="noStrike" kern="1200" cap="none" spc="0" normalizeH="0" baseline="0" noProof="0">
                          <a:ln>
                            <a:noFill/>
                          </a:ln>
                          <a:solidFill>
                            <a:prstClr val="black"/>
                          </a:solidFill>
                          <a:effectLst/>
                          <a:uLnTx/>
                          <a:uFillTx/>
                          <a:latin typeface="+mn-lt"/>
                          <a:ea typeface="+mn-ea"/>
                          <a:cs typeface="+mn-cs"/>
                        </a:rPr>
                        <a:t>texte</a:t>
                      </a:r>
                    </a:p>
                  </a:txBody>
                  <a:tcPr marT="0" marB="21600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12700" cmpd="sng">
                      <a:noFill/>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algn="ctr"/>
                      <a:endParaRPr lang="fr-FR" sz="1400" b="0">
                        <a:solidFill>
                          <a:schemeClr val="tx1"/>
                        </a:solidFill>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p>
                      <a:pPr marL="180975" marR="0" lvl="0" indent="-180975"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kumimoji="0" lang="fr-FR" sz="1200" b="0" i="0" u="none" strike="noStrike" kern="1200" cap="none" spc="0" normalizeH="0" baseline="0" noProof="0">
                          <a:ln>
                            <a:noFill/>
                          </a:ln>
                          <a:solidFill>
                            <a:prstClr val="black"/>
                          </a:solidFill>
                          <a:effectLst/>
                          <a:uLnTx/>
                          <a:uFillTx/>
                          <a:latin typeface="Metropolis Extra Light"/>
                          <a:ea typeface="+mn-ea"/>
                          <a:cs typeface="+mn-cs"/>
                        </a:rPr>
                        <a:t>Votre texte ici</a:t>
                      </a:r>
                    </a:p>
                  </a:txBody>
                  <a:tcPr marL="396000" anchor="ctr">
                    <a:lnL w="6350" cap="flat" cmpd="sng" algn="ctr">
                      <a:solidFill>
                        <a:schemeClr val="bg1">
                          <a:lumMod val="8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val="2542286996"/>
                  </a:ext>
                </a:extLst>
              </a:tr>
            </a:tbl>
          </a:graphicData>
        </a:graphic>
      </p:graphicFrame>
      <p:grpSp>
        <p:nvGrpSpPr>
          <p:cNvPr id="17" name="Groupe 16">
            <a:extLst>
              <a:ext uri="{FF2B5EF4-FFF2-40B4-BE49-F238E27FC236}">
                <a16:creationId xmlns:a16="http://schemas.microsoft.com/office/drawing/2014/main" id="{D3C775DF-0477-19EA-88BE-6FE8C83C3D87}"/>
              </a:ext>
            </a:extLst>
          </p:cNvPr>
          <p:cNvGrpSpPr/>
          <p:nvPr/>
        </p:nvGrpSpPr>
        <p:grpSpPr>
          <a:xfrm>
            <a:off x="7104399" y="2434815"/>
            <a:ext cx="1876636" cy="175035"/>
            <a:chOff x="7050880" y="1864519"/>
            <a:chExt cx="794559" cy="74109"/>
          </a:xfrm>
        </p:grpSpPr>
        <p:sp>
          <p:nvSpPr>
            <p:cNvPr id="18" name="Forme libre : forme 17">
              <a:extLst>
                <a:ext uri="{FF2B5EF4-FFF2-40B4-BE49-F238E27FC236}">
                  <a16:creationId xmlns:a16="http://schemas.microsoft.com/office/drawing/2014/main" id="{8F8A580A-CB60-9E3E-41AD-92276AB0523C}"/>
                </a:ext>
              </a:extLst>
            </p:cNvPr>
            <p:cNvSpPr/>
            <p:nvPr/>
          </p:nvSpPr>
          <p:spPr>
            <a:xfrm>
              <a:off x="7050880" y="1864523"/>
              <a:ext cx="159968" cy="74105"/>
            </a:xfrm>
            <a:custGeom>
              <a:avLst/>
              <a:gdLst>
                <a:gd name="connsiteX0" fmla="*/ 37052 w 159968"/>
                <a:gd name="connsiteY0" fmla="*/ 0 h 74105"/>
                <a:gd name="connsiteX1" fmla="*/ 97575 w 159968"/>
                <a:gd name="connsiteY1" fmla="*/ 0 h 74105"/>
                <a:gd name="connsiteX2" fmla="*/ 159968 w 159968"/>
                <a:gd name="connsiteY2" fmla="*/ 0 h 74105"/>
                <a:gd name="connsiteX3" fmla="*/ 159968 w 159968"/>
                <a:gd name="connsiteY3" fmla="*/ 74101 h 74105"/>
                <a:gd name="connsiteX4" fmla="*/ 97575 w 159968"/>
                <a:gd name="connsiteY4" fmla="*/ 74101 h 74105"/>
                <a:gd name="connsiteX5" fmla="*/ 97575 w 159968"/>
                <a:gd name="connsiteY5" fmla="*/ 74105 h 74105"/>
                <a:gd name="connsiteX6" fmla="*/ 37048 w 159968"/>
                <a:gd name="connsiteY6" fmla="*/ 74105 h 74105"/>
                <a:gd name="connsiteX7" fmla="*/ 13294 w 159968"/>
                <a:gd name="connsiteY7" fmla="*/ 65487 h 74105"/>
                <a:gd name="connsiteX8" fmla="*/ 0 w 159968"/>
                <a:gd name="connsiteY8" fmla="*/ 37053 h 74105"/>
                <a:gd name="connsiteX9" fmla="*/ 10566 w 159968"/>
                <a:gd name="connsiteY9" fmla="*/ 11144 h 74105"/>
                <a:gd name="connsiteX10" fmla="*/ 37052 w 159968"/>
                <a:gd name="connsiteY10" fmla="*/ 0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68" h="74105">
                  <a:moveTo>
                    <a:pt x="37052" y="0"/>
                  </a:moveTo>
                  <a:lnTo>
                    <a:pt x="97575" y="0"/>
                  </a:lnTo>
                  <a:lnTo>
                    <a:pt x="159968" y="0"/>
                  </a:lnTo>
                  <a:lnTo>
                    <a:pt x="159968" y="74101"/>
                  </a:lnTo>
                  <a:lnTo>
                    <a:pt x="97575" y="74101"/>
                  </a:lnTo>
                  <a:lnTo>
                    <a:pt x="97575" y="74105"/>
                  </a:lnTo>
                  <a:lnTo>
                    <a:pt x="37048" y="74105"/>
                  </a:lnTo>
                  <a:cubicBezTo>
                    <a:pt x="28012" y="74105"/>
                    <a:pt x="19726" y="70867"/>
                    <a:pt x="13294" y="65487"/>
                  </a:cubicBezTo>
                  <a:cubicBezTo>
                    <a:pt x="5170" y="58692"/>
                    <a:pt x="0" y="48477"/>
                    <a:pt x="0" y="37053"/>
                  </a:cubicBezTo>
                  <a:cubicBezTo>
                    <a:pt x="0" y="26968"/>
                    <a:pt x="4028" y="17825"/>
                    <a:pt x="10566" y="11144"/>
                  </a:cubicBezTo>
                  <a:cubicBezTo>
                    <a:pt x="17291" y="4265"/>
                    <a:pt x="26675" y="0"/>
                    <a:pt x="37052" y="0"/>
                  </a:cubicBezTo>
                  <a:close/>
                </a:path>
              </a:pathLst>
            </a:custGeom>
            <a:solidFill>
              <a:srgbClr val="ED0012"/>
            </a:solidFill>
            <a:ln w="0" cap="flat">
              <a:noFill/>
              <a:prstDash val="solid"/>
              <a:miter/>
            </a:ln>
          </p:spPr>
          <p:txBody>
            <a:bodyPr rtlCol="0" anchor="ctr"/>
            <a:lstStyle/>
            <a:p>
              <a:endParaRPr lang="fr-FR">
                <a:solidFill>
                  <a:srgbClr val="ED0012"/>
                </a:solidFill>
              </a:endParaRPr>
            </a:p>
          </p:txBody>
        </p:sp>
        <p:sp>
          <p:nvSpPr>
            <p:cNvPr id="19" name="Forme libre : forme 18">
              <a:extLst>
                <a:ext uri="{FF2B5EF4-FFF2-40B4-BE49-F238E27FC236}">
                  <a16:creationId xmlns:a16="http://schemas.microsoft.com/office/drawing/2014/main" id="{0BE9C218-58CF-1213-E56D-DE5B5A31A41D}"/>
                </a:ext>
              </a:extLst>
            </p:cNvPr>
            <p:cNvSpPr/>
            <p:nvPr/>
          </p:nvSpPr>
          <p:spPr>
            <a:xfrm>
              <a:off x="7210848"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FF9000"/>
            </a:solid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C6AEFC6-C889-0ABF-AAE3-16D1368A3E7A}"/>
                </a:ext>
              </a:extLst>
            </p:cNvPr>
            <p:cNvSpPr/>
            <p:nvPr/>
          </p:nvSpPr>
          <p:spPr>
            <a:xfrm>
              <a:off x="7366053" y="1864523"/>
              <a:ext cx="159707" cy="74101"/>
            </a:xfrm>
            <a:custGeom>
              <a:avLst/>
              <a:gdLst>
                <a:gd name="connsiteX0" fmla="*/ 0 w 2351150"/>
                <a:gd name="connsiteY0" fmla="*/ 0 h 1785461"/>
                <a:gd name="connsiteX1" fmla="*/ 2351151 w 2351150"/>
                <a:gd name="connsiteY1" fmla="*/ 0 h 1785461"/>
                <a:gd name="connsiteX2" fmla="*/ 2351151 w 2351150"/>
                <a:gd name="connsiteY2" fmla="*/ 1785461 h 1785461"/>
                <a:gd name="connsiteX3" fmla="*/ 0 w 2351150"/>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0" h="1785461">
                  <a:moveTo>
                    <a:pt x="0" y="0"/>
                  </a:moveTo>
                  <a:lnTo>
                    <a:pt x="2351151" y="0"/>
                  </a:lnTo>
                  <a:lnTo>
                    <a:pt x="2351151" y="1785461"/>
                  </a:lnTo>
                  <a:lnTo>
                    <a:pt x="0" y="1785461"/>
                  </a:lnTo>
                  <a:close/>
                </a:path>
              </a:pathLst>
            </a:custGeom>
            <a:solidFill>
              <a:srgbClr val="FFD500"/>
            </a:solid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321E1A2-7C26-C34E-C2FD-9FD64B76F200}"/>
                </a:ext>
              </a:extLst>
            </p:cNvPr>
            <p:cNvSpPr/>
            <p:nvPr/>
          </p:nvSpPr>
          <p:spPr>
            <a:xfrm>
              <a:off x="7525760"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71D331"/>
            </a:solid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839A23CB-887A-D19B-869A-A144084DF7F0}"/>
                </a:ext>
              </a:extLst>
            </p:cNvPr>
            <p:cNvSpPr/>
            <p:nvPr/>
          </p:nvSpPr>
          <p:spPr>
            <a:xfrm>
              <a:off x="7685467" y="1864519"/>
              <a:ext cx="159972" cy="74105"/>
            </a:xfrm>
            <a:custGeom>
              <a:avLst/>
              <a:gdLst>
                <a:gd name="connsiteX0" fmla="*/ 0 w 159972"/>
                <a:gd name="connsiteY0" fmla="*/ 4 h 74105"/>
                <a:gd name="connsiteX1" fmla="*/ 62393 w 159972"/>
                <a:gd name="connsiteY1" fmla="*/ 4 h 74105"/>
                <a:gd name="connsiteX2" fmla="*/ 62393 w 159972"/>
                <a:gd name="connsiteY2" fmla="*/ 74105 h 74105"/>
                <a:gd name="connsiteX3" fmla="*/ 0 w 159972"/>
                <a:gd name="connsiteY3" fmla="*/ 74105 h 74105"/>
                <a:gd name="connsiteX4" fmla="*/ 62397 w 159972"/>
                <a:gd name="connsiteY4" fmla="*/ 0 h 74105"/>
                <a:gd name="connsiteX5" fmla="*/ 122924 w 159972"/>
                <a:gd name="connsiteY5" fmla="*/ 0 h 74105"/>
                <a:gd name="connsiteX6" fmla="*/ 152880 w 159972"/>
                <a:gd name="connsiteY6" fmla="*/ 15247 h 74105"/>
                <a:gd name="connsiteX7" fmla="*/ 159972 w 159972"/>
                <a:gd name="connsiteY7" fmla="*/ 37053 h 74105"/>
                <a:gd name="connsiteX8" fmla="*/ 145160 w 159972"/>
                <a:gd name="connsiteY8" fmla="*/ 66689 h 74105"/>
                <a:gd name="connsiteX9" fmla="*/ 122920 w 159972"/>
                <a:gd name="connsiteY9" fmla="*/ 74105 h 74105"/>
                <a:gd name="connsiteX10" fmla="*/ 62393 w 159972"/>
                <a:gd name="connsiteY10" fmla="*/ 74105 h 74105"/>
                <a:gd name="connsiteX11" fmla="*/ 62397 w 159972"/>
                <a:gd name="connsiteY11" fmla="*/ 74101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972" h="74105">
                  <a:moveTo>
                    <a:pt x="0" y="4"/>
                  </a:moveTo>
                  <a:lnTo>
                    <a:pt x="62393" y="4"/>
                  </a:lnTo>
                  <a:lnTo>
                    <a:pt x="62393" y="74105"/>
                  </a:lnTo>
                  <a:lnTo>
                    <a:pt x="0" y="74105"/>
                  </a:lnTo>
                  <a:close/>
                  <a:moveTo>
                    <a:pt x="62397" y="0"/>
                  </a:moveTo>
                  <a:lnTo>
                    <a:pt x="122924" y="0"/>
                  </a:lnTo>
                  <a:cubicBezTo>
                    <a:pt x="135234" y="0"/>
                    <a:pt x="146144" y="6005"/>
                    <a:pt x="152880" y="15247"/>
                  </a:cubicBezTo>
                  <a:cubicBezTo>
                    <a:pt x="157340" y="21367"/>
                    <a:pt x="159972" y="28901"/>
                    <a:pt x="159972" y="37053"/>
                  </a:cubicBezTo>
                  <a:cubicBezTo>
                    <a:pt x="159972" y="49169"/>
                    <a:pt x="154153" y="59929"/>
                    <a:pt x="145160" y="66689"/>
                  </a:cubicBezTo>
                  <a:cubicBezTo>
                    <a:pt x="138965" y="71346"/>
                    <a:pt x="131265" y="74105"/>
                    <a:pt x="122920" y="74105"/>
                  </a:cubicBezTo>
                  <a:lnTo>
                    <a:pt x="62393" y="74105"/>
                  </a:lnTo>
                  <a:lnTo>
                    <a:pt x="62397" y="74101"/>
                  </a:lnTo>
                  <a:close/>
                </a:path>
              </a:pathLst>
            </a:custGeom>
            <a:solidFill>
              <a:srgbClr val="1EAF1E"/>
            </a:solidFill>
            <a:ln w="0" cap="flat">
              <a:noFill/>
              <a:prstDash val="solid"/>
              <a:miter/>
            </a:ln>
          </p:spPr>
          <p:txBody>
            <a:bodyPr rtlCol="0" anchor="ctr"/>
            <a:lstStyle/>
            <a:p>
              <a:endParaRPr lang="fr-FR">
                <a:solidFill>
                  <a:srgbClr val="ED0012"/>
                </a:solidFill>
              </a:endParaRPr>
            </a:p>
          </p:txBody>
        </p:sp>
      </p:grpSp>
      <p:grpSp>
        <p:nvGrpSpPr>
          <p:cNvPr id="23" name="Groupe 22">
            <a:extLst>
              <a:ext uri="{FF2B5EF4-FFF2-40B4-BE49-F238E27FC236}">
                <a16:creationId xmlns:a16="http://schemas.microsoft.com/office/drawing/2014/main" id="{CED1D5AD-A69D-7B58-22DC-997F209CAB37}"/>
              </a:ext>
            </a:extLst>
          </p:cNvPr>
          <p:cNvGrpSpPr/>
          <p:nvPr/>
        </p:nvGrpSpPr>
        <p:grpSpPr>
          <a:xfrm rot="10800000">
            <a:off x="7545730" y="2220749"/>
            <a:ext cx="179044" cy="285799"/>
            <a:chOff x="5624512" y="2671762"/>
            <a:chExt cx="946689" cy="1511141"/>
          </a:xfrm>
        </p:grpSpPr>
        <p:sp>
          <p:nvSpPr>
            <p:cNvPr id="24" name="Forme libre : forme 23">
              <a:extLst>
                <a:ext uri="{FF2B5EF4-FFF2-40B4-BE49-F238E27FC236}">
                  <a16:creationId xmlns:a16="http://schemas.microsoft.com/office/drawing/2014/main" id="{4F1C29DA-2FE2-E21D-9E64-83E859B7474E}"/>
                </a:ext>
              </a:extLst>
            </p:cNvPr>
            <p:cNvSpPr/>
            <p:nvPr/>
          </p:nvSpPr>
          <p:spPr>
            <a:xfrm>
              <a:off x="5624512" y="2671762"/>
              <a:ext cx="946689" cy="1511141"/>
            </a:xfrm>
            <a:custGeom>
              <a:avLst/>
              <a:gdLst>
                <a:gd name="connsiteX0" fmla="*/ 946690 w 946689"/>
                <a:gd name="connsiteY0" fmla="*/ 1037844 h 1511141"/>
                <a:gd name="connsiteX1" fmla="*/ 473393 w 946689"/>
                <a:gd name="connsiteY1" fmla="*/ 1511141 h 1511141"/>
                <a:gd name="connsiteX2" fmla="*/ 0 w 946689"/>
                <a:gd name="connsiteY2" fmla="*/ 1037844 h 1511141"/>
                <a:gd name="connsiteX3" fmla="*/ 473297 w 946689"/>
                <a:gd name="connsiteY3" fmla="*/ 0 h 1511141"/>
                <a:gd name="connsiteX4" fmla="*/ 946595 w 946689"/>
                <a:gd name="connsiteY4" fmla="*/ 1037844 h 151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689" h="1511141">
                  <a:moveTo>
                    <a:pt x="946690" y="1037844"/>
                  </a:moveTo>
                  <a:cubicBezTo>
                    <a:pt x="946690" y="1299305"/>
                    <a:pt x="734759" y="1511141"/>
                    <a:pt x="473393" y="1511141"/>
                  </a:cubicBezTo>
                  <a:cubicBezTo>
                    <a:pt x="212027" y="1511141"/>
                    <a:pt x="0" y="1299305"/>
                    <a:pt x="0" y="1037844"/>
                  </a:cubicBezTo>
                  <a:cubicBezTo>
                    <a:pt x="0" y="776383"/>
                    <a:pt x="473297" y="0"/>
                    <a:pt x="473297" y="0"/>
                  </a:cubicBezTo>
                  <a:cubicBezTo>
                    <a:pt x="473297" y="0"/>
                    <a:pt x="946595" y="776383"/>
                    <a:pt x="946595" y="1037844"/>
                  </a:cubicBezTo>
                  <a:close/>
                </a:path>
              </a:pathLst>
            </a:custGeom>
            <a:solidFill>
              <a:schemeClr val="tx2"/>
            </a:solidFill>
            <a:ln w="0"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4B43F73D-15E5-03DC-1198-DFE733DE48DC}"/>
                </a:ext>
              </a:extLst>
            </p:cNvPr>
            <p:cNvSpPr/>
            <p:nvPr/>
          </p:nvSpPr>
          <p:spPr>
            <a:xfrm rot="16753201">
              <a:off x="5843528" y="3455385"/>
              <a:ext cx="508634" cy="508634"/>
            </a:xfrm>
            <a:custGeom>
              <a:avLst/>
              <a:gdLst>
                <a:gd name="connsiteX0" fmla="*/ 508635 w 508634"/>
                <a:gd name="connsiteY0" fmla="*/ 254317 h 508634"/>
                <a:gd name="connsiteX1" fmla="*/ 254317 w 508634"/>
                <a:gd name="connsiteY1" fmla="*/ 508635 h 508634"/>
                <a:gd name="connsiteX2" fmla="*/ 0 w 508634"/>
                <a:gd name="connsiteY2" fmla="*/ 254317 h 508634"/>
                <a:gd name="connsiteX3" fmla="*/ 254317 w 508634"/>
                <a:gd name="connsiteY3" fmla="*/ 0 h 508634"/>
                <a:gd name="connsiteX4" fmla="*/ 508635 w 508634"/>
                <a:gd name="connsiteY4" fmla="*/ 254317 h 508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4" h="508634">
                  <a:moveTo>
                    <a:pt x="508635" y="254317"/>
                  </a:moveTo>
                  <a:cubicBezTo>
                    <a:pt x="508635" y="394773"/>
                    <a:pt x="394773" y="508635"/>
                    <a:pt x="254317" y="508635"/>
                  </a:cubicBezTo>
                  <a:cubicBezTo>
                    <a:pt x="113862" y="508635"/>
                    <a:pt x="0" y="394773"/>
                    <a:pt x="0" y="254317"/>
                  </a:cubicBezTo>
                  <a:cubicBezTo>
                    <a:pt x="0" y="113862"/>
                    <a:pt x="113862" y="0"/>
                    <a:pt x="254317" y="0"/>
                  </a:cubicBezTo>
                  <a:cubicBezTo>
                    <a:pt x="394773" y="0"/>
                    <a:pt x="508635" y="113862"/>
                    <a:pt x="508635" y="254317"/>
                  </a:cubicBezTo>
                  <a:close/>
                </a:path>
              </a:pathLst>
            </a:custGeom>
            <a:solidFill>
              <a:srgbClr val="FFFFFF"/>
            </a:solidFill>
            <a:ln w="0" cap="flat">
              <a:noFill/>
              <a:prstDash val="solid"/>
              <a:miter/>
            </a:ln>
          </p:spPr>
          <p:txBody>
            <a:bodyPr rtlCol="0" anchor="ctr"/>
            <a:lstStyle/>
            <a:p>
              <a:endParaRPr lang="fr-FR"/>
            </a:p>
          </p:txBody>
        </p:sp>
      </p:grpSp>
      <p:grpSp>
        <p:nvGrpSpPr>
          <p:cNvPr id="26" name="Groupe 25">
            <a:extLst>
              <a:ext uri="{FF2B5EF4-FFF2-40B4-BE49-F238E27FC236}">
                <a16:creationId xmlns:a16="http://schemas.microsoft.com/office/drawing/2014/main" id="{7C2A791A-0916-5FC4-3C4A-06568011A965}"/>
              </a:ext>
            </a:extLst>
          </p:cNvPr>
          <p:cNvGrpSpPr/>
          <p:nvPr/>
        </p:nvGrpSpPr>
        <p:grpSpPr>
          <a:xfrm>
            <a:off x="7104399" y="3473040"/>
            <a:ext cx="1876636" cy="175035"/>
            <a:chOff x="7050880" y="1864519"/>
            <a:chExt cx="794559" cy="74109"/>
          </a:xfrm>
        </p:grpSpPr>
        <p:sp>
          <p:nvSpPr>
            <p:cNvPr id="27" name="Forme libre : forme 26">
              <a:extLst>
                <a:ext uri="{FF2B5EF4-FFF2-40B4-BE49-F238E27FC236}">
                  <a16:creationId xmlns:a16="http://schemas.microsoft.com/office/drawing/2014/main" id="{F4774ADA-94EF-445A-7E73-C253E73A5FC2}"/>
                </a:ext>
              </a:extLst>
            </p:cNvPr>
            <p:cNvSpPr/>
            <p:nvPr/>
          </p:nvSpPr>
          <p:spPr>
            <a:xfrm>
              <a:off x="7050880" y="1864523"/>
              <a:ext cx="159968" cy="74105"/>
            </a:xfrm>
            <a:custGeom>
              <a:avLst/>
              <a:gdLst>
                <a:gd name="connsiteX0" fmla="*/ 37052 w 159968"/>
                <a:gd name="connsiteY0" fmla="*/ 0 h 74105"/>
                <a:gd name="connsiteX1" fmla="*/ 97575 w 159968"/>
                <a:gd name="connsiteY1" fmla="*/ 0 h 74105"/>
                <a:gd name="connsiteX2" fmla="*/ 159968 w 159968"/>
                <a:gd name="connsiteY2" fmla="*/ 0 h 74105"/>
                <a:gd name="connsiteX3" fmla="*/ 159968 w 159968"/>
                <a:gd name="connsiteY3" fmla="*/ 74101 h 74105"/>
                <a:gd name="connsiteX4" fmla="*/ 97575 w 159968"/>
                <a:gd name="connsiteY4" fmla="*/ 74101 h 74105"/>
                <a:gd name="connsiteX5" fmla="*/ 97575 w 159968"/>
                <a:gd name="connsiteY5" fmla="*/ 74105 h 74105"/>
                <a:gd name="connsiteX6" fmla="*/ 37048 w 159968"/>
                <a:gd name="connsiteY6" fmla="*/ 74105 h 74105"/>
                <a:gd name="connsiteX7" fmla="*/ 13294 w 159968"/>
                <a:gd name="connsiteY7" fmla="*/ 65487 h 74105"/>
                <a:gd name="connsiteX8" fmla="*/ 0 w 159968"/>
                <a:gd name="connsiteY8" fmla="*/ 37053 h 74105"/>
                <a:gd name="connsiteX9" fmla="*/ 10566 w 159968"/>
                <a:gd name="connsiteY9" fmla="*/ 11144 h 74105"/>
                <a:gd name="connsiteX10" fmla="*/ 37052 w 159968"/>
                <a:gd name="connsiteY10" fmla="*/ 0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68" h="74105">
                  <a:moveTo>
                    <a:pt x="37052" y="0"/>
                  </a:moveTo>
                  <a:lnTo>
                    <a:pt x="97575" y="0"/>
                  </a:lnTo>
                  <a:lnTo>
                    <a:pt x="159968" y="0"/>
                  </a:lnTo>
                  <a:lnTo>
                    <a:pt x="159968" y="74101"/>
                  </a:lnTo>
                  <a:lnTo>
                    <a:pt x="97575" y="74101"/>
                  </a:lnTo>
                  <a:lnTo>
                    <a:pt x="97575" y="74105"/>
                  </a:lnTo>
                  <a:lnTo>
                    <a:pt x="37048" y="74105"/>
                  </a:lnTo>
                  <a:cubicBezTo>
                    <a:pt x="28012" y="74105"/>
                    <a:pt x="19726" y="70867"/>
                    <a:pt x="13294" y="65487"/>
                  </a:cubicBezTo>
                  <a:cubicBezTo>
                    <a:pt x="5170" y="58692"/>
                    <a:pt x="0" y="48477"/>
                    <a:pt x="0" y="37053"/>
                  </a:cubicBezTo>
                  <a:cubicBezTo>
                    <a:pt x="0" y="26968"/>
                    <a:pt x="4028" y="17825"/>
                    <a:pt x="10566" y="11144"/>
                  </a:cubicBezTo>
                  <a:cubicBezTo>
                    <a:pt x="17291" y="4265"/>
                    <a:pt x="26675" y="0"/>
                    <a:pt x="37052" y="0"/>
                  </a:cubicBezTo>
                  <a:close/>
                </a:path>
              </a:pathLst>
            </a:custGeom>
            <a:solidFill>
              <a:srgbClr val="ED0012"/>
            </a:solidFill>
            <a:ln w="0" cap="flat">
              <a:noFill/>
              <a:prstDash val="solid"/>
              <a:miter/>
            </a:ln>
          </p:spPr>
          <p:txBody>
            <a:bodyPr rtlCol="0" anchor="ctr"/>
            <a:lstStyle/>
            <a:p>
              <a:endParaRPr lang="fr-FR">
                <a:solidFill>
                  <a:srgbClr val="ED0012"/>
                </a:solidFill>
              </a:endParaRPr>
            </a:p>
          </p:txBody>
        </p:sp>
        <p:sp>
          <p:nvSpPr>
            <p:cNvPr id="28" name="Forme libre : forme 27">
              <a:extLst>
                <a:ext uri="{FF2B5EF4-FFF2-40B4-BE49-F238E27FC236}">
                  <a16:creationId xmlns:a16="http://schemas.microsoft.com/office/drawing/2014/main" id="{1AC5C88B-574E-263A-ACE4-1CC6FECFFCEC}"/>
                </a:ext>
              </a:extLst>
            </p:cNvPr>
            <p:cNvSpPr/>
            <p:nvPr/>
          </p:nvSpPr>
          <p:spPr>
            <a:xfrm>
              <a:off x="7210848"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FF9000"/>
            </a:solid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9ED6C1A-3995-879E-EC68-85740C71C4C6}"/>
                </a:ext>
              </a:extLst>
            </p:cNvPr>
            <p:cNvSpPr/>
            <p:nvPr/>
          </p:nvSpPr>
          <p:spPr>
            <a:xfrm>
              <a:off x="7366053" y="1864523"/>
              <a:ext cx="159707" cy="74101"/>
            </a:xfrm>
            <a:custGeom>
              <a:avLst/>
              <a:gdLst>
                <a:gd name="connsiteX0" fmla="*/ 0 w 2351150"/>
                <a:gd name="connsiteY0" fmla="*/ 0 h 1785461"/>
                <a:gd name="connsiteX1" fmla="*/ 2351151 w 2351150"/>
                <a:gd name="connsiteY1" fmla="*/ 0 h 1785461"/>
                <a:gd name="connsiteX2" fmla="*/ 2351151 w 2351150"/>
                <a:gd name="connsiteY2" fmla="*/ 1785461 h 1785461"/>
                <a:gd name="connsiteX3" fmla="*/ 0 w 2351150"/>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0" h="1785461">
                  <a:moveTo>
                    <a:pt x="0" y="0"/>
                  </a:moveTo>
                  <a:lnTo>
                    <a:pt x="2351151" y="0"/>
                  </a:lnTo>
                  <a:lnTo>
                    <a:pt x="2351151" y="1785461"/>
                  </a:lnTo>
                  <a:lnTo>
                    <a:pt x="0" y="1785461"/>
                  </a:lnTo>
                  <a:close/>
                </a:path>
              </a:pathLst>
            </a:custGeom>
            <a:solidFill>
              <a:srgbClr val="FFD500"/>
            </a:solid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3BD68022-3636-637C-55C3-3EC478F01A97}"/>
                </a:ext>
              </a:extLst>
            </p:cNvPr>
            <p:cNvSpPr/>
            <p:nvPr/>
          </p:nvSpPr>
          <p:spPr>
            <a:xfrm>
              <a:off x="7525760"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71D331"/>
            </a:solid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47B80CF0-E14E-4CBD-20F1-1741A0240BD0}"/>
                </a:ext>
              </a:extLst>
            </p:cNvPr>
            <p:cNvSpPr/>
            <p:nvPr/>
          </p:nvSpPr>
          <p:spPr>
            <a:xfrm>
              <a:off x="7685467" y="1864519"/>
              <a:ext cx="159972" cy="74105"/>
            </a:xfrm>
            <a:custGeom>
              <a:avLst/>
              <a:gdLst>
                <a:gd name="connsiteX0" fmla="*/ 0 w 159972"/>
                <a:gd name="connsiteY0" fmla="*/ 4 h 74105"/>
                <a:gd name="connsiteX1" fmla="*/ 62393 w 159972"/>
                <a:gd name="connsiteY1" fmla="*/ 4 h 74105"/>
                <a:gd name="connsiteX2" fmla="*/ 62393 w 159972"/>
                <a:gd name="connsiteY2" fmla="*/ 74105 h 74105"/>
                <a:gd name="connsiteX3" fmla="*/ 0 w 159972"/>
                <a:gd name="connsiteY3" fmla="*/ 74105 h 74105"/>
                <a:gd name="connsiteX4" fmla="*/ 62397 w 159972"/>
                <a:gd name="connsiteY4" fmla="*/ 0 h 74105"/>
                <a:gd name="connsiteX5" fmla="*/ 122924 w 159972"/>
                <a:gd name="connsiteY5" fmla="*/ 0 h 74105"/>
                <a:gd name="connsiteX6" fmla="*/ 152880 w 159972"/>
                <a:gd name="connsiteY6" fmla="*/ 15247 h 74105"/>
                <a:gd name="connsiteX7" fmla="*/ 159972 w 159972"/>
                <a:gd name="connsiteY7" fmla="*/ 37053 h 74105"/>
                <a:gd name="connsiteX8" fmla="*/ 145160 w 159972"/>
                <a:gd name="connsiteY8" fmla="*/ 66689 h 74105"/>
                <a:gd name="connsiteX9" fmla="*/ 122920 w 159972"/>
                <a:gd name="connsiteY9" fmla="*/ 74105 h 74105"/>
                <a:gd name="connsiteX10" fmla="*/ 62393 w 159972"/>
                <a:gd name="connsiteY10" fmla="*/ 74105 h 74105"/>
                <a:gd name="connsiteX11" fmla="*/ 62397 w 159972"/>
                <a:gd name="connsiteY11" fmla="*/ 74101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972" h="74105">
                  <a:moveTo>
                    <a:pt x="0" y="4"/>
                  </a:moveTo>
                  <a:lnTo>
                    <a:pt x="62393" y="4"/>
                  </a:lnTo>
                  <a:lnTo>
                    <a:pt x="62393" y="74105"/>
                  </a:lnTo>
                  <a:lnTo>
                    <a:pt x="0" y="74105"/>
                  </a:lnTo>
                  <a:close/>
                  <a:moveTo>
                    <a:pt x="62397" y="0"/>
                  </a:moveTo>
                  <a:lnTo>
                    <a:pt x="122924" y="0"/>
                  </a:lnTo>
                  <a:cubicBezTo>
                    <a:pt x="135234" y="0"/>
                    <a:pt x="146144" y="6005"/>
                    <a:pt x="152880" y="15247"/>
                  </a:cubicBezTo>
                  <a:cubicBezTo>
                    <a:pt x="157340" y="21367"/>
                    <a:pt x="159972" y="28901"/>
                    <a:pt x="159972" y="37053"/>
                  </a:cubicBezTo>
                  <a:cubicBezTo>
                    <a:pt x="159972" y="49169"/>
                    <a:pt x="154153" y="59929"/>
                    <a:pt x="145160" y="66689"/>
                  </a:cubicBezTo>
                  <a:cubicBezTo>
                    <a:pt x="138965" y="71346"/>
                    <a:pt x="131265" y="74105"/>
                    <a:pt x="122920" y="74105"/>
                  </a:cubicBezTo>
                  <a:lnTo>
                    <a:pt x="62393" y="74105"/>
                  </a:lnTo>
                  <a:lnTo>
                    <a:pt x="62397" y="74101"/>
                  </a:lnTo>
                  <a:close/>
                </a:path>
              </a:pathLst>
            </a:custGeom>
            <a:solidFill>
              <a:srgbClr val="1EAF1E"/>
            </a:solidFill>
            <a:ln w="0" cap="flat">
              <a:noFill/>
              <a:prstDash val="solid"/>
              <a:miter/>
            </a:ln>
          </p:spPr>
          <p:txBody>
            <a:bodyPr rtlCol="0" anchor="ctr"/>
            <a:lstStyle/>
            <a:p>
              <a:endParaRPr lang="fr-FR">
                <a:solidFill>
                  <a:srgbClr val="ED0012"/>
                </a:solidFill>
              </a:endParaRPr>
            </a:p>
          </p:txBody>
        </p:sp>
      </p:grpSp>
      <p:grpSp>
        <p:nvGrpSpPr>
          <p:cNvPr id="32" name="Groupe 31">
            <a:extLst>
              <a:ext uri="{FF2B5EF4-FFF2-40B4-BE49-F238E27FC236}">
                <a16:creationId xmlns:a16="http://schemas.microsoft.com/office/drawing/2014/main" id="{D94CD285-C370-767D-6F54-88B37153E9B6}"/>
              </a:ext>
            </a:extLst>
          </p:cNvPr>
          <p:cNvGrpSpPr/>
          <p:nvPr/>
        </p:nvGrpSpPr>
        <p:grpSpPr>
          <a:xfrm rot="10800000">
            <a:off x="7923891" y="3258974"/>
            <a:ext cx="179044" cy="285799"/>
            <a:chOff x="5624512" y="2671762"/>
            <a:chExt cx="946689" cy="1511141"/>
          </a:xfrm>
        </p:grpSpPr>
        <p:sp>
          <p:nvSpPr>
            <p:cNvPr id="33" name="Forme libre : forme 32">
              <a:extLst>
                <a:ext uri="{FF2B5EF4-FFF2-40B4-BE49-F238E27FC236}">
                  <a16:creationId xmlns:a16="http://schemas.microsoft.com/office/drawing/2014/main" id="{52AEA81E-F8D1-628E-4289-CCEC1C8244AC}"/>
                </a:ext>
              </a:extLst>
            </p:cNvPr>
            <p:cNvSpPr/>
            <p:nvPr/>
          </p:nvSpPr>
          <p:spPr>
            <a:xfrm>
              <a:off x="5624512" y="2671762"/>
              <a:ext cx="946689" cy="1511141"/>
            </a:xfrm>
            <a:custGeom>
              <a:avLst/>
              <a:gdLst>
                <a:gd name="connsiteX0" fmla="*/ 946690 w 946689"/>
                <a:gd name="connsiteY0" fmla="*/ 1037844 h 1511141"/>
                <a:gd name="connsiteX1" fmla="*/ 473393 w 946689"/>
                <a:gd name="connsiteY1" fmla="*/ 1511141 h 1511141"/>
                <a:gd name="connsiteX2" fmla="*/ 0 w 946689"/>
                <a:gd name="connsiteY2" fmla="*/ 1037844 h 1511141"/>
                <a:gd name="connsiteX3" fmla="*/ 473297 w 946689"/>
                <a:gd name="connsiteY3" fmla="*/ 0 h 1511141"/>
                <a:gd name="connsiteX4" fmla="*/ 946595 w 946689"/>
                <a:gd name="connsiteY4" fmla="*/ 1037844 h 151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689" h="1511141">
                  <a:moveTo>
                    <a:pt x="946690" y="1037844"/>
                  </a:moveTo>
                  <a:cubicBezTo>
                    <a:pt x="946690" y="1299305"/>
                    <a:pt x="734759" y="1511141"/>
                    <a:pt x="473393" y="1511141"/>
                  </a:cubicBezTo>
                  <a:cubicBezTo>
                    <a:pt x="212027" y="1511141"/>
                    <a:pt x="0" y="1299305"/>
                    <a:pt x="0" y="1037844"/>
                  </a:cubicBezTo>
                  <a:cubicBezTo>
                    <a:pt x="0" y="776383"/>
                    <a:pt x="473297" y="0"/>
                    <a:pt x="473297" y="0"/>
                  </a:cubicBezTo>
                  <a:cubicBezTo>
                    <a:pt x="473297" y="0"/>
                    <a:pt x="946595" y="776383"/>
                    <a:pt x="946595" y="1037844"/>
                  </a:cubicBezTo>
                  <a:close/>
                </a:path>
              </a:pathLst>
            </a:custGeom>
            <a:solidFill>
              <a:schemeClr val="tx2"/>
            </a:solidFill>
            <a:ln w="0"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E1D12D6E-DE06-A9A0-A1AD-0FE4C840161C}"/>
                </a:ext>
              </a:extLst>
            </p:cNvPr>
            <p:cNvSpPr/>
            <p:nvPr/>
          </p:nvSpPr>
          <p:spPr>
            <a:xfrm rot="16753201">
              <a:off x="5843528" y="3455385"/>
              <a:ext cx="508634" cy="508634"/>
            </a:xfrm>
            <a:custGeom>
              <a:avLst/>
              <a:gdLst>
                <a:gd name="connsiteX0" fmla="*/ 508635 w 508634"/>
                <a:gd name="connsiteY0" fmla="*/ 254317 h 508634"/>
                <a:gd name="connsiteX1" fmla="*/ 254317 w 508634"/>
                <a:gd name="connsiteY1" fmla="*/ 508635 h 508634"/>
                <a:gd name="connsiteX2" fmla="*/ 0 w 508634"/>
                <a:gd name="connsiteY2" fmla="*/ 254317 h 508634"/>
                <a:gd name="connsiteX3" fmla="*/ 254317 w 508634"/>
                <a:gd name="connsiteY3" fmla="*/ 0 h 508634"/>
                <a:gd name="connsiteX4" fmla="*/ 508635 w 508634"/>
                <a:gd name="connsiteY4" fmla="*/ 254317 h 508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4" h="508634">
                  <a:moveTo>
                    <a:pt x="508635" y="254317"/>
                  </a:moveTo>
                  <a:cubicBezTo>
                    <a:pt x="508635" y="394773"/>
                    <a:pt x="394773" y="508635"/>
                    <a:pt x="254317" y="508635"/>
                  </a:cubicBezTo>
                  <a:cubicBezTo>
                    <a:pt x="113862" y="508635"/>
                    <a:pt x="0" y="394773"/>
                    <a:pt x="0" y="254317"/>
                  </a:cubicBezTo>
                  <a:cubicBezTo>
                    <a:pt x="0" y="113862"/>
                    <a:pt x="113862" y="0"/>
                    <a:pt x="254317" y="0"/>
                  </a:cubicBezTo>
                  <a:cubicBezTo>
                    <a:pt x="394773" y="0"/>
                    <a:pt x="508635" y="113862"/>
                    <a:pt x="508635" y="254317"/>
                  </a:cubicBezTo>
                  <a:close/>
                </a:path>
              </a:pathLst>
            </a:custGeom>
            <a:solidFill>
              <a:srgbClr val="FFFFFF"/>
            </a:solidFill>
            <a:ln w="0" cap="flat">
              <a:noFill/>
              <a:prstDash val="solid"/>
              <a:miter/>
            </a:ln>
          </p:spPr>
          <p:txBody>
            <a:bodyPr rtlCol="0" anchor="ctr"/>
            <a:lstStyle/>
            <a:p>
              <a:endParaRPr lang="fr-FR"/>
            </a:p>
          </p:txBody>
        </p:sp>
      </p:grpSp>
      <p:grpSp>
        <p:nvGrpSpPr>
          <p:cNvPr id="35" name="Groupe 34">
            <a:extLst>
              <a:ext uri="{FF2B5EF4-FFF2-40B4-BE49-F238E27FC236}">
                <a16:creationId xmlns:a16="http://schemas.microsoft.com/office/drawing/2014/main" id="{8B3FFC8B-3B01-C816-9FCA-AAE86FFCCFC6}"/>
              </a:ext>
            </a:extLst>
          </p:cNvPr>
          <p:cNvGrpSpPr/>
          <p:nvPr/>
        </p:nvGrpSpPr>
        <p:grpSpPr>
          <a:xfrm>
            <a:off x="7104399" y="4473165"/>
            <a:ext cx="1876636" cy="175035"/>
            <a:chOff x="7050880" y="1864519"/>
            <a:chExt cx="794559" cy="74109"/>
          </a:xfrm>
        </p:grpSpPr>
        <p:sp>
          <p:nvSpPr>
            <p:cNvPr id="36" name="Forme libre : forme 35">
              <a:extLst>
                <a:ext uri="{FF2B5EF4-FFF2-40B4-BE49-F238E27FC236}">
                  <a16:creationId xmlns:a16="http://schemas.microsoft.com/office/drawing/2014/main" id="{E4CCEB7D-AEDB-5AE0-61F5-38F6D18464AE}"/>
                </a:ext>
              </a:extLst>
            </p:cNvPr>
            <p:cNvSpPr/>
            <p:nvPr/>
          </p:nvSpPr>
          <p:spPr>
            <a:xfrm>
              <a:off x="7050880" y="1864523"/>
              <a:ext cx="159968" cy="74105"/>
            </a:xfrm>
            <a:custGeom>
              <a:avLst/>
              <a:gdLst>
                <a:gd name="connsiteX0" fmla="*/ 37052 w 159968"/>
                <a:gd name="connsiteY0" fmla="*/ 0 h 74105"/>
                <a:gd name="connsiteX1" fmla="*/ 97575 w 159968"/>
                <a:gd name="connsiteY1" fmla="*/ 0 h 74105"/>
                <a:gd name="connsiteX2" fmla="*/ 159968 w 159968"/>
                <a:gd name="connsiteY2" fmla="*/ 0 h 74105"/>
                <a:gd name="connsiteX3" fmla="*/ 159968 w 159968"/>
                <a:gd name="connsiteY3" fmla="*/ 74101 h 74105"/>
                <a:gd name="connsiteX4" fmla="*/ 97575 w 159968"/>
                <a:gd name="connsiteY4" fmla="*/ 74101 h 74105"/>
                <a:gd name="connsiteX5" fmla="*/ 97575 w 159968"/>
                <a:gd name="connsiteY5" fmla="*/ 74105 h 74105"/>
                <a:gd name="connsiteX6" fmla="*/ 37048 w 159968"/>
                <a:gd name="connsiteY6" fmla="*/ 74105 h 74105"/>
                <a:gd name="connsiteX7" fmla="*/ 13294 w 159968"/>
                <a:gd name="connsiteY7" fmla="*/ 65487 h 74105"/>
                <a:gd name="connsiteX8" fmla="*/ 0 w 159968"/>
                <a:gd name="connsiteY8" fmla="*/ 37053 h 74105"/>
                <a:gd name="connsiteX9" fmla="*/ 10566 w 159968"/>
                <a:gd name="connsiteY9" fmla="*/ 11144 h 74105"/>
                <a:gd name="connsiteX10" fmla="*/ 37052 w 159968"/>
                <a:gd name="connsiteY10" fmla="*/ 0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68" h="74105">
                  <a:moveTo>
                    <a:pt x="37052" y="0"/>
                  </a:moveTo>
                  <a:lnTo>
                    <a:pt x="97575" y="0"/>
                  </a:lnTo>
                  <a:lnTo>
                    <a:pt x="159968" y="0"/>
                  </a:lnTo>
                  <a:lnTo>
                    <a:pt x="159968" y="74101"/>
                  </a:lnTo>
                  <a:lnTo>
                    <a:pt x="97575" y="74101"/>
                  </a:lnTo>
                  <a:lnTo>
                    <a:pt x="97575" y="74105"/>
                  </a:lnTo>
                  <a:lnTo>
                    <a:pt x="37048" y="74105"/>
                  </a:lnTo>
                  <a:cubicBezTo>
                    <a:pt x="28012" y="74105"/>
                    <a:pt x="19726" y="70867"/>
                    <a:pt x="13294" y="65487"/>
                  </a:cubicBezTo>
                  <a:cubicBezTo>
                    <a:pt x="5170" y="58692"/>
                    <a:pt x="0" y="48477"/>
                    <a:pt x="0" y="37053"/>
                  </a:cubicBezTo>
                  <a:cubicBezTo>
                    <a:pt x="0" y="26968"/>
                    <a:pt x="4028" y="17825"/>
                    <a:pt x="10566" y="11144"/>
                  </a:cubicBezTo>
                  <a:cubicBezTo>
                    <a:pt x="17291" y="4265"/>
                    <a:pt x="26675" y="0"/>
                    <a:pt x="37052" y="0"/>
                  </a:cubicBezTo>
                  <a:close/>
                </a:path>
              </a:pathLst>
            </a:custGeom>
            <a:solidFill>
              <a:srgbClr val="ED0012"/>
            </a:solidFill>
            <a:ln w="0" cap="flat">
              <a:noFill/>
              <a:prstDash val="solid"/>
              <a:miter/>
            </a:ln>
          </p:spPr>
          <p:txBody>
            <a:bodyPr rtlCol="0" anchor="ctr"/>
            <a:lstStyle/>
            <a:p>
              <a:endParaRPr lang="fr-FR">
                <a:solidFill>
                  <a:srgbClr val="ED0012"/>
                </a:solidFill>
              </a:endParaRPr>
            </a:p>
          </p:txBody>
        </p:sp>
        <p:sp>
          <p:nvSpPr>
            <p:cNvPr id="37" name="Forme libre : forme 36">
              <a:extLst>
                <a:ext uri="{FF2B5EF4-FFF2-40B4-BE49-F238E27FC236}">
                  <a16:creationId xmlns:a16="http://schemas.microsoft.com/office/drawing/2014/main" id="{0D4B86FC-67D7-F9B3-FD41-3721A3C7F480}"/>
                </a:ext>
              </a:extLst>
            </p:cNvPr>
            <p:cNvSpPr/>
            <p:nvPr/>
          </p:nvSpPr>
          <p:spPr>
            <a:xfrm>
              <a:off x="7210848"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FF9000"/>
            </a:solid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F2A07603-175D-BF20-353D-383F3F08BABA}"/>
                </a:ext>
              </a:extLst>
            </p:cNvPr>
            <p:cNvSpPr/>
            <p:nvPr/>
          </p:nvSpPr>
          <p:spPr>
            <a:xfrm>
              <a:off x="7366053" y="1864523"/>
              <a:ext cx="159707" cy="74101"/>
            </a:xfrm>
            <a:custGeom>
              <a:avLst/>
              <a:gdLst>
                <a:gd name="connsiteX0" fmla="*/ 0 w 2351150"/>
                <a:gd name="connsiteY0" fmla="*/ 0 h 1785461"/>
                <a:gd name="connsiteX1" fmla="*/ 2351151 w 2351150"/>
                <a:gd name="connsiteY1" fmla="*/ 0 h 1785461"/>
                <a:gd name="connsiteX2" fmla="*/ 2351151 w 2351150"/>
                <a:gd name="connsiteY2" fmla="*/ 1785461 h 1785461"/>
                <a:gd name="connsiteX3" fmla="*/ 0 w 2351150"/>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0" h="1785461">
                  <a:moveTo>
                    <a:pt x="0" y="0"/>
                  </a:moveTo>
                  <a:lnTo>
                    <a:pt x="2351151" y="0"/>
                  </a:lnTo>
                  <a:lnTo>
                    <a:pt x="2351151" y="1785461"/>
                  </a:lnTo>
                  <a:lnTo>
                    <a:pt x="0" y="1785461"/>
                  </a:lnTo>
                  <a:close/>
                </a:path>
              </a:pathLst>
            </a:custGeom>
            <a:solidFill>
              <a:srgbClr val="FFD500"/>
            </a:solid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32936CFC-E71F-BF15-BF7A-B9FAA45600D6}"/>
                </a:ext>
              </a:extLst>
            </p:cNvPr>
            <p:cNvSpPr/>
            <p:nvPr/>
          </p:nvSpPr>
          <p:spPr>
            <a:xfrm>
              <a:off x="7525760"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71D331"/>
            </a:solid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C662FDF7-2BB9-9BDE-DB90-B016334D353C}"/>
                </a:ext>
              </a:extLst>
            </p:cNvPr>
            <p:cNvSpPr/>
            <p:nvPr/>
          </p:nvSpPr>
          <p:spPr>
            <a:xfrm>
              <a:off x="7685467" y="1864519"/>
              <a:ext cx="159972" cy="74105"/>
            </a:xfrm>
            <a:custGeom>
              <a:avLst/>
              <a:gdLst>
                <a:gd name="connsiteX0" fmla="*/ 0 w 159972"/>
                <a:gd name="connsiteY0" fmla="*/ 4 h 74105"/>
                <a:gd name="connsiteX1" fmla="*/ 62393 w 159972"/>
                <a:gd name="connsiteY1" fmla="*/ 4 h 74105"/>
                <a:gd name="connsiteX2" fmla="*/ 62393 w 159972"/>
                <a:gd name="connsiteY2" fmla="*/ 74105 h 74105"/>
                <a:gd name="connsiteX3" fmla="*/ 0 w 159972"/>
                <a:gd name="connsiteY3" fmla="*/ 74105 h 74105"/>
                <a:gd name="connsiteX4" fmla="*/ 62397 w 159972"/>
                <a:gd name="connsiteY4" fmla="*/ 0 h 74105"/>
                <a:gd name="connsiteX5" fmla="*/ 122924 w 159972"/>
                <a:gd name="connsiteY5" fmla="*/ 0 h 74105"/>
                <a:gd name="connsiteX6" fmla="*/ 152880 w 159972"/>
                <a:gd name="connsiteY6" fmla="*/ 15247 h 74105"/>
                <a:gd name="connsiteX7" fmla="*/ 159972 w 159972"/>
                <a:gd name="connsiteY7" fmla="*/ 37053 h 74105"/>
                <a:gd name="connsiteX8" fmla="*/ 145160 w 159972"/>
                <a:gd name="connsiteY8" fmla="*/ 66689 h 74105"/>
                <a:gd name="connsiteX9" fmla="*/ 122920 w 159972"/>
                <a:gd name="connsiteY9" fmla="*/ 74105 h 74105"/>
                <a:gd name="connsiteX10" fmla="*/ 62393 w 159972"/>
                <a:gd name="connsiteY10" fmla="*/ 74105 h 74105"/>
                <a:gd name="connsiteX11" fmla="*/ 62397 w 159972"/>
                <a:gd name="connsiteY11" fmla="*/ 74101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972" h="74105">
                  <a:moveTo>
                    <a:pt x="0" y="4"/>
                  </a:moveTo>
                  <a:lnTo>
                    <a:pt x="62393" y="4"/>
                  </a:lnTo>
                  <a:lnTo>
                    <a:pt x="62393" y="74105"/>
                  </a:lnTo>
                  <a:lnTo>
                    <a:pt x="0" y="74105"/>
                  </a:lnTo>
                  <a:close/>
                  <a:moveTo>
                    <a:pt x="62397" y="0"/>
                  </a:moveTo>
                  <a:lnTo>
                    <a:pt x="122924" y="0"/>
                  </a:lnTo>
                  <a:cubicBezTo>
                    <a:pt x="135234" y="0"/>
                    <a:pt x="146144" y="6005"/>
                    <a:pt x="152880" y="15247"/>
                  </a:cubicBezTo>
                  <a:cubicBezTo>
                    <a:pt x="157340" y="21367"/>
                    <a:pt x="159972" y="28901"/>
                    <a:pt x="159972" y="37053"/>
                  </a:cubicBezTo>
                  <a:cubicBezTo>
                    <a:pt x="159972" y="49169"/>
                    <a:pt x="154153" y="59929"/>
                    <a:pt x="145160" y="66689"/>
                  </a:cubicBezTo>
                  <a:cubicBezTo>
                    <a:pt x="138965" y="71346"/>
                    <a:pt x="131265" y="74105"/>
                    <a:pt x="122920" y="74105"/>
                  </a:cubicBezTo>
                  <a:lnTo>
                    <a:pt x="62393" y="74105"/>
                  </a:lnTo>
                  <a:lnTo>
                    <a:pt x="62397" y="74101"/>
                  </a:lnTo>
                  <a:close/>
                </a:path>
              </a:pathLst>
            </a:custGeom>
            <a:solidFill>
              <a:srgbClr val="1EAF1E"/>
            </a:solidFill>
            <a:ln w="0" cap="flat">
              <a:noFill/>
              <a:prstDash val="solid"/>
              <a:miter/>
            </a:ln>
          </p:spPr>
          <p:txBody>
            <a:bodyPr rtlCol="0" anchor="ctr"/>
            <a:lstStyle/>
            <a:p>
              <a:endParaRPr lang="fr-FR">
                <a:solidFill>
                  <a:srgbClr val="ED0012"/>
                </a:solidFill>
              </a:endParaRPr>
            </a:p>
          </p:txBody>
        </p:sp>
      </p:grpSp>
      <p:grpSp>
        <p:nvGrpSpPr>
          <p:cNvPr id="41" name="Groupe 40">
            <a:extLst>
              <a:ext uri="{FF2B5EF4-FFF2-40B4-BE49-F238E27FC236}">
                <a16:creationId xmlns:a16="http://schemas.microsoft.com/office/drawing/2014/main" id="{ECF912D7-11CC-DADE-8729-2490129C5B05}"/>
              </a:ext>
            </a:extLst>
          </p:cNvPr>
          <p:cNvGrpSpPr/>
          <p:nvPr/>
        </p:nvGrpSpPr>
        <p:grpSpPr>
          <a:xfrm rot="10800000">
            <a:off x="8661009" y="4259099"/>
            <a:ext cx="179044" cy="285799"/>
            <a:chOff x="5624512" y="2671762"/>
            <a:chExt cx="946689" cy="1511141"/>
          </a:xfrm>
        </p:grpSpPr>
        <p:sp>
          <p:nvSpPr>
            <p:cNvPr id="42" name="Forme libre : forme 41">
              <a:extLst>
                <a:ext uri="{FF2B5EF4-FFF2-40B4-BE49-F238E27FC236}">
                  <a16:creationId xmlns:a16="http://schemas.microsoft.com/office/drawing/2014/main" id="{10698CC0-7BC5-72F2-B29A-4BAD733FD427}"/>
                </a:ext>
              </a:extLst>
            </p:cNvPr>
            <p:cNvSpPr/>
            <p:nvPr/>
          </p:nvSpPr>
          <p:spPr>
            <a:xfrm>
              <a:off x="5624512" y="2671762"/>
              <a:ext cx="946689" cy="1511141"/>
            </a:xfrm>
            <a:custGeom>
              <a:avLst/>
              <a:gdLst>
                <a:gd name="connsiteX0" fmla="*/ 946690 w 946689"/>
                <a:gd name="connsiteY0" fmla="*/ 1037844 h 1511141"/>
                <a:gd name="connsiteX1" fmla="*/ 473393 w 946689"/>
                <a:gd name="connsiteY1" fmla="*/ 1511141 h 1511141"/>
                <a:gd name="connsiteX2" fmla="*/ 0 w 946689"/>
                <a:gd name="connsiteY2" fmla="*/ 1037844 h 1511141"/>
                <a:gd name="connsiteX3" fmla="*/ 473297 w 946689"/>
                <a:gd name="connsiteY3" fmla="*/ 0 h 1511141"/>
                <a:gd name="connsiteX4" fmla="*/ 946595 w 946689"/>
                <a:gd name="connsiteY4" fmla="*/ 1037844 h 151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689" h="1511141">
                  <a:moveTo>
                    <a:pt x="946690" y="1037844"/>
                  </a:moveTo>
                  <a:cubicBezTo>
                    <a:pt x="946690" y="1299305"/>
                    <a:pt x="734759" y="1511141"/>
                    <a:pt x="473393" y="1511141"/>
                  </a:cubicBezTo>
                  <a:cubicBezTo>
                    <a:pt x="212027" y="1511141"/>
                    <a:pt x="0" y="1299305"/>
                    <a:pt x="0" y="1037844"/>
                  </a:cubicBezTo>
                  <a:cubicBezTo>
                    <a:pt x="0" y="776383"/>
                    <a:pt x="473297" y="0"/>
                    <a:pt x="473297" y="0"/>
                  </a:cubicBezTo>
                  <a:cubicBezTo>
                    <a:pt x="473297" y="0"/>
                    <a:pt x="946595" y="776383"/>
                    <a:pt x="946595" y="1037844"/>
                  </a:cubicBezTo>
                  <a:close/>
                </a:path>
              </a:pathLst>
            </a:custGeom>
            <a:solidFill>
              <a:schemeClr val="tx2"/>
            </a:solid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63F0E96C-53BC-4F8B-EA7A-FF45993EAA56}"/>
                </a:ext>
              </a:extLst>
            </p:cNvPr>
            <p:cNvSpPr/>
            <p:nvPr/>
          </p:nvSpPr>
          <p:spPr>
            <a:xfrm rot="16753201">
              <a:off x="5843528" y="3455385"/>
              <a:ext cx="508634" cy="508634"/>
            </a:xfrm>
            <a:custGeom>
              <a:avLst/>
              <a:gdLst>
                <a:gd name="connsiteX0" fmla="*/ 508635 w 508634"/>
                <a:gd name="connsiteY0" fmla="*/ 254317 h 508634"/>
                <a:gd name="connsiteX1" fmla="*/ 254317 w 508634"/>
                <a:gd name="connsiteY1" fmla="*/ 508635 h 508634"/>
                <a:gd name="connsiteX2" fmla="*/ 0 w 508634"/>
                <a:gd name="connsiteY2" fmla="*/ 254317 h 508634"/>
                <a:gd name="connsiteX3" fmla="*/ 254317 w 508634"/>
                <a:gd name="connsiteY3" fmla="*/ 0 h 508634"/>
                <a:gd name="connsiteX4" fmla="*/ 508635 w 508634"/>
                <a:gd name="connsiteY4" fmla="*/ 254317 h 508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4" h="508634">
                  <a:moveTo>
                    <a:pt x="508635" y="254317"/>
                  </a:moveTo>
                  <a:cubicBezTo>
                    <a:pt x="508635" y="394773"/>
                    <a:pt x="394773" y="508635"/>
                    <a:pt x="254317" y="508635"/>
                  </a:cubicBezTo>
                  <a:cubicBezTo>
                    <a:pt x="113862" y="508635"/>
                    <a:pt x="0" y="394773"/>
                    <a:pt x="0" y="254317"/>
                  </a:cubicBezTo>
                  <a:cubicBezTo>
                    <a:pt x="0" y="113862"/>
                    <a:pt x="113862" y="0"/>
                    <a:pt x="254317" y="0"/>
                  </a:cubicBezTo>
                  <a:cubicBezTo>
                    <a:pt x="394773" y="0"/>
                    <a:pt x="508635" y="113862"/>
                    <a:pt x="508635" y="254317"/>
                  </a:cubicBezTo>
                  <a:close/>
                </a:path>
              </a:pathLst>
            </a:custGeom>
            <a:solidFill>
              <a:srgbClr val="FFFFFF"/>
            </a:solidFill>
            <a:ln w="0" cap="flat">
              <a:noFill/>
              <a:prstDash val="solid"/>
              <a:miter/>
            </a:ln>
          </p:spPr>
          <p:txBody>
            <a:bodyPr rtlCol="0" anchor="ctr"/>
            <a:lstStyle/>
            <a:p>
              <a:endParaRPr lang="fr-FR"/>
            </a:p>
          </p:txBody>
        </p:sp>
      </p:grpSp>
      <p:grpSp>
        <p:nvGrpSpPr>
          <p:cNvPr id="44" name="Groupe 43">
            <a:extLst>
              <a:ext uri="{FF2B5EF4-FFF2-40B4-BE49-F238E27FC236}">
                <a16:creationId xmlns:a16="http://schemas.microsoft.com/office/drawing/2014/main" id="{71F96E23-2DC3-94F8-5301-56C948CB0C28}"/>
              </a:ext>
            </a:extLst>
          </p:cNvPr>
          <p:cNvGrpSpPr/>
          <p:nvPr/>
        </p:nvGrpSpPr>
        <p:grpSpPr>
          <a:xfrm>
            <a:off x="7104399" y="5473290"/>
            <a:ext cx="1876636" cy="175035"/>
            <a:chOff x="7050880" y="1864519"/>
            <a:chExt cx="794559" cy="74109"/>
          </a:xfrm>
        </p:grpSpPr>
        <p:sp>
          <p:nvSpPr>
            <p:cNvPr id="45" name="Forme libre : forme 44">
              <a:extLst>
                <a:ext uri="{FF2B5EF4-FFF2-40B4-BE49-F238E27FC236}">
                  <a16:creationId xmlns:a16="http://schemas.microsoft.com/office/drawing/2014/main" id="{AD69400A-E816-AEA3-DF69-8085407C78C6}"/>
                </a:ext>
              </a:extLst>
            </p:cNvPr>
            <p:cNvSpPr/>
            <p:nvPr/>
          </p:nvSpPr>
          <p:spPr>
            <a:xfrm>
              <a:off x="7050880" y="1864523"/>
              <a:ext cx="159968" cy="74105"/>
            </a:xfrm>
            <a:custGeom>
              <a:avLst/>
              <a:gdLst>
                <a:gd name="connsiteX0" fmla="*/ 37052 w 159968"/>
                <a:gd name="connsiteY0" fmla="*/ 0 h 74105"/>
                <a:gd name="connsiteX1" fmla="*/ 97575 w 159968"/>
                <a:gd name="connsiteY1" fmla="*/ 0 h 74105"/>
                <a:gd name="connsiteX2" fmla="*/ 159968 w 159968"/>
                <a:gd name="connsiteY2" fmla="*/ 0 h 74105"/>
                <a:gd name="connsiteX3" fmla="*/ 159968 w 159968"/>
                <a:gd name="connsiteY3" fmla="*/ 74101 h 74105"/>
                <a:gd name="connsiteX4" fmla="*/ 97575 w 159968"/>
                <a:gd name="connsiteY4" fmla="*/ 74101 h 74105"/>
                <a:gd name="connsiteX5" fmla="*/ 97575 w 159968"/>
                <a:gd name="connsiteY5" fmla="*/ 74105 h 74105"/>
                <a:gd name="connsiteX6" fmla="*/ 37048 w 159968"/>
                <a:gd name="connsiteY6" fmla="*/ 74105 h 74105"/>
                <a:gd name="connsiteX7" fmla="*/ 13294 w 159968"/>
                <a:gd name="connsiteY7" fmla="*/ 65487 h 74105"/>
                <a:gd name="connsiteX8" fmla="*/ 0 w 159968"/>
                <a:gd name="connsiteY8" fmla="*/ 37053 h 74105"/>
                <a:gd name="connsiteX9" fmla="*/ 10566 w 159968"/>
                <a:gd name="connsiteY9" fmla="*/ 11144 h 74105"/>
                <a:gd name="connsiteX10" fmla="*/ 37052 w 159968"/>
                <a:gd name="connsiteY10" fmla="*/ 0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68" h="74105">
                  <a:moveTo>
                    <a:pt x="37052" y="0"/>
                  </a:moveTo>
                  <a:lnTo>
                    <a:pt x="97575" y="0"/>
                  </a:lnTo>
                  <a:lnTo>
                    <a:pt x="159968" y="0"/>
                  </a:lnTo>
                  <a:lnTo>
                    <a:pt x="159968" y="74101"/>
                  </a:lnTo>
                  <a:lnTo>
                    <a:pt x="97575" y="74101"/>
                  </a:lnTo>
                  <a:lnTo>
                    <a:pt x="97575" y="74105"/>
                  </a:lnTo>
                  <a:lnTo>
                    <a:pt x="37048" y="74105"/>
                  </a:lnTo>
                  <a:cubicBezTo>
                    <a:pt x="28012" y="74105"/>
                    <a:pt x="19726" y="70867"/>
                    <a:pt x="13294" y="65487"/>
                  </a:cubicBezTo>
                  <a:cubicBezTo>
                    <a:pt x="5170" y="58692"/>
                    <a:pt x="0" y="48477"/>
                    <a:pt x="0" y="37053"/>
                  </a:cubicBezTo>
                  <a:cubicBezTo>
                    <a:pt x="0" y="26968"/>
                    <a:pt x="4028" y="17825"/>
                    <a:pt x="10566" y="11144"/>
                  </a:cubicBezTo>
                  <a:cubicBezTo>
                    <a:pt x="17291" y="4265"/>
                    <a:pt x="26675" y="0"/>
                    <a:pt x="37052" y="0"/>
                  </a:cubicBezTo>
                  <a:close/>
                </a:path>
              </a:pathLst>
            </a:custGeom>
            <a:solidFill>
              <a:srgbClr val="ED0012"/>
            </a:solidFill>
            <a:ln w="0" cap="flat">
              <a:noFill/>
              <a:prstDash val="solid"/>
              <a:miter/>
            </a:ln>
          </p:spPr>
          <p:txBody>
            <a:bodyPr rtlCol="0" anchor="ctr"/>
            <a:lstStyle/>
            <a:p>
              <a:endParaRPr lang="fr-FR">
                <a:solidFill>
                  <a:srgbClr val="ED0012"/>
                </a:solidFill>
              </a:endParaRPr>
            </a:p>
          </p:txBody>
        </p:sp>
        <p:sp>
          <p:nvSpPr>
            <p:cNvPr id="46" name="Forme libre : forme 45">
              <a:extLst>
                <a:ext uri="{FF2B5EF4-FFF2-40B4-BE49-F238E27FC236}">
                  <a16:creationId xmlns:a16="http://schemas.microsoft.com/office/drawing/2014/main" id="{F14EF2DB-1971-DC1C-1525-8572DA72479E}"/>
                </a:ext>
              </a:extLst>
            </p:cNvPr>
            <p:cNvSpPr/>
            <p:nvPr/>
          </p:nvSpPr>
          <p:spPr>
            <a:xfrm>
              <a:off x="7210848"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FF9000"/>
            </a:solid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54251975-1376-62D9-EC47-F8E4C76E92CB}"/>
                </a:ext>
              </a:extLst>
            </p:cNvPr>
            <p:cNvSpPr/>
            <p:nvPr/>
          </p:nvSpPr>
          <p:spPr>
            <a:xfrm>
              <a:off x="7366053" y="1864523"/>
              <a:ext cx="159707" cy="74101"/>
            </a:xfrm>
            <a:custGeom>
              <a:avLst/>
              <a:gdLst>
                <a:gd name="connsiteX0" fmla="*/ 0 w 2351150"/>
                <a:gd name="connsiteY0" fmla="*/ 0 h 1785461"/>
                <a:gd name="connsiteX1" fmla="*/ 2351151 w 2351150"/>
                <a:gd name="connsiteY1" fmla="*/ 0 h 1785461"/>
                <a:gd name="connsiteX2" fmla="*/ 2351151 w 2351150"/>
                <a:gd name="connsiteY2" fmla="*/ 1785461 h 1785461"/>
                <a:gd name="connsiteX3" fmla="*/ 0 w 2351150"/>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0" h="1785461">
                  <a:moveTo>
                    <a:pt x="0" y="0"/>
                  </a:moveTo>
                  <a:lnTo>
                    <a:pt x="2351151" y="0"/>
                  </a:lnTo>
                  <a:lnTo>
                    <a:pt x="2351151" y="1785461"/>
                  </a:lnTo>
                  <a:lnTo>
                    <a:pt x="0" y="1785461"/>
                  </a:lnTo>
                  <a:close/>
                </a:path>
              </a:pathLst>
            </a:custGeom>
            <a:solidFill>
              <a:srgbClr val="FFD500"/>
            </a:solid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F8A98AFF-CCE8-C58D-DC6F-8E0035065440}"/>
                </a:ext>
              </a:extLst>
            </p:cNvPr>
            <p:cNvSpPr/>
            <p:nvPr/>
          </p:nvSpPr>
          <p:spPr>
            <a:xfrm>
              <a:off x="7525760" y="1864523"/>
              <a:ext cx="159707" cy="74101"/>
            </a:xfrm>
            <a:custGeom>
              <a:avLst/>
              <a:gdLst>
                <a:gd name="connsiteX0" fmla="*/ 0 w 2351151"/>
                <a:gd name="connsiteY0" fmla="*/ 0 h 1785461"/>
                <a:gd name="connsiteX1" fmla="*/ 2351151 w 2351151"/>
                <a:gd name="connsiteY1" fmla="*/ 0 h 1785461"/>
                <a:gd name="connsiteX2" fmla="*/ 2351151 w 2351151"/>
                <a:gd name="connsiteY2" fmla="*/ 1785461 h 1785461"/>
                <a:gd name="connsiteX3" fmla="*/ 0 w 2351151"/>
                <a:gd name="connsiteY3" fmla="*/ 1785461 h 1785461"/>
              </a:gdLst>
              <a:ahLst/>
              <a:cxnLst>
                <a:cxn ang="0">
                  <a:pos x="connsiteX0" y="connsiteY0"/>
                </a:cxn>
                <a:cxn ang="0">
                  <a:pos x="connsiteX1" y="connsiteY1"/>
                </a:cxn>
                <a:cxn ang="0">
                  <a:pos x="connsiteX2" y="connsiteY2"/>
                </a:cxn>
                <a:cxn ang="0">
                  <a:pos x="connsiteX3" y="connsiteY3"/>
                </a:cxn>
              </a:cxnLst>
              <a:rect l="l" t="t" r="r" b="b"/>
              <a:pathLst>
                <a:path w="2351151" h="1785461">
                  <a:moveTo>
                    <a:pt x="0" y="0"/>
                  </a:moveTo>
                  <a:lnTo>
                    <a:pt x="2351151" y="0"/>
                  </a:lnTo>
                  <a:lnTo>
                    <a:pt x="2351151" y="1785461"/>
                  </a:lnTo>
                  <a:lnTo>
                    <a:pt x="0" y="1785461"/>
                  </a:lnTo>
                  <a:close/>
                </a:path>
              </a:pathLst>
            </a:custGeom>
            <a:solidFill>
              <a:srgbClr val="71D331"/>
            </a:solid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A46D04A8-AF56-7531-11AD-B4664AD1345E}"/>
                </a:ext>
              </a:extLst>
            </p:cNvPr>
            <p:cNvSpPr/>
            <p:nvPr/>
          </p:nvSpPr>
          <p:spPr>
            <a:xfrm>
              <a:off x="7685467" y="1864519"/>
              <a:ext cx="159972" cy="74105"/>
            </a:xfrm>
            <a:custGeom>
              <a:avLst/>
              <a:gdLst>
                <a:gd name="connsiteX0" fmla="*/ 0 w 159972"/>
                <a:gd name="connsiteY0" fmla="*/ 4 h 74105"/>
                <a:gd name="connsiteX1" fmla="*/ 62393 w 159972"/>
                <a:gd name="connsiteY1" fmla="*/ 4 h 74105"/>
                <a:gd name="connsiteX2" fmla="*/ 62393 w 159972"/>
                <a:gd name="connsiteY2" fmla="*/ 74105 h 74105"/>
                <a:gd name="connsiteX3" fmla="*/ 0 w 159972"/>
                <a:gd name="connsiteY3" fmla="*/ 74105 h 74105"/>
                <a:gd name="connsiteX4" fmla="*/ 62397 w 159972"/>
                <a:gd name="connsiteY4" fmla="*/ 0 h 74105"/>
                <a:gd name="connsiteX5" fmla="*/ 122924 w 159972"/>
                <a:gd name="connsiteY5" fmla="*/ 0 h 74105"/>
                <a:gd name="connsiteX6" fmla="*/ 152880 w 159972"/>
                <a:gd name="connsiteY6" fmla="*/ 15247 h 74105"/>
                <a:gd name="connsiteX7" fmla="*/ 159972 w 159972"/>
                <a:gd name="connsiteY7" fmla="*/ 37053 h 74105"/>
                <a:gd name="connsiteX8" fmla="*/ 145160 w 159972"/>
                <a:gd name="connsiteY8" fmla="*/ 66689 h 74105"/>
                <a:gd name="connsiteX9" fmla="*/ 122920 w 159972"/>
                <a:gd name="connsiteY9" fmla="*/ 74105 h 74105"/>
                <a:gd name="connsiteX10" fmla="*/ 62393 w 159972"/>
                <a:gd name="connsiteY10" fmla="*/ 74105 h 74105"/>
                <a:gd name="connsiteX11" fmla="*/ 62397 w 159972"/>
                <a:gd name="connsiteY11" fmla="*/ 74101 h 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972" h="74105">
                  <a:moveTo>
                    <a:pt x="0" y="4"/>
                  </a:moveTo>
                  <a:lnTo>
                    <a:pt x="62393" y="4"/>
                  </a:lnTo>
                  <a:lnTo>
                    <a:pt x="62393" y="74105"/>
                  </a:lnTo>
                  <a:lnTo>
                    <a:pt x="0" y="74105"/>
                  </a:lnTo>
                  <a:close/>
                  <a:moveTo>
                    <a:pt x="62397" y="0"/>
                  </a:moveTo>
                  <a:lnTo>
                    <a:pt x="122924" y="0"/>
                  </a:lnTo>
                  <a:cubicBezTo>
                    <a:pt x="135234" y="0"/>
                    <a:pt x="146144" y="6005"/>
                    <a:pt x="152880" y="15247"/>
                  </a:cubicBezTo>
                  <a:cubicBezTo>
                    <a:pt x="157340" y="21367"/>
                    <a:pt x="159972" y="28901"/>
                    <a:pt x="159972" y="37053"/>
                  </a:cubicBezTo>
                  <a:cubicBezTo>
                    <a:pt x="159972" y="49169"/>
                    <a:pt x="154153" y="59929"/>
                    <a:pt x="145160" y="66689"/>
                  </a:cubicBezTo>
                  <a:cubicBezTo>
                    <a:pt x="138965" y="71346"/>
                    <a:pt x="131265" y="74105"/>
                    <a:pt x="122920" y="74105"/>
                  </a:cubicBezTo>
                  <a:lnTo>
                    <a:pt x="62393" y="74105"/>
                  </a:lnTo>
                  <a:lnTo>
                    <a:pt x="62397" y="74101"/>
                  </a:lnTo>
                  <a:close/>
                </a:path>
              </a:pathLst>
            </a:custGeom>
            <a:solidFill>
              <a:srgbClr val="1EAF1E"/>
            </a:solidFill>
            <a:ln w="0" cap="flat">
              <a:noFill/>
              <a:prstDash val="solid"/>
              <a:miter/>
            </a:ln>
          </p:spPr>
          <p:txBody>
            <a:bodyPr rtlCol="0" anchor="ctr"/>
            <a:lstStyle/>
            <a:p>
              <a:endParaRPr lang="fr-FR">
                <a:solidFill>
                  <a:srgbClr val="ED0012"/>
                </a:solidFill>
              </a:endParaRPr>
            </a:p>
          </p:txBody>
        </p:sp>
      </p:grpSp>
      <p:grpSp>
        <p:nvGrpSpPr>
          <p:cNvPr id="50" name="Groupe 49">
            <a:extLst>
              <a:ext uri="{FF2B5EF4-FFF2-40B4-BE49-F238E27FC236}">
                <a16:creationId xmlns:a16="http://schemas.microsoft.com/office/drawing/2014/main" id="{E9D87675-0BF6-7587-8343-967BD423A705}"/>
              </a:ext>
            </a:extLst>
          </p:cNvPr>
          <p:cNvGrpSpPr/>
          <p:nvPr/>
        </p:nvGrpSpPr>
        <p:grpSpPr>
          <a:xfrm rot="10800000">
            <a:off x="7223865" y="5259224"/>
            <a:ext cx="179044" cy="285799"/>
            <a:chOff x="5624512" y="2671762"/>
            <a:chExt cx="946689" cy="1511141"/>
          </a:xfrm>
        </p:grpSpPr>
        <p:sp>
          <p:nvSpPr>
            <p:cNvPr id="51" name="Forme libre : forme 50">
              <a:extLst>
                <a:ext uri="{FF2B5EF4-FFF2-40B4-BE49-F238E27FC236}">
                  <a16:creationId xmlns:a16="http://schemas.microsoft.com/office/drawing/2014/main" id="{7AB1590E-997E-FEDE-6387-3317FEAF73CE}"/>
                </a:ext>
              </a:extLst>
            </p:cNvPr>
            <p:cNvSpPr/>
            <p:nvPr/>
          </p:nvSpPr>
          <p:spPr>
            <a:xfrm>
              <a:off x="5624512" y="2671762"/>
              <a:ext cx="946689" cy="1511141"/>
            </a:xfrm>
            <a:custGeom>
              <a:avLst/>
              <a:gdLst>
                <a:gd name="connsiteX0" fmla="*/ 946690 w 946689"/>
                <a:gd name="connsiteY0" fmla="*/ 1037844 h 1511141"/>
                <a:gd name="connsiteX1" fmla="*/ 473393 w 946689"/>
                <a:gd name="connsiteY1" fmla="*/ 1511141 h 1511141"/>
                <a:gd name="connsiteX2" fmla="*/ 0 w 946689"/>
                <a:gd name="connsiteY2" fmla="*/ 1037844 h 1511141"/>
                <a:gd name="connsiteX3" fmla="*/ 473297 w 946689"/>
                <a:gd name="connsiteY3" fmla="*/ 0 h 1511141"/>
                <a:gd name="connsiteX4" fmla="*/ 946595 w 946689"/>
                <a:gd name="connsiteY4" fmla="*/ 1037844 h 151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689" h="1511141">
                  <a:moveTo>
                    <a:pt x="946690" y="1037844"/>
                  </a:moveTo>
                  <a:cubicBezTo>
                    <a:pt x="946690" y="1299305"/>
                    <a:pt x="734759" y="1511141"/>
                    <a:pt x="473393" y="1511141"/>
                  </a:cubicBezTo>
                  <a:cubicBezTo>
                    <a:pt x="212027" y="1511141"/>
                    <a:pt x="0" y="1299305"/>
                    <a:pt x="0" y="1037844"/>
                  </a:cubicBezTo>
                  <a:cubicBezTo>
                    <a:pt x="0" y="776383"/>
                    <a:pt x="473297" y="0"/>
                    <a:pt x="473297" y="0"/>
                  </a:cubicBezTo>
                  <a:cubicBezTo>
                    <a:pt x="473297" y="0"/>
                    <a:pt x="946595" y="776383"/>
                    <a:pt x="946595" y="1037844"/>
                  </a:cubicBezTo>
                  <a:close/>
                </a:path>
              </a:pathLst>
            </a:custGeom>
            <a:solidFill>
              <a:schemeClr val="tx2"/>
            </a:solid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62F47894-A1E8-3603-64CD-7F4FF59821A2}"/>
                </a:ext>
              </a:extLst>
            </p:cNvPr>
            <p:cNvSpPr/>
            <p:nvPr/>
          </p:nvSpPr>
          <p:spPr>
            <a:xfrm rot="16753201">
              <a:off x="5843528" y="3455385"/>
              <a:ext cx="508634" cy="508634"/>
            </a:xfrm>
            <a:custGeom>
              <a:avLst/>
              <a:gdLst>
                <a:gd name="connsiteX0" fmla="*/ 508635 w 508634"/>
                <a:gd name="connsiteY0" fmla="*/ 254317 h 508634"/>
                <a:gd name="connsiteX1" fmla="*/ 254317 w 508634"/>
                <a:gd name="connsiteY1" fmla="*/ 508635 h 508634"/>
                <a:gd name="connsiteX2" fmla="*/ 0 w 508634"/>
                <a:gd name="connsiteY2" fmla="*/ 254317 h 508634"/>
                <a:gd name="connsiteX3" fmla="*/ 254317 w 508634"/>
                <a:gd name="connsiteY3" fmla="*/ 0 h 508634"/>
                <a:gd name="connsiteX4" fmla="*/ 508635 w 508634"/>
                <a:gd name="connsiteY4" fmla="*/ 254317 h 508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4" h="508634">
                  <a:moveTo>
                    <a:pt x="508635" y="254317"/>
                  </a:moveTo>
                  <a:cubicBezTo>
                    <a:pt x="508635" y="394773"/>
                    <a:pt x="394773" y="508635"/>
                    <a:pt x="254317" y="508635"/>
                  </a:cubicBezTo>
                  <a:cubicBezTo>
                    <a:pt x="113862" y="508635"/>
                    <a:pt x="0" y="394773"/>
                    <a:pt x="0" y="254317"/>
                  </a:cubicBezTo>
                  <a:cubicBezTo>
                    <a:pt x="0" y="113862"/>
                    <a:pt x="113862" y="0"/>
                    <a:pt x="254317" y="0"/>
                  </a:cubicBezTo>
                  <a:cubicBezTo>
                    <a:pt x="394773" y="0"/>
                    <a:pt x="508635" y="113862"/>
                    <a:pt x="508635" y="254317"/>
                  </a:cubicBezTo>
                  <a:close/>
                </a:path>
              </a:pathLst>
            </a:custGeom>
            <a:solidFill>
              <a:srgbClr val="FFFFFF"/>
            </a:solidFill>
            <a:ln w="0" cap="flat">
              <a:noFill/>
              <a:prstDash val="solid"/>
              <a:miter/>
            </a:ln>
          </p:spPr>
          <p:txBody>
            <a:bodyPr rtlCol="0" anchor="ctr"/>
            <a:lstStyle/>
            <a:p>
              <a:endParaRPr lang="fr-FR"/>
            </a:p>
          </p:txBody>
        </p:sp>
      </p:grpSp>
      <p:pic>
        <p:nvPicPr>
          <p:cNvPr id="53" name="Graphique 52">
            <a:extLst>
              <a:ext uri="{FF2B5EF4-FFF2-40B4-BE49-F238E27FC236}">
                <a16:creationId xmlns:a16="http://schemas.microsoft.com/office/drawing/2014/main" id="{43A319AB-2750-5CD4-8EE3-43A6551F92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79662" y="1697096"/>
            <a:ext cx="176865" cy="176865"/>
          </a:xfrm>
          <a:prstGeom prst="rect">
            <a:avLst/>
          </a:prstGeom>
        </p:spPr>
      </p:pic>
      <p:pic>
        <p:nvPicPr>
          <p:cNvPr id="54" name="Graphique 53">
            <a:extLst>
              <a:ext uri="{FF2B5EF4-FFF2-40B4-BE49-F238E27FC236}">
                <a16:creationId xmlns:a16="http://schemas.microsoft.com/office/drawing/2014/main" id="{9F56EC9B-9F22-5329-CB19-24EC32938D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18180" y="1714829"/>
            <a:ext cx="176865" cy="176865"/>
          </a:xfrm>
          <a:prstGeom prst="rect">
            <a:avLst/>
          </a:prstGeom>
        </p:spPr>
      </p:pic>
      <p:pic>
        <p:nvPicPr>
          <p:cNvPr id="55" name="Graphique 54">
            <a:extLst>
              <a:ext uri="{FF2B5EF4-FFF2-40B4-BE49-F238E27FC236}">
                <a16:creationId xmlns:a16="http://schemas.microsoft.com/office/drawing/2014/main" id="{F4AD57E6-0043-154E-99A8-E9F99ED28C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99596" y="1715268"/>
            <a:ext cx="176865" cy="176865"/>
          </a:xfrm>
          <a:prstGeom prst="rect">
            <a:avLst/>
          </a:prstGeom>
        </p:spPr>
      </p:pic>
      <p:pic>
        <p:nvPicPr>
          <p:cNvPr id="56" name="Graphique 55">
            <a:extLst>
              <a:ext uri="{FF2B5EF4-FFF2-40B4-BE49-F238E27FC236}">
                <a16:creationId xmlns:a16="http://schemas.microsoft.com/office/drawing/2014/main" id="{D31D2ECD-0E06-F960-1DCF-C89647EA8D2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42764" y="1704324"/>
            <a:ext cx="176865" cy="176865"/>
          </a:xfrm>
          <a:prstGeom prst="rect">
            <a:avLst/>
          </a:prstGeom>
        </p:spPr>
      </p:pic>
      <p:pic>
        <p:nvPicPr>
          <p:cNvPr id="57" name="Graphique 56">
            <a:extLst>
              <a:ext uri="{FF2B5EF4-FFF2-40B4-BE49-F238E27FC236}">
                <a16:creationId xmlns:a16="http://schemas.microsoft.com/office/drawing/2014/main" id="{7DB9EB7D-B643-2242-E3CD-60BAEF4E49A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77099" y="4242568"/>
            <a:ext cx="176865" cy="176865"/>
          </a:xfrm>
          <a:prstGeom prst="rect">
            <a:avLst/>
          </a:prstGeom>
        </p:spPr>
      </p:pic>
      <p:pic>
        <p:nvPicPr>
          <p:cNvPr id="58" name="Graphique 57">
            <a:extLst>
              <a:ext uri="{FF2B5EF4-FFF2-40B4-BE49-F238E27FC236}">
                <a16:creationId xmlns:a16="http://schemas.microsoft.com/office/drawing/2014/main" id="{350C7F34-F164-98D7-E5B2-F74BAFC9B18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78533" y="5272146"/>
            <a:ext cx="176865" cy="176865"/>
          </a:xfrm>
          <a:prstGeom prst="rect">
            <a:avLst/>
          </a:prstGeom>
        </p:spPr>
      </p:pic>
      <p:pic>
        <p:nvPicPr>
          <p:cNvPr id="59" name="Graphique 58">
            <a:extLst>
              <a:ext uri="{FF2B5EF4-FFF2-40B4-BE49-F238E27FC236}">
                <a16:creationId xmlns:a16="http://schemas.microsoft.com/office/drawing/2014/main" id="{DF38F16A-3873-7CB5-F1E5-B5D1E4D00F8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1414" y="2268157"/>
            <a:ext cx="176865" cy="176865"/>
          </a:xfrm>
          <a:prstGeom prst="rect">
            <a:avLst/>
          </a:prstGeom>
        </p:spPr>
      </p:pic>
      <p:pic>
        <p:nvPicPr>
          <p:cNvPr id="60" name="Graphique 59">
            <a:extLst>
              <a:ext uri="{FF2B5EF4-FFF2-40B4-BE49-F238E27FC236}">
                <a16:creationId xmlns:a16="http://schemas.microsoft.com/office/drawing/2014/main" id="{3C1AA5DB-66DF-A1E3-0C1B-9C909C79208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65846" y="3259635"/>
            <a:ext cx="176865" cy="176865"/>
          </a:xfrm>
          <a:prstGeom prst="rect">
            <a:avLst/>
          </a:prstGeom>
        </p:spPr>
      </p:pic>
    </p:spTree>
    <p:extLst>
      <p:ext uri="{BB962C8B-B14F-4D97-AF65-F5344CB8AC3E}">
        <p14:creationId xmlns:p14="http://schemas.microsoft.com/office/powerpoint/2010/main" val="426084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358D8-999C-3D70-CF36-63AE02582D47}"/>
            </a:ext>
          </a:extLst>
        </p:cNvPr>
        <p:cNvGrpSpPr/>
        <p:nvPr/>
      </p:nvGrpSpPr>
      <p:grpSpPr>
        <a:xfrm>
          <a:off x="0" y="0"/>
          <a:ext cx="0" cy="0"/>
          <a:chOff x="0" y="0"/>
          <a:chExt cx="0" cy="0"/>
        </a:xfrm>
      </p:grpSpPr>
      <p:sp>
        <p:nvSpPr>
          <p:cNvPr id="10" name="Titre 9">
            <a:extLst>
              <a:ext uri="{FF2B5EF4-FFF2-40B4-BE49-F238E27FC236}">
                <a16:creationId xmlns:a16="http://schemas.microsoft.com/office/drawing/2014/main" id="{833D07B5-3DA0-B37D-5CE1-14DCE36EA121}"/>
              </a:ext>
            </a:extLst>
          </p:cNvPr>
          <p:cNvSpPr>
            <a:spLocks noGrp="1"/>
          </p:cNvSpPr>
          <p:nvPr>
            <p:ph type="title"/>
          </p:nvPr>
        </p:nvSpPr>
        <p:spPr/>
        <p:txBody>
          <a:bodyPr/>
          <a:lstStyle/>
          <a:p>
            <a:r>
              <a:rPr kumimoji="0" lang="en-US" sz="3600" b="0" i="0" u="none" strike="noStrike" kern="1200" cap="none" spc="0" normalizeH="0" baseline="0" noProof="0">
                <a:ln>
                  <a:noFill/>
                </a:ln>
                <a:gradFill flip="none" rotWithShape="1">
                  <a:gsLst>
                    <a:gs pos="0">
                      <a:srgbClr val="212C55"/>
                    </a:gs>
                    <a:gs pos="100000">
                      <a:srgbClr val="E7461C"/>
                    </a:gs>
                  </a:gsLst>
                  <a:lin ang="18900000" scaled="1"/>
                  <a:tileRect/>
                </a:gradFill>
                <a:effectLst/>
                <a:uLnTx/>
                <a:uFillTx/>
                <a:latin typeface="Fivo Sans Heavy"/>
                <a:ea typeface="+mj-ea"/>
                <a:cs typeface="+mj-cs"/>
              </a:rPr>
              <a:t>Toolbox</a:t>
            </a:r>
            <a:endParaRPr lang="en-US">
              <a:solidFill>
                <a:schemeClr val="accent1"/>
              </a:solidFill>
            </a:endParaRPr>
          </a:p>
        </p:txBody>
      </p:sp>
      <p:sp>
        <p:nvSpPr>
          <p:cNvPr id="4" name="Espace réservé du numéro de diapositive 3">
            <a:extLst>
              <a:ext uri="{FF2B5EF4-FFF2-40B4-BE49-F238E27FC236}">
                <a16:creationId xmlns:a16="http://schemas.microsoft.com/office/drawing/2014/main" id="{5DD677CA-A152-521D-A278-A4CDD41B5729}"/>
              </a:ext>
            </a:extLst>
          </p:cNvPr>
          <p:cNvSpPr>
            <a:spLocks noGrp="1"/>
          </p:cNvSpPr>
          <p:nvPr>
            <p:ph type="sldNum" sz="quarter" idx="12"/>
          </p:nvPr>
        </p:nvSpPr>
        <p:spPr/>
        <p:txBody>
          <a:bodyPr/>
          <a:lstStyle/>
          <a:p>
            <a:fld id="{3A28F117-D1D1-4562-BBA1-C4174F9770ED}" type="slidenum">
              <a:rPr lang="fr-FR" smtClean="0"/>
              <a:pPr/>
              <a:t>18</a:t>
            </a:fld>
            <a:endParaRPr lang="fr-FR"/>
          </a:p>
        </p:txBody>
      </p:sp>
      <p:sp>
        <p:nvSpPr>
          <p:cNvPr id="11" name="Espace réservé du texte 10">
            <a:extLst>
              <a:ext uri="{FF2B5EF4-FFF2-40B4-BE49-F238E27FC236}">
                <a16:creationId xmlns:a16="http://schemas.microsoft.com/office/drawing/2014/main" id="{BE8619D3-884F-85FC-5F97-1767A9F27805}"/>
              </a:ext>
            </a:extLst>
          </p:cNvPr>
          <p:cNvSpPr>
            <a:spLocks noGrp="1"/>
          </p:cNvSpPr>
          <p:nvPr>
            <p:ph type="body" sz="quarter" idx="13"/>
          </p:nvPr>
        </p:nvSpPr>
        <p:spPr>
          <a:xfrm>
            <a:off x="658813" y="1016000"/>
            <a:ext cx="1368735" cy="249299"/>
          </a:xfrm>
        </p:spPr>
        <p:txBody>
          <a:bodyPr/>
          <a:lstStyle/>
          <a:p>
            <a:r>
              <a:rPr lang="en-US"/>
              <a:t>Tableaux</a:t>
            </a:r>
          </a:p>
        </p:txBody>
      </p:sp>
      <p:sp>
        <p:nvSpPr>
          <p:cNvPr id="6" name="Espace réservé du pied de page 5">
            <a:extLst>
              <a:ext uri="{FF2B5EF4-FFF2-40B4-BE49-F238E27FC236}">
                <a16:creationId xmlns:a16="http://schemas.microsoft.com/office/drawing/2014/main" id="{5D0F50E9-9862-380C-040F-7F0523B33FD0}"/>
              </a:ext>
            </a:extLst>
          </p:cNvPr>
          <p:cNvSpPr>
            <a:spLocks noGrp="1"/>
          </p:cNvSpPr>
          <p:nvPr>
            <p:ph type="ftr" sz="quarter" idx="16"/>
          </p:nvPr>
        </p:nvSpPr>
        <p:spPr/>
        <p:txBody>
          <a:bodyPr/>
          <a:lstStyle/>
          <a:p>
            <a:r>
              <a:rPr lang="fr-FR"/>
              <a:t>Titre du document //  Niveau de confidentialité // Interne/Externe</a:t>
            </a:r>
          </a:p>
        </p:txBody>
      </p:sp>
      <p:graphicFrame>
        <p:nvGraphicFramePr>
          <p:cNvPr id="2" name="Tableau 1">
            <a:extLst>
              <a:ext uri="{FF2B5EF4-FFF2-40B4-BE49-F238E27FC236}">
                <a16:creationId xmlns:a16="http://schemas.microsoft.com/office/drawing/2014/main" id="{8C554AC0-A833-7E0F-F80F-7D1723C0D30D}"/>
              </a:ext>
            </a:extLst>
          </p:cNvPr>
          <p:cNvGraphicFramePr>
            <a:graphicFrameLocks noGrp="1"/>
          </p:cNvGraphicFramePr>
          <p:nvPr>
            <p:custDataLst>
              <p:tags r:id="rId1"/>
            </p:custDataLst>
            <p:extLst>
              <p:ext uri="{D42A27DB-BD31-4B8C-83A1-F6EECF244321}">
                <p14:modId xmlns:p14="http://schemas.microsoft.com/office/powerpoint/2010/main" val="3994569690"/>
              </p:ext>
            </p:extLst>
          </p:nvPr>
        </p:nvGraphicFramePr>
        <p:xfrm>
          <a:off x="668786" y="1475743"/>
          <a:ext cx="11256513" cy="4665040"/>
        </p:xfrm>
        <a:graphic>
          <a:graphicData uri="http://schemas.openxmlformats.org/drawingml/2006/table">
            <a:tbl>
              <a:tblPr/>
              <a:tblGrid>
                <a:gridCol w="2170538">
                  <a:extLst>
                    <a:ext uri="{9D8B030D-6E8A-4147-A177-3AD203B41FA5}">
                      <a16:colId xmlns:a16="http://schemas.microsoft.com/office/drawing/2014/main" val="783942832"/>
                    </a:ext>
                  </a:extLst>
                </a:gridCol>
                <a:gridCol w="2170538">
                  <a:extLst>
                    <a:ext uri="{9D8B030D-6E8A-4147-A177-3AD203B41FA5}">
                      <a16:colId xmlns:a16="http://schemas.microsoft.com/office/drawing/2014/main" val="127932426"/>
                    </a:ext>
                  </a:extLst>
                </a:gridCol>
                <a:gridCol w="959075">
                  <a:extLst>
                    <a:ext uri="{9D8B030D-6E8A-4147-A177-3AD203B41FA5}">
                      <a16:colId xmlns:a16="http://schemas.microsoft.com/office/drawing/2014/main" val="710586868"/>
                    </a:ext>
                  </a:extLst>
                </a:gridCol>
                <a:gridCol w="903201">
                  <a:extLst>
                    <a:ext uri="{9D8B030D-6E8A-4147-A177-3AD203B41FA5}">
                      <a16:colId xmlns:a16="http://schemas.microsoft.com/office/drawing/2014/main" val="527469370"/>
                    </a:ext>
                  </a:extLst>
                </a:gridCol>
                <a:gridCol w="1014949">
                  <a:extLst>
                    <a:ext uri="{9D8B030D-6E8A-4147-A177-3AD203B41FA5}">
                      <a16:colId xmlns:a16="http://schemas.microsoft.com/office/drawing/2014/main" val="2024216001"/>
                    </a:ext>
                  </a:extLst>
                </a:gridCol>
                <a:gridCol w="959075">
                  <a:extLst>
                    <a:ext uri="{9D8B030D-6E8A-4147-A177-3AD203B41FA5}">
                      <a16:colId xmlns:a16="http://schemas.microsoft.com/office/drawing/2014/main" val="1826330358"/>
                    </a:ext>
                  </a:extLst>
                </a:gridCol>
                <a:gridCol w="3079137">
                  <a:extLst>
                    <a:ext uri="{9D8B030D-6E8A-4147-A177-3AD203B41FA5}">
                      <a16:colId xmlns:a16="http://schemas.microsoft.com/office/drawing/2014/main" val="3923936564"/>
                    </a:ext>
                  </a:extLst>
                </a:gridCol>
              </a:tblGrid>
              <a:tr h="233252">
                <a:tc>
                  <a:txBody>
                    <a:bodyPr/>
                    <a:lstStyle/>
                    <a:p>
                      <a:pPr algn="l" fontAlgn="ctr"/>
                      <a:r>
                        <a:rPr lang="en-US" sz="800" b="0" i="0" u="none" strike="noStrike">
                          <a:solidFill>
                            <a:srgbClr val="FFFFFF"/>
                          </a:solidFill>
                          <a:effectLst/>
                          <a:latin typeface="+mj-lt"/>
                        </a:rPr>
                        <a:t>RESSOURCE </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ctr"/>
                      <a:r>
                        <a:rPr lang="en-US" sz="800" b="0" i="0" u="none" strike="noStrike">
                          <a:solidFill>
                            <a:srgbClr val="FFFFFF"/>
                          </a:solidFill>
                          <a:effectLst/>
                          <a:latin typeface="+mj-lt"/>
                        </a:rPr>
                        <a:t>NOM</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l" fontAlgn="ctr"/>
                      <a:r>
                        <a:rPr lang="en-US" sz="800" b="0" i="0" u="none" strike="noStrike">
                          <a:solidFill>
                            <a:srgbClr val="FFFFFF"/>
                          </a:solidFill>
                          <a:effectLst/>
                          <a:latin typeface="+mj-lt"/>
                        </a:rPr>
                        <a:t>STATUT</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ctr"/>
                      <a:r>
                        <a:rPr lang="en-US" sz="800" b="0" i="0" u="none" strike="noStrike">
                          <a:solidFill>
                            <a:srgbClr val="FFFFFF"/>
                          </a:solidFill>
                          <a:effectLst/>
                          <a:latin typeface="+mj-lt"/>
                        </a:rPr>
                        <a:t>DATE DE DÉBUT</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fontAlgn="ctr"/>
                      <a:r>
                        <a:rPr lang="en-US" sz="800" b="0" i="0" u="none" strike="noStrike">
                          <a:solidFill>
                            <a:srgbClr val="FFFFFF"/>
                          </a:solidFill>
                          <a:effectLst/>
                          <a:latin typeface="+mj-lt"/>
                        </a:rPr>
                        <a:t>DATE DE FIN</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r" fontAlgn="ctr"/>
                      <a:r>
                        <a:rPr lang="en-US" sz="800" b="0" i="0" u="none" strike="noStrike">
                          <a:solidFill>
                            <a:srgbClr val="FFFFFF"/>
                          </a:solidFill>
                          <a:effectLst/>
                          <a:latin typeface="+mj-lt"/>
                        </a:rPr>
                        <a:t>DURÉE</a:t>
                      </a:r>
                    </a:p>
                  </a:txBody>
                  <a:tcPr marL="0" marR="36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fontAlgn="ctr"/>
                      <a:r>
                        <a:rPr lang="en-US" sz="800" b="0" i="0" u="none" strike="noStrike">
                          <a:solidFill>
                            <a:srgbClr val="FFFFFF"/>
                          </a:solidFill>
                          <a:effectLst/>
                          <a:latin typeface="+mj-lt"/>
                        </a:rPr>
                        <a:t>COMMENTAIRES</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3059570"/>
                  </a:ext>
                </a:extLst>
              </a:tr>
              <a:tr h="233252">
                <a:tc>
                  <a:txBody>
                    <a:bodyPr/>
                    <a:lstStyle/>
                    <a:p>
                      <a:pPr algn="l" rtl="0" fontAlgn="ctr"/>
                      <a:r>
                        <a:rPr lang="en-US" sz="900" b="1" i="0" u="none" strike="noStrike">
                          <a:solidFill>
                            <a:srgbClr val="000000"/>
                          </a:solidFill>
                          <a:effectLst/>
                          <a:latin typeface="+mn-lt"/>
                          <a:cs typeface="Oscine" panose="020B0604020202020204" charset="0"/>
                        </a:rPr>
                        <a:t>Chef de projeyt</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Steve C.</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Complet</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2022-01-16</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2022-01-21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ctr"/>
                      <a:r>
                        <a:rPr lang="en-US" sz="800" b="0" i="0" u="none" strike="noStrike">
                          <a:solidFill>
                            <a:srgbClr val="000000"/>
                          </a:solidFill>
                          <a:effectLst/>
                          <a:latin typeface="+mn-lt"/>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4558764"/>
                  </a:ext>
                </a:extLst>
              </a:tr>
              <a:tr h="233252">
                <a:tc>
                  <a:txBody>
                    <a:bodyPr/>
                    <a:lstStyle/>
                    <a:p>
                      <a:pPr algn="l" fontAlgn="ctr"/>
                      <a:r>
                        <a:rPr lang="en-US" sz="900" b="1" i="0" u="none" strike="noStrike">
                          <a:solidFill>
                            <a:srgbClr val="000000"/>
                          </a:solidFill>
                          <a:effectLst/>
                          <a:latin typeface="+mn-lt"/>
                          <a:cs typeface="Oscine" panose="020B0604020202020204" charset="0"/>
                        </a:rPr>
                        <a:t>Concepteur</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Claudia K.</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Complet</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sz="800" b="0" i="0" u="none" strike="noStrike">
                          <a:solidFill>
                            <a:srgbClr val="000000"/>
                          </a:solidFill>
                          <a:effectLst/>
                          <a:latin typeface="+mn-lt"/>
                        </a:rPr>
                        <a:t>2022-01-18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rtl="0" fontAlgn="ctr"/>
                      <a:r>
                        <a:rPr lang="en-US" sz="800" b="0" i="0" u="none" strike="noStrike">
                          <a:solidFill>
                            <a:srgbClr val="000000"/>
                          </a:solidFill>
                          <a:effectLst/>
                          <a:latin typeface="+mn-lt"/>
                        </a:rPr>
                        <a:t>2022-01-21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24922472"/>
                  </a:ext>
                </a:extLst>
              </a:tr>
              <a:tr h="233252">
                <a:tc>
                  <a:txBody>
                    <a:bodyPr/>
                    <a:lstStyle/>
                    <a:p>
                      <a:pPr algn="l" rtl="0" fontAlgn="ctr"/>
                      <a:r>
                        <a:rPr lang="en-US" sz="900" b="1" i="0" u="none" strike="noStrike">
                          <a:solidFill>
                            <a:srgbClr val="000000"/>
                          </a:solidFill>
                          <a:effectLst/>
                          <a:latin typeface="+mn-lt"/>
                          <a:cs typeface="Oscine" panose="020B0604020202020204" charset="0"/>
                        </a:rPr>
                        <a:t>Assurance qualité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Paul B.</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En cours</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r>
                        <a:rPr lang="en-US" sz="800" b="0" i="0" u="none" strike="noStrike">
                          <a:solidFill>
                            <a:srgbClr val="000000"/>
                          </a:solidFill>
                          <a:effectLst/>
                          <a:latin typeface="+mn-lt"/>
                        </a:rPr>
                        <a:t>2022-01-22</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rtl="0" fontAlgn="ctr"/>
                      <a:r>
                        <a:rPr lang="en-US" sz="800" b="0" i="0" u="none" strike="noStrike">
                          <a:solidFill>
                            <a:srgbClr val="000000"/>
                          </a:solidFill>
                          <a:effectLst/>
                          <a:latin typeface="+mn-lt"/>
                        </a:rPr>
                        <a:t>2022-01-23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85831195"/>
                  </a:ext>
                </a:extLst>
              </a:tr>
              <a:tr h="233252">
                <a:tc>
                  <a:txBody>
                    <a:bodyPr/>
                    <a:lstStyle/>
                    <a:p>
                      <a:pPr algn="l" fontAlgn="ctr"/>
                      <a:r>
                        <a:rPr lang="en-US" sz="900" b="1" i="0" u="none" strike="noStrike">
                          <a:solidFill>
                            <a:srgbClr val="000000"/>
                          </a:solidFill>
                          <a:effectLst/>
                          <a:latin typeface="+mn-lt"/>
                          <a:cs typeface="Oscine" panose="020B0604020202020204" charset="0"/>
                        </a:rPr>
                        <a:t>Analyste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Kevin D.</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En attente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sz="800" b="0" i="0" u="none" strike="noStrike">
                          <a:solidFill>
                            <a:srgbClr val="000000"/>
                          </a:solidFill>
                          <a:effectLst/>
                          <a:latin typeface="+mn-lt"/>
                        </a:rPr>
                        <a:t>2022-01-22</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rtl="0" fontAlgn="ctr"/>
                      <a:r>
                        <a:rPr lang="en-US" sz="800" b="0" i="0" u="none" strike="noStrike">
                          <a:solidFill>
                            <a:srgbClr val="000000"/>
                          </a:solidFill>
                          <a:effectLst/>
                          <a:latin typeface="+mn-lt"/>
                        </a:rPr>
                        <a:t>2022-01-23</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90210799"/>
                  </a:ext>
                </a:extLst>
              </a:tr>
              <a:tr h="233252">
                <a:tc>
                  <a:txBody>
                    <a:bodyPr/>
                    <a:lstStyle/>
                    <a:p>
                      <a:pPr algn="l" rtl="0" fontAlgn="ctr"/>
                      <a:r>
                        <a:rPr lang="en-US" sz="900" b="1" i="0" u="none" strike="noStrike">
                          <a:solidFill>
                            <a:srgbClr val="000000"/>
                          </a:solidFill>
                          <a:effectLst/>
                          <a:latin typeface="+mn-lt"/>
                          <a:cs typeface="Oscine" panose="020B0604020202020204" charset="0"/>
                        </a:rPr>
                        <a:t>Responsable Marketing</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Kelly K.</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r>
                        <a:rPr lang="en-US" sz="800" b="0" i="0" u="none" strike="noStrike">
                          <a:solidFill>
                            <a:srgbClr val="000000"/>
                          </a:solidFill>
                          <a:effectLst/>
                          <a:latin typeface="+mn-lt"/>
                        </a:rPr>
                        <a:t>2022-01-22</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rtl="0" fontAlgn="ctr"/>
                      <a:r>
                        <a:rPr lang="en-US" sz="800" b="0" i="0" u="none" strike="noStrike">
                          <a:solidFill>
                            <a:srgbClr val="000000"/>
                          </a:solidFill>
                          <a:effectLst/>
                          <a:latin typeface="+mn-lt"/>
                        </a:rPr>
                        <a:t>2022-01-28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82798587"/>
                  </a:ext>
                </a:extLst>
              </a:tr>
              <a:tr h="233252">
                <a:tc>
                  <a:txBody>
                    <a:bodyPr/>
                    <a:lstStyle/>
                    <a:p>
                      <a:pPr algn="l" rtl="0" fontAlgn="ctr"/>
                      <a:r>
                        <a:rPr lang="en-US" sz="900" b="1" i="0" u="none" strike="noStrike">
                          <a:solidFill>
                            <a:srgbClr val="000000"/>
                          </a:solidFill>
                          <a:effectLst/>
                          <a:latin typeface="+mn-lt"/>
                          <a:cs typeface="Oscine" panose="020B0604020202020204" charset="0"/>
                        </a:rPr>
                        <a:t>Développeur de logiciels</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Ryan H.</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sz="800" b="0" i="0" u="none" strike="noStrike">
                          <a:solidFill>
                            <a:srgbClr val="000000"/>
                          </a:solidFill>
                          <a:effectLst/>
                          <a:latin typeface="+mn-lt"/>
                        </a:rPr>
                        <a:t>2022-01-27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rtl="0" fontAlgn="ctr"/>
                      <a:r>
                        <a:rPr lang="en-US" sz="800" b="0" i="0" u="none" strike="noStrike">
                          <a:solidFill>
                            <a:srgbClr val="000000"/>
                          </a:solidFill>
                          <a:effectLst/>
                          <a:latin typeface="+mn-lt"/>
                        </a:rPr>
                        <a:t>2022-01-29</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63349502"/>
                  </a:ext>
                </a:extLst>
              </a:tr>
              <a:tr h="233252">
                <a:tc>
                  <a:txBody>
                    <a:bodyPr/>
                    <a:lstStyle/>
                    <a:p>
                      <a:pPr algn="l" fontAlgn="ctr"/>
                      <a:r>
                        <a:rPr lang="en-US" sz="900" b="1" i="0" u="none" strike="noStrike">
                          <a:solidFill>
                            <a:srgbClr val="000000"/>
                          </a:solidFill>
                          <a:effectLst/>
                          <a:latin typeface="+mn-lt"/>
                          <a:cs typeface="Oscine" panose="020B0604020202020204" charset="0"/>
                        </a:rPr>
                        <a:t>Testeur</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Maura T.</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2022-01-28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2022-02-04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4876838"/>
                  </a:ext>
                </a:extLst>
              </a:tr>
              <a:tr h="233252">
                <a:tc>
                  <a:txBody>
                    <a:bodyPr/>
                    <a:lstStyle/>
                    <a:p>
                      <a:pPr algn="l" fontAlgn="ctr"/>
                      <a:r>
                        <a:rPr lang="fr-FR" sz="900" b="1" i="0" u="none" strike="noStrike">
                          <a:solidFill>
                            <a:srgbClr val="000000"/>
                          </a:solidFill>
                          <a:effectLst/>
                          <a:latin typeface="+mn-lt"/>
                          <a:cs typeface="Oscine" panose="020B0604020202020204" charset="0"/>
                        </a:rPr>
                        <a:t>Administrateur de base de données</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Chantelle C.</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a:t>
                      </a:r>
                      <a:r>
                        <a:rPr lang="en-US" sz="800" b="0" i="0" u="none" strike="noStrike" err="1">
                          <a:solidFill>
                            <a:srgbClr val="000000"/>
                          </a:solidFill>
                          <a:effectLst/>
                          <a:latin typeface="+mn-lt"/>
                        </a:rPr>
                        <a:t>démarré</a:t>
                      </a:r>
                      <a:endParaRPr lang="en-US" sz="800" b="0" i="0" u="none" strike="noStrike">
                        <a:solidFill>
                          <a:srgbClr val="000000"/>
                        </a:solidFill>
                        <a:effectLst/>
                        <a:latin typeface="+mn-lt"/>
                      </a:endParaRP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000000"/>
                          </a:solidFill>
                          <a:effectLst/>
                          <a:latin typeface="+mn-lt"/>
                        </a:rPr>
                        <a:t>2022-02-05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fontAlgn="ctr"/>
                      <a:r>
                        <a:rPr lang="en-US" sz="800" b="0" i="0" u="none" strike="noStrike">
                          <a:solidFill>
                            <a:srgbClr val="000000"/>
                          </a:solidFill>
                          <a:effectLst/>
                          <a:latin typeface="+mn-lt"/>
                        </a:rPr>
                        <a:t>2022-02-09</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46928084"/>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7</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Personnel 7</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2022-01-28</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2022-02-05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73672654"/>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8</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Personnel 8</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000000"/>
                          </a:solidFill>
                          <a:effectLst/>
                          <a:latin typeface="+mn-lt"/>
                        </a:rPr>
                        <a:t>2022-02-04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fontAlgn="ctr"/>
                      <a:r>
                        <a:rPr lang="en-US" sz="800" b="0" i="0" u="none" strike="noStrike">
                          <a:solidFill>
                            <a:srgbClr val="000000"/>
                          </a:solidFill>
                          <a:effectLst/>
                          <a:latin typeface="+mn-lt"/>
                        </a:rPr>
                        <a:t>2022-02-06</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37196172"/>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9</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Personnel 9</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2022-02-07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2022-02-10</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106026"/>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10</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Personnel 10</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000000"/>
                          </a:solidFill>
                          <a:effectLst/>
                          <a:latin typeface="+mn-lt"/>
                        </a:rPr>
                        <a:t>2022-02-09</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fontAlgn="ctr"/>
                      <a:r>
                        <a:rPr lang="en-US" sz="800" b="0" i="0" u="none" strike="noStrike">
                          <a:solidFill>
                            <a:srgbClr val="000000"/>
                          </a:solidFill>
                          <a:effectLst/>
                          <a:latin typeface="+mn-lt"/>
                        </a:rPr>
                        <a:t>2022-02-12</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71680353"/>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11</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Personnel 11</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2022-02-11</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2022-02-14</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6640992"/>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12</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Personnel 12</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000000"/>
                          </a:solidFill>
                          <a:effectLst/>
                          <a:latin typeface="+mn-lt"/>
                        </a:rPr>
                        <a:t>2022-02-15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fontAlgn="ctr"/>
                      <a:r>
                        <a:rPr lang="en-US" sz="800" b="0" i="0" u="none" strike="noStrike">
                          <a:solidFill>
                            <a:srgbClr val="000000"/>
                          </a:solidFill>
                          <a:effectLst/>
                          <a:latin typeface="+mn-lt"/>
                        </a:rPr>
                        <a:t>2022-02-17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88721862"/>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13</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Personnel 13</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2022-02-15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2022-02-17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90435614"/>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14</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Personnel 14</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000000"/>
                          </a:solidFill>
                          <a:effectLst/>
                          <a:latin typeface="+mn-lt"/>
                        </a:rPr>
                        <a:t>2022-02-15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fontAlgn="ctr"/>
                      <a:r>
                        <a:rPr lang="en-US" sz="800" b="0" i="0" u="none" strike="noStrike">
                          <a:solidFill>
                            <a:srgbClr val="000000"/>
                          </a:solidFill>
                          <a:effectLst/>
                          <a:latin typeface="+mn-lt"/>
                        </a:rPr>
                        <a:t>2022-02-17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3691559"/>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15</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Personnel 15</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2022-02-15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2022-02-17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8794065"/>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16</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r>
                        <a:rPr lang="en-US" sz="800" b="0" i="0" u="none" strike="noStrike">
                          <a:solidFill>
                            <a:srgbClr val="000000"/>
                          </a:solidFill>
                          <a:effectLst/>
                          <a:latin typeface="+mn-lt"/>
                        </a:rPr>
                        <a:t>Personnel 16</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000000"/>
                          </a:solidFill>
                          <a:effectLst/>
                          <a:latin typeface="+mn-lt"/>
                        </a:rPr>
                        <a:t>2022-02-15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algn="r" fontAlgn="ctr"/>
                      <a:r>
                        <a:rPr lang="en-US" sz="800" b="0" i="0" u="none" strike="noStrike">
                          <a:solidFill>
                            <a:srgbClr val="000000"/>
                          </a:solidFill>
                          <a:effectLst/>
                          <a:latin typeface="+mn-lt"/>
                        </a:rPr>
                        <a:t>2022-02-17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alpha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46582663"/>
                  </a:ext>
                </a:extLst>
              </a:tr>
              <a:tr h="233252">
                <a:tc>
                  <a:txBody>
                    <a:bodyPr/>
                    <a:lstStyle/>
                    <a:p>
                      <a:pPr algn="l" fontAlgn="ctr"/>
                      <a:r>
                        <a:rPr lang="en-US" sz="900" b="1" i="0" u="none" strike="noStrike">
                          <a:solidFill>
                            <a:srgbClr val="000000"/>
                          </a:solidFill>
                          <a:effectLst/>
                          <a:latin typeface="+mn-lt"/>
                          <a:cs typeface="Oscine" panose="020B0604020202020204" charset="0"/>
                        </a:rPr>
                        <a:t>Ressource 17</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r>
                        <a:rPr lang="en-US" sz="800" b="0" i="0" u="none" strike="noStrike">
                          <a:solidFill>
                            <a:srgbClr val="000000"/>
                          </a:solidFill>
                          <a:effectLst/>
                          <a:latin typeface="+mn-lt"/>
                        </a:rPr>
                        <a:t>Personnel 17</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ctr"/>
                      <a:r>
                        <a:rPr lang="en-US" sz="800" b="0" i="0" u="none" strike="noStrike">
                          <a:solidFill>
                            <a:srgbClr val="000000"/>
                          </a:solidFill>
                          <a:effectLst/>
                          <a:latin typeface="+mn-lt"/>
                        </a:rPr>
                        <a:t>Non démarré</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r>
                        <a:rPr lang="en-US" sz="800" b="0" i="0" u="none" strike="noStrike">
                          <a:solidFill>
                            <a:srgbClr val="000000"/>
                          </a:solidFill>
                          <a:effectLst/>
                          <a:latin typeface="+mn-lt"/>
                        </a:rPr>
                        <a:t>2022-02-15</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algn="r" fontAlgn="ctr"/>
                      <a:r>
                        <a:rPr lang="en-US" sz="800" b="0" i="0" u="none" strike="noStrike">
                          <a:solidFill>
                            <a:srgbClr val="000000"/>
                          </a:solidFill>
                          <a:effectLst/>
                          <a:latin typeface="+mn-lt"/>
                        </a:rPr>
                        <a:t>2022-02-17</a:t>
                      </a:r>
                    </a:p>
                  </a:txBody>
                  <a:tcPr marL="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alpha val="5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00 min</a:t>
                      </a:r>
                    </a:p>
                  </a:txBody>
                  <a:tcPr marL="0" marR="72000"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Cliquer ici pour ajouter votre texte</a:t>
                      </a:r>
                    </a:p>
                  </a:txBody>
                  <a:tcPr marL="88402" marR="7367" marT="736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09494803"/>
                  </a:ext>
                </a:extLst>
              </a:tr>
            </a:tbl>
          </a:graphicData>
        </a:graphic>
      </p:graphicFrame>
      <p:grpSp>
        <p:nvGrpSpPr>
          <p:cNvPr id="3" name="Group 14">
            <a:extLst>
              <a:ext uri="{FF2B5EF4-FFF2-40B4-BE49-F238E27FC236}">
                <a16:creationId xmlns:a16="http://schemas.microsoft.com/office/drawing/2014/main" id="{F72E04B0-1C1D-3665-60CD-2AFC755283CC}"/>
              </a:ext>
            </a:extLst>
          </p:cNvPr>
          <p:cNvGrpSpPr/>
          <p:nvPr/>
        </p:nvGrpSpPr>
        <p:grpSpPr>
          <a:xfrm>
            <a:off x="1992264" y="1088740"/>
            <a:ext cx="423312" cy="85502"/>
            <a:chOff x="2046212" y="1074167"/>
            <a:chExt cx="550540" cy="111200"/>
          </a:xfrm>
        </p:grpSpPr>
        <p:sp>
          <p:nvSpPr>
            <p:cNvPr id="5" name="Ellipse 4">
              <a:extLst>
                <a:ext uri="{FF2B5EF4-FFF2-40B4-BE49-F238E27FC236}">
                  <a16:creationId xmlns:a16="http://schemas.microsoft.com/office/drawing/2014/main" id="{584DD6BF-689D-F218-1FF8-2986BBAE0DAE}"/>
                </a:ext>
              </a:extLst>
            </p:cNvPr>
            <p:cNvSpPr/>
            <p:nvPr/>
          </p:nvSpPr>
          <p:spPr>
            <a:xfrm>
              <a:off x="2046212"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llipse 6">
              <a:extLst>
                <a:ext uri="{FF2B5EF4-FFF2-40B4-BE49-F238E27FC236}">
                  <a16:creationId xmlns:a16="http://schemas.microsoft.com/office/drawing/2014/main" id="{7DC0BE36-E570-B86A-05CF-68ED1F646F20}"/>
                </a:ext>
              </a:extLst>
            </p:cNvPr>
            <p:cNvSpPr/>
            <p:nvPr/>
          </p:nvSpPr>
          <p:spPr>
            <a:xfrm>
              <a:off x="2192659" y="1074167"/>
              <a:ext cx="111200" cy="1112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lipse 7">
              <a:extLst>
                <a:ext uri="{FF2B5EF4-FFF2-40B4-BE49-F238E27FC236}">
                  <a16:creationId xmlns:a16="http://schemas.microsoft.com/office/drawing/2014/main" id="{4FF7594D-7416-873F-5345-E7296B0B4FFA}"/>
                </a:ext>
              </a:extLst>
            </p:cNvPr>
            <p:cNvSpPr/>
            <p:nvPr/>
          </p:nvSpPr>
          <p:spPr>
            <a:xfrm>
              <a:off x="2339106"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lipse 8">
              <a:extLst>
                <a:ext uri="{FF2B5EF4-FFF2-40B4-BE49-F238E27FC236}">
                  <a16:creationId xmlns:a16="http://schemas.microsoft.com/office/drawing/2014/main" id="{B11D6483-ECDC-734F-29A8-0989C04DD132}"/>
                </a:ext>
              </a:extLst>
            </p:cNvPr>
            <p:cNvSpPr/>
            <p:nvPr/>
          </p:nvSpPr>
          <p:spPr>
            <a:xfrm>
              <a:off x="2485552"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2489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0992B-6551-7FA7-7119-7485B53111E1}"/>
            </a:ext>
          </a:extLst>
        </p:cNvPr>
        <p:cNvGrpSpPr/>
        <p:nvPr/>
      </p:nvGrpSpPr>
      <p:grpSpPr>
        <a:xfrm>
          <a:off x="0" y="0"/>
          <a:ext cx="0" cy="0"/>
          <a:chOff x="0" y="0"/>
          <a:chExt cx="0" cy="0"/>
        </a:xfrm>
      </p:grpSpPr>
      <p:sp>
        <p:nvSpPr>
          <p:cNvPr id="10" name="Titre 9">
            <a:extLst>
              <a:ext uri="{FF2B5EF4-FFF2-40B4-BE49-F238E27FC236}">
                <a16:creationId xmlns:a16="http://schemas.microsoft.com/office/drawing/2014/main" id="{C9EC8D0C-3E3D-35AE-F69E-56300A7D15C8}"/>
              </a:ext>
            </a:extLst>
          </p:cNvPr>
          <p:cNvSpPr>
            <a:spLocks noGrp="1"/>
          </p:cNvSpPr>
          <p:nvPr>
            <p:ph type="title"/>
          </p:nvPr>
        </p:nvSpPr>
        <p:spPr/>
        <p:txBody>
          <a:bodyPr/>
          <a:lstStyle/>
          <a:p>
            <a:r>
              <a:rPr kumimoji="0" lang="en-US" sz="3600" b="0" i="0" u="none" strike="noStrike" kern="1200" cap="none" spc="0" normalizeH="0" baseline="0" noProof="0">
                <a:ln>
                  <a:noFill/>
                </a:ln>
                <a:gradFill flip="none" rotWithShape="1">
                  <a:gsLst>
                    <a:gs pos="0">
                      <a:srgbClr val="212C55"/>
                    </a:gs>
                    <a:gs pos="100000">
                      <a:srgbClr val="E7461C"/>
                    </a:gs>
                  </a:gsLst>
                  <a:lin ang="18900000" scaled="1"/>
                  <a:tileRect/>
                </a:gradFill>
                <a:effectLst/>
                <a:uLnTx/>
                <a:uFillTx/>
                <a:latin typeface="Fivo Sans Heavy"/>
                <a:ea typeface="+mj-ea"/>
                <a:cs typeface="+mj-cs"/>
              </a:rPr>
              <a:t>Toolbox</a:t>
            </a:r>
            <a:endParaRPr lang="en-US">
              <a:solidFill>
                <a:schemeClr val="accent1"/>
              </a:solidFill>
            </a:endParaRPr>
          </a:p>
        </p:txBody>
      </p:sp>
      <p:sp>
        <p:nvSpPr>
          <p:cNvPr id="4" name="Espace réservé du numéro de diapositive 3">
            <a:extLst>
              <a:ext uri="{FF2B5EF4-FFF2-40B4-BE49-F238E27FC236}">
                <a16:creationId xmlns:a16="http://schemas.microsoft.com/office/drawing/2014/main" id="{2363399D-0E20-B07F-1DCC-98554374A394}"/>
              </a:ext>
            </a:extLst>
          </p:cNvPr>
          <p:cNvSpPr>
            <a:spLocks noGrp="1"/>
          </p:cNvSpPr>
          <p:nvPr>
            <p:ph type="sldNum" sz="quarter" idx="12"/>
          </p:nvPr>
        </p:nvSpPr>
        <p:spPr/>
        <p:txBody>
          <a:bodyPr/>
          <a:lstStyle/>
          <a:p>
            <a:fld id="{3A28F117-D1D1-4562-BBA1-C4174F9770ED}" type="slidenum">
              <a:rPr lang="fr-FR" smtClean="0"/>
              <a:pPr/>
              <a:t>19</a:t>
            </a:fld>
            <a:endParaRPr lang="fr-FR"/>
          </a:p>
        </p:txBody>
      </p:sp>
      <p:sp>
        <p:nvSpPr>
          <p:cNvPr id="11" name="Espace réservé du texte 10">
            <a:extLst>
              <a:ext uri="{FF2B5EF4-FFF2-40B4-BE49-F238E27FC236}">
                <a16:creationId xmlns:a16="http://schemas.microsoft.com/office/drawing/2014/main" id="{A7B262FA-0F22-483A-F05E-E517CA2BCA2E}"/>
              </a:ext>
            </a:extLst>
          </p:cNvPr>
          <p:cNvSpPr>
            <a:spLocks noGrp="1"/>
          </p:cNvSpPr>
          <p:nvPr>
            <p:ph type="body" sz="quarter" idx="13"/>
          </p:nvPr>
        </p:nvSpPr>
        <p:spPr>
          <a:xfrm>
            <a:off x="658813" y="1016000"/>
            <a:ext cx="1368735" cy="249299"/>
          </a:xfrm>
        </p:spPr>
        <p:txBody>
          <a:bodyPr/>
          <a:lstStyle/>
          <a:p>
            <a:r>
              <a:rPr lang="en-US" dirty="0"/>
              <a:t>PLANNING </a:t>
            </a:r>
          </a:p>
        </p:txBody>
      </p:sp>
      <p:sp>
        <p:nvSpPr>
          <p:cNvPr id="6" name="Espace réservé du pied de page 5">
            <a:extLst>
              <a:ext uri="{FF2B5EF4-FFF2-40B4-BE49-F238E27FC236}">
                <a16:creationId xmlns:a16="http://schemas.microsoft.com/office/drawing/2014/main" id="{6BCD9B69-3039-6296-D659-EA555D7167D4}"/>
              </a:ext>
            </a:extLst>
          </p:cNvPr>
          <p:cNvSpPr>
            <a:spLocks noGrp="1"/>
          </p:cNvSpPr>
          <p:nvPr>
            <p:ph type="ftr" sz="quarter" idx="16"/>
          </p:nvPr>
        </p:nvSpPr>
        <p:spPr/>
        <p:txBody>
          <a:bodyPr/>
          <a:lstStyle/>
          <a:p>
            <a:r>
              <a:rPr lang="fr-FR"/>
              <a:t>Titre du document //  Niveau de confidentialité // Interne/Externe</a:t>
            </a:r>
          </a:p>
        </p:txBody>
      </p:sp>
      <p:grpSp>
        <p:nvGrpSpPr>
          <p:cNvPr id="17" name="Groupe 16">
            <a:extLst>
              <a:ext uri="{FF2B5EF4-FFF2-40B4-BE49-F238E27FC236}">
                <a16:creationId xmlns:a16="http://schemas.microsoft.com/office/drawing/2014/main" id="{9F4DBB4A-6F8A-59CF-E559-961E00CDEBDF}"/>
              </a:ext>
            </a:extLst>
          </p:cNvPr>
          <p:cNvGrpSpPr/>
          <p:nvPr/>
        </p:nvGrpSpPr>
        <p:grpSpPr>
          <a:xfrm>
            <a:off x="2269401" y="3171503"/>
            <a:ext cx="8722520" cy="1121687"/>
            <a:chOff x="1719262" y="2837196"/>
            <a:chExt cx="8722520" cy="1121687"/>
          </a:xfrm>
        </p:grpSpPr>
        <p:cxnSp>
          <p:nvCxnSpPr>
            <p:cNvPr id="18" name="Connecteur droit 17">
              <a:extLst>
                <a:ext uri="{FF2B5EF4-FFF2-40B4-BE49-F238E27FC236}">
                  <a16:creationId xmlns:a16="http://schemas.microsoft.com/office/drawing/2014/main" id="{B92EE9DE-2C60-45CA-A072-C5C432427AEE}"/>
                </a:ext>
              </a:extLst>
            </p:cNvPr>
            <p:cNvCxnSpPr>
              <a:cxnSpLocks/>
            </p:cNvCxnSpPr>
            <p:nvPr/>
          </p:nvCxnSpPr>
          <p:spPr>
            <a:xfrm>
              <a:off x="1750217" y="2837196"/>
              <a:ext cx="8691565" cy="0"/>
            </a:xfrm>
            <a:prstGeom prst="line">
              <a:avLst/>
            </a:prstGeom>
            <a:ln w="31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515D7143-B46E-8FF7-57B4-A59C3402550A}"/>
                </a:ext>
              </a:extLst>
            </p:cNvPr>
            <p:cNvCxnSpPr>
              <a:cxnSpLocks/>
            </p:cNvCxnSpPr>
            <p:nvPr/>
          </p:nvCxnSpPr>
          <p:spPr>
            <a:xfrm>
              <a:off x="1719262" y="3958883"/>
              <a:ext cx="8691565" cy="0"/>
            </a:xfrm>
            <a:prstGeom prst="line">
              <a:avLst/>
            </a:prstGeom>
            <a:ln w="3175">
              <a:solidFill>
                <a:schemeClr val="accent5">
                  <a:alpha val="40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e 35">
            <a:extLst>
              <a:ext uri="{FF2B5EF4-FFF2-40B4-BE49-F238E27FC236}">
                <a16:creationId xmlns:a16="http://schemas.microsoft.com/office/drawing/2014/main" id="{2BC4989B-5226-46B2-8444-A86DD3B8F7CD}"/>
              </a:ext>
            </a:extLst>
          </p:cNvPr>
          <p:cNvGrpSpPr/>
          <p:nvPr/>
        </p:nvGrpSpPr>
        <p:grpSpPr>
          <a:xfrm>
            <a:off x="550141" y="2007879"/>
            <a:ext cx="8951948" cy="4135746"/>
            <a:chOff x="550141" y="2007879"/>
            <a:chExt cx="8951948" cy="3448772"/>
          </a:xfrm>
        </p:grpSpPr>
        <p:grpSp>
          <p:nvGrpSpPr>
            <p:cNvPr id="3" name="Groupe 2">
              <a:extLst>
                <a:ext uri="{FF2B5EF4-FFF2-40B4-BE49-F238E27FC236}">
                  <a16:creationId xmlns:a16="http://schemas.microsoft.com/office/drawing/2014/main" id="{E2E6E9A3-18BE-83E2-BFAC-6B38753CE713}"/>
                </a:ext>
              </a:extLst>
            </p:cNvPr>
            <p:cNvGrpSpPr/>
            <p:nvPr/>
          </p:nvGrpSpPr>
          <p:grpSpPr>
            <a:xfrm>
              <a:off x="3671253" y="2007879"/>
              <a:ext cx="5830836" cy="3448772"/>
              <a:chOff x="3671253" y="2007878"/>
              <a:chExt cx="5830836" cy="4631977"/>
            </a:xfrm>
          </p:grpSpPr>
          <p:cxnSp>
            <p:nvCxnSpPr>
              <p:cNvPr id="5" name="Connecteur droit 4">
                <a:extLst>
                  <a:ext uri="{FF2B5EF4-FFF2-40B4-BE49-F238E27FC236}">
                    <a16:creationId xmlns:a16="http://schemas.microsoft.com/office/drawing/2014/main" id="{6641A583-2B56-FCA9-2C8E-0F0DAA6562B0}"/>
                  </a:ext>
                </a:extLst>
              </p:cNvPr>
              <p:cNvCxnSpPr/>
              <p:nvPr/>
            </p:nvCxnSpPr>
            <p:spPr>
              <a:xfrm>
                <a:off x="9502089" y="2007878"/>
                <a:ext cx="0" cy="4631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0638615D-1125-3CCC-3E60-E4DE44E7576A}"/>
                  </a:ext>
                </a:extLst>
              </p:cNvPr>
              <p:cNvCxnSpPr/>
              <p:nvPr/>
            </p:nvCxnSpPr>
            <p:spPr>
              <a:xfrm>
                <a:off x="8044380" y="2007878"/>
                <a:ext cx="0" cy="4631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D77B3E0E-65B2-F600-48C1-94D46FB38706}"/>
                  </a:ext>
                </a:extLst>
              </p:cNvPr>
              <p:cNvCxnSpPr/>
              <p:nvPr/>
            </p:nvCxnSpPr>
            <p:spPr>
              <a:xfrm>
                <a:off x="6586671" y="2007878"/>
                <a:ext cx="0" cy="4631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F0C23074-08D8-A3D0-7625-E12726D7AA6F}"/>
                  </a:ext>
                </a:extLst>
              </p:cNvPr>
              <p:cNvCxnSpPr/>
              <p:nvPr/>
            </p:nvCxnSpPr>
            <p:spPr>
              <a:xfrm>
                <a:off x="5128962" y="2007878"/>
                <a:ext cx="0" cy="4631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E624D9EE-15FB-028A-0297-26E9BE1908BB}"/>
                  </a:ext>
                </a:extLst>
              </p:cNvPr>
              <p:cNvCxnSpPr/>
              <p:nvPr/>
            </p:nvCxnSpPr>
            <p:spPr>
              <a:xfrm>
                <a:off x="3671253" y="2007878"/>
                <a:ext cx="0" cy="4631977"/>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35C109ED-4FFE-CA36-43F7-96B6018F3A23}"/>
                </a:ext>
              </a:extLst>
            </p:cNvPr>
            <p:cNvSpPr/>
            <p:nvPr/>
          </p:nvSpPr>
          <p:spPr>
            <a:xfrm>
              <a:off x="550141" y="2010259"/>
              <a:ext cx="1662112" cy="11216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52000" tIns="0" rIns="0" bIns="0" rtlCol="0" anchor="ctr">
              <a:noAutofit/>
            </a:bodyPr>
            <a:lstStyle/>
            <a:p>
              <a:pPr>
                <a:spcBef>
                  <a:spcPts val="600"/>
                </a:spcBef>
              </a:pPr>
              <a:r>
                <a:rPr lang="fr-FR" sz="1000" cap="all">
                  <a:solidFill>
                    <a:schemeClr val="bg1"/>
                  </a:solidFill>
                  <a:latin typeface="+mj-lt"/>
                  <a:ea typeface="Calibri Light" panose="020F0302020204030204" pitchFamily="34" charset="0"/>
                  <a:cs typeface="Calibri Light" panose="020F0302020204030204" pitchFamily="34" charset="0"/>
                </a:rPr>
                <a:t>Phase 1</a:t>
              </a:r>
            </a:p>
            <a:p>
              <a:pPr>
                <a:spcBef>
                  <a:spcPts val="600"/>
                </a:spcBef>
              </a:pPr>
              <a:r>
                <a:rPr lang="fr-FR" sz="1000" b="1">
                  <a:solidFill>
                    <a:schemeClr val="bg1"/>
                  </a:solidFill>
                  <a:ea typeface="Calibri Light" panose="020F0302020204030204" pitchFamily="34" charset="0"/>
                  <a:cs typeface="Calibri Light" panose="020F0302020204030204" pitchFamily="34" charset="0"/>
                </a:rPr>
                <a:t>Votre texte ici</a:t>
              </a:r>
              <a:endParaRPr lang="fr-FR" altLang="fr-FR" sz="1000" b="1" kern="0">
                <a:solidFill>
                  <a:schemeClr val="bg1"/>
                </a:solidFill>
                <a:ea typeface="Verdana" panose="020B0604030504040204" pitchFamily="34" charset="0"/>
                <a:cs typeface="Helvetica" panose="020B0604020202020204" pitchFamily="34" charset="0"/>
              </a:endParaRPr>
            </a:p>
            <a:p>
              <a:pPr>
                <a:spcBef>
                  <a:spcPts val="800"/>
                </a:spcBef>
              </a:pPr>
              <a:r>
                <a:rPr lang="fr-FR" altLang="fr-FR" sz="1000" kern="0">
                  <a:solidFill>
                    <a:schemeClr val="bg1"/>
                  </a:solidFill>
                  <a:latin typeface="Aptos" panose="020B0004020202020204" pitchFamily="34" charset="0"/>
                  <a:ea typeface="Verdana" panose="020B0604030504040204" pitchFamily="34" charset="0"/>
                  <a:cs typeface="Helvetica" panose="020B0604020202020204" pitchFamily="34" charset="0"/>
                </a:rPr>
                <a:t>Votre texte</a:t>
              </a:r>
            </a:p>
          </p:txBody>
        </p:sp>
        <p:sp>
          <p:nvSpPr>
            <p:cNvPr id="21" name="Rectangle 20">
              <a:extLst>
                <a:ext uri="{FF2B5EF4-FFF2-40B4-BE49-F238E27FC236}">
                  <a16:creationId xmlns:a16="http://schemas.microsoft.com/office/drawing/2014/main" id="{D6B322D6-1529-FB00-C324-1A1996B1AEE5}"/>
                </a:ext>
              </a:extLst>
            </p:cNvPr>
            <p:cNvSpPr/>
            <p:nvPr/>
          </p:nvSpPr>
          <p:spPr>
            <a:xfrm>
              <a:off x="550141" y="3171503"/>
              <a:ext cx="1662112" cy="11216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5200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1000" b="0" i="0" u="none" strike="noStrike" kern="1200" cap="all" spc="0" normalizeH="0" baseline="0" noProof="0">
                  <a:ln>
                    <a:noFill/>
                  </a:ln>
                  <a:solidFill>
                    <a:schemeClr val="bg1"/>
                  </a:solidFill>
                  <a:effectLst/>
                  <a:uLnTx/>
                  <a:uFillTx/>
                  <a:latin typeface="Fivo Sans Heavy"/>
                  <a:ea typeface="Calibri Light" panose="020F0302020204030204" pitchFamily="34" charset="0"/>
                  <a:cs typeface="Calibri Light" panose="020F0302020204030204" pitchFamily="34" charset="0"/>
                </a:rPr>
                <a:t>Phase 2</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1000" b="1" i="0" u="none" strike="noStrike" kern="1200" cap="none" spc="0" normalizeH="0" baseline="0" noProof="0">
                  <a:ln>
                    <a:noFill/>
                  </a:ln>
                  <a:solidFill>
                    <a:schemeClr val="bg1"/>
                  </a:solidFill>
                  <a:effectLst/>
                  <a:uLnTx/>
                  <a:uFillTx/>
                  <a:latin typeface="Glacial Indifference"/>
                  <a:ea typeface="Calibri Light" panose="020F0302020204030204" pitchFamily="34" charset="0"/>
                  <a:cs typeface="Calibri Light" panose="020F0302020204030204" pitchFamily="34" charset="0"/>
                </a:rPr>
                <a:t>Votre texte ici</a:t>
              </a:r>
              <a:endParaRPr kumimoji="0" lang="fr-FR" altLang="fr-FR" sz="1000" b="1" i="0" u="none" strike="noStrike" kern="0" cap="none" spc="0" normalizeH="0" baseline="0" noProof="0">
                <a:ln>
                  <a:noFill/>
                </a:ln>
                <a:solidFill>
                  <a:schemeClr val="bg1"/>
                </a:solidFill>
                <a:effectLst/>
                <a:uLnTx/>
                <a:uFillTx/>
                <a:latin typeface="Glacial Indifference"/>
                <a:ea typeface="Verdana" panose="020B0604030504040204" pitchFamily="34" charset="0"/>
                <a:cs typeface="Helvetica"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fr-FR" altLang="fr-FR" sz="1000" b="0"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cs typeface="Helvetica" panose="020B0604020202020204" pitchFamily="34" charset="0"/>
                </a:rPr>
                <a:t>Votre texte</a:t>
              </a:r>
            </a:p>
          </p:txBody>
        </p:sp>
        <p:sp>
          <p:nvSpPr>
            <p:cNvPr id="22" name="Rectangle 21">
              <a:extLst>
                <a:ext uri="{FF2B5EF4-FFF2-40B4-BE49-F238E27FC236}">
                  <a16:creationId xmlns:a16="http://schemas.microsoft.com/office/drawing/2014/main" id="{E4C078EF-E0A4-E0F3-BBC1-F3848BC26060}"/>
                </a:ext>
              </a:extLst>
            </p:cNvPr>
            <p:cNvSpPr/>
            <p:nvPr/>
          </p:nvSpPr>
          <p:spPr>
            <a:xfrm>
              <a:off x="550141" y="4333451"/>
              <a:ext cx="1662112" cy="1123200"/>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52000" tIns="0" rIns="0" bIns="0" rtlCol="0" anchor="ctr" anchorCtr="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1000" b="0" i="0" u="none" strike="noStrike" kern="1200" cap="all" spc="0" normalizeH="0" baseline="0" noProof="0">
                  <a:ln>
                    <a:noFill/>
                  </a:ln>
                  <a:solidFill>
                    <a:schemeClr val="bg1"/>
                  </a:solidFill>
                  <a:effectLst/>
                  <a:uLnTx/>
                  <a:uFillTx/>
                  <a:latin typeface="Fivo Sans Heavy"/>
                  <a:ea typeface="Calibri Light" panose="020F0302020204030204" pitchFamily="34" charset="0"/>
                  <a:cs typeface="Calibri Light" panose="020F0302020204030204" pitchFamily="34" charset="0"/>
                </a:rPr>
                <a:t>Phase 3</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1000" b="1" i="0" u="none" strike="noStrike" kern="1200" cap="none" spc="0" normalizeH="0" baseline="0" noProof="0">
                  <a:ln>
                    <a:noFill/>
                  </a:ln>
                  <a:solidFill>
                    <a:schemeClr val="bg1"/>
                  </a:solidFill>
                  <a:effectLst/>
                  <a:uLnTx/>
                  <a:uFillTx/>
                  <a:latin typeface="Glacial Indifference"/>
                  <a:ea typeface="Calibri Light" panose="020F0302020204030204" pitchFamily="34" charset="0"/>
                  <a:cs typeface="Calibri Light" panose="020F0302020204030204" pitchFamily="34" charset="0"/>
                </a:rPr>
                <a:t>Votre texte ici</a:t>
              </a:r>
              <a:endParaRPr kumimoji="0" lang="fr-FR" altLang="fr-FR" sz="1000" b="1" i="0" u="none" strike="noStrike" kern="0" cap="none" spc="0" normalizeH="0" baseline="0" noProof="0">
                <a:ln>
                  <a:noFill/>
                </a:ln>
                <a:solidFill>
                  <a:schemeClr val="bg1"/>
                </a:solidFill>
                <a:effectLst/>
                <a:uLnTx/>
                <a:uFillTx/>
                <a:latin typeface="Glacial Indifference"/>
                <a:ea typeface="Verdana" panose="020B0604030504040204" pitchFamily="34" charset="0"/>
                <a:cs typeface="Helvetica" panose="020B0604020202020204" pitchFamily="34" charset="0"/>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fr-FR" altLang="fr-FR" sz="1000" b="0" i="0" u="none" strike="noStrike" kern="0" cap="none" spc="0" normalizeH="0" baseline="0" noProof="0">
                  <a:ln>
                    <a:noFill/>
                  </a:ln>
                  <a:solidFill>
                    <a:schemeClr val="bg1"/>
                  </a:solidFill>
                  <a:effectLst/>
                  <a:uLnTx/>
                  <a:uFillTx/>
                  <a:latin typeface="Aptos" panose="020B0004020202020204" pitchFamily="34" charset="0"/>
                  <a:ea typeface="Verdana" panose="020B0604030504040204" pitchFamily="34" charset="0"/>
                  <a:cs typeface="Helvetica" panose="020B0604020202020204" pitchFamily="34" charset="0"/>
                </a:rPr>
                <a:t>Votre texte</a:t>
              </a:r>
            </a:p>
          </p:txBody>
        </p:sp>
      </p:grpSp>
      <p:graphicFrame>
        <p:nvGraphicFramePr>
          <p:cNvPr id="23" name="Tableau 22">
            <a:extLst>
              <a:ext uri="{FF2B5EF4-FFF2-40B4-BE49-F238E27FC236}">
                <a16:creationId xmlns:a16="http://schemas.microsoft.com/office/drawing/2014/main" id="{D0882F09-08F9-D949-78F6-F351B3121BF0}"/>
              </a:ext>
            </a:extLst>
          </p:cNvPr>
          <p:cNvGraphicFramePr>
            <a:graphicFrameLocks noGrp="1"/>
          </p:cNvGraphicFramePr>
          <p:nvPr>
            <p:extLst>
              <p:ext uri="{D42A27DB-BD31-4B8C-83A1-F6EECF244321}">
                <p14:modId xmlns:p14="http://schemas.microsoft.com/office/powerpoint/2010/main" val="3001903078"/>
              </p:ext>
            </p:extLst>
          </p:nvPr>
        </p:nvGraphicFramePr>
        <p:xfrm>
          <a:off x="2212252" y="1702483"/>
          <a:ext cx="8748714" cy="307777"/>
        </p:xfrm>
        <a:graphic>
          <a:graphicData uri="http://schemas.openxmlformats.org/drawingml/2006/table">
            <a:tbl>
              <a:tblPr firstRow="1" bandRow="1">
                <a:tableStyleId>{5C22544A-7EE6-4342-B048-85BDC9FD1C3A}</a:tableStyleId>
              </a:tblPr>
              <a:tblGrid>
                <a:gridCol w="1458119">
                  <a:extLst>
                    <a:ext uri="{9D8B030D-6E8A-4147-A177-3AD203B41FA5}">
                      <a16:colId xmlns:a16="http://schemas.microsoft.com/office/drawing/2014/main" val="2448353861"/>
                    </a:ext>
                  </a:extLst>
                </a:gridCol>
                <a:gridCol w="1458119">
                  <a:extLst>
                    <a:ext uri="{9D8B030D-6E8A-4147-A177-3AD203B41FA5}">
                      <a16:colId xmlns:a16="http://schemas.microsoft.com/office/drawing/2014/main" val="2971263341"/>
                    </a:ext>
                  </a:extLst>
                </a:gridCol>
                <a:gridCol w="1458119">
                  <a:extLst>
                    <a:ext uri="{9D8B030D-6E8A-4147-A177-3AD203B41FA5}">
                      <a16:colId xmlns:a16="http://schemas.microsoft.com/office/drawing/2014/main" val="3730577821"/>
                    </a:ext>
                  </a:extLst>
                </a:gridCol>
                <a:gridCol w="1458119">
                  <a:extLst>
                    <a:ext uri="{9D8B030D-6E8A-4147-A177-3AD203B41FA5}">
                      <a16:colId xmlns:a16="http://schemas.microsoft.com/office/drawing/2014/main" val="346567949"/>
                    </a:ext>
                  </a:extLst>
                </a:gridCol>
                <a:gridCol w="1458119">
                  <a:extLst>
                    <a:ext uri="{9D8B030D-6E8A-4147-A177-3AD203B41FA5}">
                      <a16:colId xmlns:a16="http://schemas.microsoft.com/office/drawing/2014/main" val="1405802572"/>
                    </a:ext>
                  </a:extLst>
                </a:gridCol>
                <a:gridCol w="1458119">
                  <a:extLst>
                    <a:ext uri="{9D8B030D-6E8A-4147-A177-3AD203B41FA5}">
                      <a16:colId xmlns:a16="http://schemas.microsoft.com/office/drawing/2014/main" val="88150508"/>
                    </a:ext>
                  </a:extLst>
                </a:gridCol>
              </a:tblGrid>
              <a:tr h="307777">
                <a:tc>
                  <a:txBody>
                    <a:bodyPr/>
                    <a:lstStyle/>
                    <a:p>
                      <a:pPr algn="ctr"/>
                      <a:r>
                        <a:rPr lang="fr-FR" sz="800" b="0">
                          <a:solidFill>
                            <a:schemeClr val="bg1"/>
                          </a:solidFill>
                          <a:latin typeface="+mj-lt"/>
                        </a:rPr>
                        <a:t>Mois XXXX</a:t>
                      </a:r>
                    </a:p>
                  </a:txBody>
                  <a:tcPr marL="0" marR="0" marT="36000" marB="0" anchor="ctr">
                    <a:lnL w="12700" cmpd="sng">
                      <a:noFill/>
                    </a:lnL>
                    <a:lnR w="3175" cap="flat" cmpd="sng" algn="ctr">
                      <a:solidFill>
                        <a:schemeClr val="accent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chemeClr val="bg1"/>
                          </a:solidFill>
                          <a:effectLst/>
                          <a:uLnTx/>
                          <a:uFillTx/>
                          <a:latin typeface="+mj-lt"/>
                          <a:ea typeface="+mn-ea"/>
                          <a:cs typeface="+mn-cs"/>
                        </a:rPr>
                        <a:t>Mois XXXX</a:t>
                      </a:r>
                    </a:p>
                  </a:txBody>
                  <a:tcPr marL="0" marR="0" marT="36000" marB="0"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chemeClr val="bg1"/>
                          </a:solidFill>
                          <a:effectLst/>
                          <a:uLnTx/>
                          <a:uFillTx/>
                          <a:latin typeface="+mj-lt"/>
                          <a:ea typeface="+mn-ea"/>
                          <a:cs typeface="+mn-cs"/>
                        </a:rPr>
                        <a:t>Mois XXXX</a:t>
                      </a:r>
                    </a:p>
                  </a:txBody>
                  <a:tcPr marL="0" marR="0" marT="36000" marB="0"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chemeClr val="bg1"/>
                          </a:solidFill>
                          <a:effectLst/>
                          <a:uLnTx/>
                          <a:uFillTx/>
                          <a:latin typeface="+mj-lt"/>
                          <a:ea typeface="+mn-ea"/>
                          <a:cs typeface="+mn-cs"/>
                        </a:rPr>
                        <a:t>Mois XXXX</a:t>
                      </a:r>
                    </a:p>
                  </a:txBody>
                  <a:tcPr marL="0" marR="0" marT="36000" marB="0"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chemeClr val="bg1"/>
                          </a:solidFill>
                          <a:effectLst/>
                          <a:uLnTx/>
                          <a:uFillTx/>
                          <a:latin typeface="+mj-lt"/>
                          <a:ea typeface="+mn-ea"/>
                          <a:cs typeface="+mn-cs"/>
                        </a:rPr>
                        <a:t>Mois XXXX</a:t>
                      </a:r>
                    </a:p>
                  </a:txBody>
                  <a:tcPr marL="0" marR="0" marT="36000" marB="0"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chemeClr val="bg1"/>
                          </a:solidFill>
                          <a:effectLst/>
                          <a:uLnTx/>
                          <a:uFillTx/>
                          <a:latin typeface="+mj-lt"/>
                          <a:ea typeface="+mn-ea"/>
                          <a:cs typeface="+mn-cs"/>
                        </a:rPr>
                        <a:t>Mois XXXX</a:t>
                      </a:r>
                    </a:p>
                  </a:txBody>
                  <a:tcPr marL="0" marR="0" marT="36000" marB="0" anchor="ctr">
                    <a:lnL w="3175" cap="flat" cmpd="sng" algn="ctr">
                      <a:solidFill>
                        <a:schemeClr val="accent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645469626"/>
                  </a:ext>
                </a:extLst>
              </a:tr>
            </a:tbl>
          </a:graphicData>
        </a:graphic>
      </p:graphicFrame>
      <p:sp>
        <p:nvSpPr>
          <p:cNvPr id="24" name="Rectangle 67">
            <a:extLst>
              <a:ext uri="{FF2B5EF4-FFF2-40B4-BE49-F238E27FC236}">
                <a16:creationId xmlns:a16="http://schemas.microsoft.com/office/drawing/2014/main" id="{1A736503-1A0E-33F8-70EC-40BC51045CE0}"/>
              </a:ext>
            </a:extLst>
          </p:cNvPr>
          <p:cNvSpPr>
            <a:spLocks/>
          </p:cNvSpPr>
          <p:nvPr/>
        </p:nvSpPr>
        <p:spPr bwMode="auto">
          <a:xfrm>
            <a:off x="2386050" y="2147229"/>
            <a:ext cx="155630" cy="198000"/>
          </a:xfrm>
          <a:prstGeom prst="rect">
            <a:avLst/>
          </a:prstGeom>
          <a:solidFill>
            <a:schemeClr val="accent1"/>
          </a:solidFill>
          <a:ln w="28575">
            <a:noFill/>
          </a:ln>
        </p:spPr>
        <p:txBody>
          <a:bodyPr wrap="none" lIns="216000" tIns="0" rIns="0" bIns="0" anchor="ctr" anchorCtr="0">
            <a:noAutofit/>
          </a:bodyPr>
          <a:lstStyle/>
          <a:p>
            <a:r>
              <a:rPr lang="fr-FR" sz="800" kern="0">
                <a:ea typeface="Verdana" pitchFamily="34" charset="0"/>
                <a:cs typeface="Helvetica" panose="020B0604020202020204" pitchFamily="34" charset="0"/>
              </a:rPr>
              <a:t>Votre texte ici</a:t>
            </a:r>
          </a:p>
        </p:txBody>
      </p:sp>
      <p:sp>
        <p:nvSpPr>
          <p:cNvPr id="26" name="Rectangle 31">
            <a:extLst>
              <a:ext uri="{FF2B5EF4-FFF2-40B4-BE49-F238E27FC236}">
                <a16:creationId xmlns:a16="http://schemas.microsoft.com/office/drawing/2014/main" id="{E1501F08-8AB3-61A8-1413-9F58B7209E67}"/>
              </a:ext>
            </a:extLst>
          </p:cNvPr>
          <p:cNvSpPr>
            <a:spLocks noChangeArrowheads="1"/>
          </p:cNvSpPr>
          <p:nvPr>
            <p:custDataLst>
              <p:tags r:id="rId1"/>
            </p:custDataLst>
          </p:nvPr>
        </p:nvSpPr>
        <p:spPr bwMode="gray">
          <a:xfrm>
            <a:off x="7465171" y="4902636"/>
            <a:ext cx="572394" cy="198514"/>
          </a:xfrm>
          <a:prstGeom prst="roundRect">
            <a:avLst/>
          </a:prstGeom>
          <a:solidFill>
            <a:schemeClr val="bg1">
              <a:lumMod val="50000"/>
            </a:schemeClr>
          </a:solidFill>
          <a:ln w="28575">
            <a:noFill/>
          </a:ln>
        </p:spPr>
        <p:txBody>
          <a:bodyPr wrap="square" lIns="0" tIns="0" rIns="0" bIns="0" anchor="ctr"/>
          <a:lstStyle/>
          <a:p>
            <a:pPr algn="ctr" defTabSz="1219170" fontAlgn="auto">
              <a:spcBef>
                <a:spcPct val="40000"/>
              </a:spcBef>
              <a:spcAft>
                <a:spcPts val="0"/>
              </a:spcAft>
              <a:buClr>
                <a:srgbClr val="2D2DB9"/>
              </a:buClr>
              <a:buSzPct val="180000"/>
            </a:pPr>
            <a:r>
              <a:rPr lang="fr-FR" sz="800" kern="0">
                <a:solidFill>
                  <a:schemeClr val="bg1">
                    <a:lumMod val="85000"/>
                  </a:schemeClr>
                </a:solidFill>
                <a:ea typeface="Verdana" pitchFamily="34" charset="0"/>
                <a:cs typeface="Helvetica" panose="020B0604020202020204" pitchFamily="34" charset="0"/>
              </a:rPr>
              <a:t>Congés</a:t>
            </a:r>
          </a:p>
        </p:txBody>
      </p:sp>
      <p:sp>
        <p:nvSpPr>
          <p:cNvPr id="27" name="ZoneTexte 81">
            <a:extLst>
              <a:ext uri="{FF2B5EF4-FFF2-40B4-BE49-F238E27FC236}">
                <a16:creationId xmlns:a16="http://schemas.microsoft.com/office/drawing/2014/main" id="{AEFC1B3C-5F41-BBC7-1A8F-6363FB34AE51}"/>
              </a:ext>
            </a:extLst>
          </p:cNvPr>
          <p:cNvSpPr txBox="1"/>
          <p:nvPr/>
        </p:nvSpPr>
        <p:spPr>
          <a:xfrm>
            <a:off x="8617943" y="5099494"/>
            <a:ext cx="981038" cy="153888"/>
          </a:xfrm>
          <a:prstGeom prst="rect">
            <a:avLst/>
          </a:prstGeom>
          <a:noFill/>
        </p:spPr>
        <p:txBody>
          <a:bodyPr wrap="none" lIns="0" tIns="0" rIns="0" bIns="0" anchor="t" anchorCtr="0">
            <a:spAutoFit/>
          </a:bodyPr>
          <a:lstStyle/>
          <a:p>
            <a:r>
              <a:rPr lang="fr-FR" sz="1000" b="1" kern="0" cap="all">
                <a:ea typeface="Verdana" pitchFamily="34" charset="0"/>
                <a:cs typeface="Helvetica" panose="020B0604020202020204" pitchFamily="34" charset="0"/>
              </a:rPr>
              <a:t>Votre texte ici</a:t>
            </a:r>
          </a:p>
        </p:txBody>
      </p:sp>
      <p:sp>
        <p:nvSpPr>
          <p:cNvPr id="28" name="Rectangle 67">
            <a:extLst>
              <a:ext uri="{FF2B5EF4-FFF2-40B4-BE49-F238E27FC236}">
                <a16:creationId xmlns:a16="http://schemas.microsoft.com/office/drawing/2014/main" id="{4CD0007F-A184-7B67-5C27-E38AF4C28005}"/>
              </a:ext>
            </a:extLst>
          </p:cNvPr>
          <p:cNvSpPr>
            <a:spLocks/>
          </p:cNvSpPr>
          <p:nvPr/>
        </p:nvSpPr>
        <p:spPr bwMode="auto">
          <a:xfrm>
            <a:off x="8617943" y="5265325"/>
            <a:ext cx="2343023" cy="200177"/>
          </a:xfrm>
          <a:prstGeom prst="rect">
            <a:avLst/>
          </a:prstGeom>
          <a:solidFill>
            <a:schemeClr val="tx2">
              <a:lumMod val="60000"/>
              <a:lumOff val="40000"/>
            </a:schemeClr>
          </a:solidFill>
          <a:ln w="28575">
            <a:noFill/>
          </a:ln>
        </p:spPr>
        <p:txBody>
          <a:bodyPr wrap="square" lIns="0" tIns="0" rIns="0" bIns="0" anchor="ctr" anchorCtr="0">
            <a:noAutofit/>
          </a:bodyPr>
          <a:lstStyle/>
          <a:p>
            <a:pPr algn="ctr"/>
            <a:r>
              <a:rPr lang="fr-FR" sz="800" kern="0">
                <a:solidFill>
                  <a:schemeClr val="bg1"/>
                </a:solidFill>
                <a:ea typeface="Verdana" pitchFamily="34" charset="0"/>
                <a:cs typeface="Helvetica" panose="020B0604020202020204" pitchFamily="34" charset="0"/>
              </a:rPr>
              <a:t>Votre texte ici</a:t>
            </a:r>
          </a:p>
        </p:txBody>
      </p:sp>
      <p:sp>
        <p:nvSpPr>
          <p:cNvPr id="29" name="Rectangle 67">
            <a:extLst>
              <a:ext uri="{FF2B5EF4-FFF2-40B4-BE49-F238E27FC236}">
                <a16:creationId xmlns:a16="http://schemas.microsoft.com/office/drawing/2014/main" id="{AD360137-3B8B-B577-607E-0CA043AB9034}"/>
              </a:ext>
            </a:extLst>
          </p:cNvPr>
          <p:cNvSpPr>
            <a:spLocks/>
          </p:cNvSpPr>
          <p:nvPr/>
        </p:nvSpPr>
        <p:spPr bwMode="auto">
          <a:xfrm>
            <a:off x="4034741" y="2445101"/>
            <a:ext cx="155630" cy="198000"/>
          </a:xfrm>
          <a:prstGeom prst="rect">
            <a:avLst/>
          </a:prstGeom>
          <a:solidFill>
            <a:schemeClr val="accent1"/>
          </a:solidFill>
          <a:ln w="28575">
            <a:noFill/>
          </a:ln>
        </p:spPr>
        <p:txBody>
          <a:bodyPr wrap="none" lIns="216000" tIns="0" rIns="0" bIns="0" anchor="ctr" anchorCtr="0">
            <a:noAutofit/>
          </a:bodyPr>
          <a:lstStyle/>
          <a:p>
            <a:r>
              <a:rPr lang="fr-FR" sz="800" kern="0">
                <a:ea typeface="Verdana" pitchFamily="34" charset="0"/>
                <a:cs typeface="Helvetica" panose="020B0604020202020204" pitchFamily="34" charset="0"/>
              </a:rPr>
              <a:t>Votre texte ici</a:t>
            </a:r>
          </a:p>
        </p:txBody>
      </p:sp>
      <p:sp>
        <p:nvSpPr>
          <p:cNvPr id="30" name="Triangle isocèle 29">
            <a:extLst>
              <a:ext uri="{FF2B5EF4-FFF2-40B4-BE49-F238E27FC236}">
                <a16:creationId xmlns:a16="http://schemas.microsoft.com/office/drawing/2014/main" id="{6A7633D4-EFF7-870D-BEC3-66E68E9F734D}"/>
              </a:ext>
            </a:extLst>
          </p:cNvPr>
          <p:cNvSpPr/>
          <p:nvPr/>
        </p:nvSpPr>
        <p:spPr>
          <a:xfrm>
            <a:off x="4022069" y="2797122"/>
            <a:ext cx="128422" cy="1143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216000" rIns="0" bIns="0" rtlCol="0" anchor="ctr"/>
          <a:lstStyle/>
          <a:p>
            <a:pPr marL="0" lvl="1" algn="ctr" defTabSz="1219170" fontAlgn="auto">
              <a:lnSpc>
                <a:spcPct val="100000"/>
              </a:lnSpc>
              <a:spcBef>
                <a:spcPts val="0"/>
              </a:spcBef>
              <a:spcAft>
                <a:spcPts val="0"/>
              </a:spcAft>
              <a:buClr>
                <a:srgbClr val="2D2D8A"/>
              </a:buClr>
              <a:buSzPct val="180000"/>
            </a:pPr>
            <a:r>
              <a:rPr lang="fr-FR" altLang="fr-FR" sz="800" kern="0" spc="20">
                <a:solidFill>
                  <a:schemeClr val="tx1"/>
                </a:solidFill>
                <a:ea typeface="Verdana" pitchFamily="34" charset="0"/>
                <a:cs typeface="Helvetica" panose="020B0604020202020204" pitchFamily="34" charset="0"/>
              </a:rPr>
              <a:t>Votre texte</a:t>
            </a:r>
          </a:p>
        </p:txBody>
      </p:sp>
      <p:sp>
        <p:nvSpPr>
          <p:cNvPr id="31" name="Rectangle 67">
            <a:extLst>
              <a:ext uri="{FF2B5EF4-FFF2-40B4-BE49-F238E27FC236}">
                <a16:creationId xmlns:a16="http://schemas.microsoft.com/office/drawing/2014/main" id="{C0C71A16-9452-0678-18A8-D885A64BA2A6}"/>
              </a:ext>
            </a:extLst>
          </p:cNvPr>
          <p:cNvSpPr>
            <a:spLocks/>
          </p:cNvSpPr>
          <p:nvPr/>
        </p:nvSpPr>
        <p:spPr bwMode="auto">
          <a:xfrm>
            <a:off x="2394803" y="2855877"/>
            <a:ext cx="155630" cy="198000"/>
          </a:xfrm>
          <a:prstGeom prst="rect">
            <a:avLst/>
          </a:prstGeom>
          <a:solidFill>
            <a:schemeClr val="accent1"/>
          </a:solidFill>
          <a:ln w="28575">
            <a:noFill/>
          </a:ln>
        </p:spPr>
        <p:txBody>
          <a:bodyPr wrap="none" lIns="216000" tIns="0" rIns="0" bIns="0" anchor="ctr" anchorCtr="0">
            <a:noAutofit/>
          </a:bodyPr>
          <a:lstStyle/>
          <a:p>
            <a:r>
              <a:rPr lang="fr-FR" sz="800" kern="0">
                <a:ea typeface="Verdana" pitchFamily="34" charset="0"/>
                <a:cs typeface="Helvetica" panose="020B0604020202020204" pitchFamily="34" charset="0"/>
              </a:rPr>
              <a:t>Votre texte ici</a:t>
            </a:r>
          </a:p>
        </p:txBody>
      </p:sp>
      <p:sp>
        <p:nvSpPr>
          <p:cNvPr id="32" name="Rectangle 67">
            <a:extLst>
              <a:ext uri="{FF2B5EF4-FFF2-40B4-BE49-F238E27FC236}">
                <a16:creationId xmlns:a16="http://schemas.microsoft.com/office/drawing/2014/main" id="{F5539890-8A56-F313-2ED2-A38AD2DFB5E6}"/>
              </a:ext>
            </a:extLst>
          </p:cNvPr>
          <p:cNvSpPr>
            <a:spLocks/>
          </p:cNvSpPr>
          <p:nvPr/>
        </p:nvSpPr>
        <p:spPr bwMode="auto">
          <a:xfrm>
            <a:off x="4553816" y="3878170"/>
            <a:ext cx="2718522" cy="198000"/>
          </a:xfrm>
          <a:prstGeom prst="rect">
            <a:avLst/>
          </a:prstGeom>
          <a:solidFill>
            <a:schemeClr val="tx2"/>
          </a:solidFill>
          <a:ln w="28575">
            <a:noFill/>
          </a:ln>
        </p:spPr>
        <p:txBody>
          <a:bodyPr wrap="none" lIns="36000" tIns="72000" rIns="0" bIns="72000" anchor="ctr" anchorCtr="0">
            <a:noAutofit/>
          </a:bodyPr>
          <a:lstStyle/>
          <a:p>
            <a:pPr algn="ctr"/>
            <a:r>
              <a:rPr lang="fr-FR" sz="800" kern="0">
                <a:solidFill>
                  <a:schemeClr val="bg1"/>
                </a:solidFill>
                <a:ea typeface="Verdana" pitchFamily="34" charset="0"/>
                <a:cs typeface="Helvetica" panose="020B0604020202020204" pitchFamily="34" charset="0"/>
              </a:rPr>
              <a:t>Votre texte ici</a:t>
            </a:r>
          </a:p>
        </p:txBody>
      </p:sp>
      <p:sp>
        <p:nvSpPr>
          <p:cNvPr id="33" name="Rectangle 67">
            <a:extLst>
              <a:ext uri="{FF2B5EF4-FFF2-40B4-BE49-F238E27FC236}">
                <a16:creationId xmlns:a16="http://schemas.microsoft.com/office/drawing/2014/main" id="{A62A7021-058E-12DF-6868-C40E5E6CE480}"/>
              </a:ext>
            </a:extLst>
          </p:cNvPr>
          <p:cNvSpPr>
            <a:spLocks/>
          </p:cNvSpPr>
          <p:nvPr/>
        </p:nvSpPr>
        <p:spPr bwMode="auto">
          <a:xfrm>
            <a:off x="3570173" y="3558571"/>
            <a:ext cx="2059101" cy="198000"/>
          </a:xfrm>
          <a:prstGeom prst="rect">
            <a:avLst/>
          </a:prstGeom>
          <a:solidFill>
            <a:schemeClr val="accent5"/>
          </a:solidFill>
          <a:ln w="28575">
            <a:noFill/>
          </a:ln>
        </p:spPr>
        <p:txBody>
          <a:bodyPr wrap="none" lIns="36000" tIns="72000" rIns="0" bIns="72000" anchor="ctr" anchorCtr="0">
            <a:noAutofit/>
          </a:bodyPr>
          <a:lstStyle/>
          <a:p>
            <a:pPr algn="ctr"/>
            <a:r>
              <a:rPr lang="fr-FR" sz="800" kern="0">
                <a:solidFill>
                  <a:schemeClr val="bg1"/>
                </a:solidFill>
                <a:ea typeface="Verdana" pitchFamily="34" charset="0"/>
                <a:cs typeface="Helvetica" panose="020B0604020202020204" pitchFamily="34" charset="0"/>
              </a:rPr>
              <a:t>Votre texte ici</a:t>
            </a:r>
          </a:p>
        </p:txBody>
      </p:sp>
      <p:sp>
        <p:nvSpPr>
          <p:cNvPr id="34" name="Rectangle 67">
            <a:extLst>
              <a:ext uri="{FF2B5EF4-FFF2-40B4-BE49-F238E27FC236}">
                <a16:creationId xmlns:a16="http://schemas.microsoft.com/office/drawing/2014/main" id="{773D594D-D629-9EBF-EB36-22E93B687625}"/>
              </a:ext>
            </a:extLst>
          </p:cNvPr>
          <p:cNvSpPr>
            <a:spLocks/>
          </p:cNvSpPr>
          <p:nvPr/>
        </p:nvSpPr>
        <p:spPr bwMode="auto">
          <a:xfrm>
            <a:off x="5467301" y="4184256"/>
            <a:ext cx="155630" cy="123111"/>
          </a:xfrm>
          <a:prstGeom prst="homePlate">
            <a:avLst/>
          </a:prstGeom>
          <a:solidFill>
            <a:schemeClr val="tx2"/>
          </a:solidFill>
          <a:ln w="28575">
            <a:noFill/>
          </a:ln>
        </p:spPr>
        <p:txBody>
          <a:bodyPr wrap="none" lIns="216000" tIns="0" rIns="0" bIns="0" anchor="t" anchorCtr="0">
            <a:noAutofit/>
          </a:bodyPr>
          <a:lstStyle/>
          <a:p>
            <a:r>
              <a:rPr lang="fr-FR" sz="900" kern="0">
                <a:solidFill>
                  <a:schemeClr val="tx2"/>
                </a:solidFill>
                <a:ea typeface="Verdana" pitchFamily="34" charset="0"/>
                <a:cs typeface="Helvetica" panose="020B0604020202020204" pitchFamily="34" charset="0"/>
              </a:rPr>
              <a:t>Votre</a:t>
            </a:r>
            <a:r>
              <a:rPr lang="fr-FR" sz="800" kern="0">
                <a:solidFill>
                  <a:schemeClr val="tx2"/>
                </a:solidFill>
                <a:ea typeface="Verdana" pitchFamily="34" charset="0"/>
                <a:cs typeface="Helvetica" panose="020B0604020202020204" pitchFamily="34" charset="0"/>
              </a:rPr>
              <a:t> </a:t>
            </a:r>
            <a:r>
              <a:rPr lang="fr-FR" sz="900" kern="0">
                <a:solidFill>
                  <a:schemeClr val="tx2"/>
                </a:solidFill>
                <a:ea typeface="Verdana" pitchFamily="34" charset="0"/>
                <a:cs typeface="Helvetica" panose="020B0604020202020204" pitchFamily="34" charset="0"/>
              </a:rPr>
              <a:t>texte ici</a:t>
            </a:r>
          </a:p>
        </p:txBody>
      </p:sp>
      <p:sp>
        <p:nvSpPr>
          <p:cNvPr id="35" name="Rectangle 67">
            <a:extLst>
              <a:ext uri="{FF2B5EF4-FFF2-40B4-BE49-F238E27FC236}">
                <a16:creationId xmlns:a16="http://schemas.microsoft.com/office/drawing/2014/main" id="{79DBF836-1678-B82E-1C81-18C39F7BDC92}"/>
              </a:ext>
            </a:extLst>
          </p:cNvPr>
          <p:cNvSpPr>
            <a:spLocks/>
          </p:cNvSpPr>
          <p:nvPr/>
        </p:nvSpPr>
        <p:spPr bwMode="auto">
          <a:xfrm>
            <a:off x="5901893" y="4456971"/>
            <a:ext cx="2619807" cy="198000"/>
          </a:xfrm>
          <a:prstGeom prst="rect">
            <a:avLst/>
          </a:prstGeom>
          <a:solidFill>
            <a:schemeClr val="accent5"/>
          </a:solidFill>
          <a:ln w="28575">
            <a:noFill/>
          </a:ln>
        </p:spPr>
        <p:txBody>
          <a:bodyPr wrap="none" lIns="36000" tIns="72000" rIns="0" bIns="72000" anchor="ctr" anchorCtr="0">
            <a:noAutofit/>
          </a:bodyPr>
          <a:lstStyle/>
          <a:p>
            <a:pPr algn="ctr"/>
            <a:r>
              <a:rPr lang="fr-FR" sz="800" kern="0">
                <a:solidFill>
                  <a:schemeClr val="bg1"/>
                </a:solidFill>
                <a:ea typeface="Verdana" pitchFamily="34" charset="0"/>
                <a:cs typeface="Helvetica" panose="020B0604020202020204" pitchFamily="34" charset="0"/>
              </a:rPr>
              <a:t>Votre texte ici</a:t>
            </a:r>
          </a:p>
        </p:txBody>
      </p:sp>
      <p:sp>
        <p:nvSpPr>
          <p:cNvPr id="37" name="Rectangle 67">
            <a:extLst>
              <a:ext uri="{FF2B5EF4-FFF2-40B4-BE49-F238E27FC236}">
                <a16:creationId xmlns:a16="http://schemas.microsoft.com/office/drawing/2014/main" id="{0C1189BC-EBEE-49CB-2BA9-7A1315E04A78}"/>
              </a:ext>
            </a:extLst>
          </p:cNvPr>
          <p:cNvSpPr>
            <a:spLocks/>
          </p:cNvSpPr>
          <p:nvPr/>
        </p:nvSpPr>
        <p:spPr bwMode="auto">
          <a:xfrm>
            <a:off x="5812365" y="2148871"/>
            <a:ext cx="2059101" cy="198000"/>
          </a:xfrm>
          <a:prstGeom prst="rect">
            <a:avLst/>
          </a:prstGeom>
          <a:solidFill>
            <a:schemeClr val="accent1"/>
          </a:solidFill>
          <a:ln w="28575">
            <a:noFill/>
          </a:ln>
        </p:spPr>
        <p:txBody>
          <a:bodyPr wrap="none" lIns="36000" tIns="72000" rIns="0" bIns="72000" anchor="ctr" anchorCtr="0">
            <a:noAutofit/>
          </a:bodyPr>
          <a:lstStyle/>
          <a:p>
            <a:pPr algn="ctr"/>
            <a:r>
              <a:rPr lang="fr-FR" sz="800" kern="0">
                <a:solidFill>
                  <a:schemeClr val="bg1"/>
                </a:solidFill>
                <a:ea typeface="Verdana" pitchFamily="34" charset="0"/>
                <a:cs typeface="Helvetica" panose="020B0604020202020204" pitchFamily="34" charset="0"/>
              </a:rPr>
              <a:t>Votre texte ici</a:t>
            </a:r>
          </a:p>
        </p:txBody>
      </p:sp>
      <p:grpSp>
        <p:nvGrpSpPr>
          <p:cNvPr id="38" name="Group 14">
            <a:extLst>
              <a:ext uri="{FF2B5EF4-FFF2-40B4-BE49-F238E27FC236}">
                <a16:creationId xmlns:a16="http://schemas.microsoft.com/office/drawing/2014/main" id="{802C6885-545C-4CD2-5EE5-5A345003DEBD}"/>
              </a:ext>
            </a:extLst>
          </p:cNvPr>
          <p:cNvGrpSpPr/>
          <p:nvPr/>
        </p:nvGrpSpPr>
        <p:grpSpPr>
          <a:xfrm>
            <a:off x="2118368" y="1098957"/>
            <a:ext cx="423312" cy="85502"/>
            <a:chOff x="2046212" y="1074167"/>
            <a:chExt cx="550540" cy="111200"/>
          </a:xfrm>
        </p:grpSpPr>
        <p:sp>
          <p:nvSpPr>
            <p:cNvPr id="39" name="Ellipse 38">
              <a:extLst>
                <a:ext uri="{FF2B5EF4-FFF2-40B4-BE49-F238E27FC236}">
                  <a16:creationId xmlns:a16="http://schemas.microsoft.com/office/drawing/2014/main" id="{454B534D-06C4-02CC-6CE9-B62694111321}"/>
                </a:ext>
              </a:extLst>
            </p:cNvPr>
            <p:cNvSpPr/>
            <p:nvPr/>
          </p:nvSpPr>
          <p:spPr>
            <a:xfrm>
              <a:off x="2046212"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Ellipse 39">
              <a:extLst>
                <a:ext uri="{FF2B5EF4-FFF2-40B4-BE49-F238E27FC236}">
                  <a16:creationId xmlns:a16="http://schemas.microsoft.com/office/drawing/2014/main" id="{8FEB5907-A1C9-DCF2-7274-7F7817483E84}"/>
                </a:ext>
              </a:extLst>
            </p:cNvPr>
            <p:cNvSpPr/>
            <p:nvPr/>
          </p:nvSpPr>
          <p:spPr>
            <a:xfrm>
              <a:off x="2192659"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Ellipse 40">
              <a:extLst>
                <a:ext uri="{FF2B5EF4-FFF2-40B4-BE49-F238E27FC236}">
                  <a16:creationId xmlns:a16="http://schemas.microsoft.com/office/drawing/2014/main" id="{60043930-2CFF-040C-13E6-81F9B928F954}"/>
                </a:ext>
              </a:extLst>
            </p:cNvPr>
            <p:cNvSpPr/>
            <p:nvPr/>
          </p:nvSpPr>
          <p:spPr>
            <a:xfrm>
              <a:off x="2339106" y="1074167"/>
              <a:ext cx="111200" cy="1112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Ellipse 41">
              <a:extLst>
                <a:ext uri="{FF2B5EF4-FFF2-40B4-BE49-F238E27FC236}">
                  <a16:creationId xmlns:a16="http://schemas.microsoft.com/office/drawing/2014/main" id="{5340C8B4-0833-E871-FC4B-B6BE1122312B}"/>
                </a:ext>
              </a:extLst>
            </p:cNvPr>
            <p:cNvSpPr/>
            <p:nvPr/>
          </p:nvSpPr>
          <p:spPr>
            <a:xfrm>
              <a:off x="2485552"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4873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7286-4453-7F82-E7F3-E0E4857EA787}"/>
            </a:ext>
          </a:extLst>
        </p:cNvPr>
        <p:cNvGrpSpPr/>
        <p:nvPr/>
      </p:nvGrpSpPr>
      <p:grpSpPr>
        <a:xfrm>
          <a:off x="0" y="0"/>
          <a:ext cx="0" cy="0"/>
          <a:chOff x="0" y="0"/>
          <a:chExt cx="0" cy="0"/>
        </a:xfrm>
      </p:grpSpPr>
      <p:sp>
        <p:nvSpPr>
          <p:cNvPr id="10" name="Titre 9">
            <a:extLst>
              <a:ext uri="{FF2B5EF4-FFF2-40B4-BE49-F238E27FC236}">
                <a16:creationId xmlns:a16="http://schemas.microsoft.com/office/drawing/2014/main" id="{D63FF196-C0CD-CA18-CF66-82ABC749CB12}"/>
              </a:ext>
            </a:extLst>
          </p:cNvPr>
          <p:cNvSpPr>
            <a:spLocks noGrp="1"/>
          </p:cNvSpPr>
          <p:nvPr>
            <p:ph type="title"/>
          </p:nvPr>
        </p:nvSpPr>
        <p:spPr/>
        <p:txBody>
          <a:bodyPr/>
          <a:lstStyle/>
          <a:p>
            <a:r>
              <a:rPr kumimoji="0" lang="en-US" sz="3600" b="0" i="0" u="none" strike="noStrike" kern="1200" cap="none" spc="0" normalizeH="0" baseline="0" noProof="0">
                <a:ln>
                  <a:noFill/>
                </a:ln>
                <a:gradFill flip="none" rotWithShape="1">
                  <a:gsLst>
                    <a:gs pos="0">
                      <a:srgbClr val="212C55"/>
                    </a:gs>
                    <a:gs pos="100000">
                      <a:srgbClr val="E7461C"/>
                    </a:gs>
                  </a:gsLst>
                  <a:lin ang="18900000" scaled="1"/>
                  <a:tileRect/>
                </a:gradFill>
                <a:effectLst/>
                <a:uLnTx/>
                <a:uFillTx/>
                <a:latin typeface="Fivo Sans Heavy"/>
                <a:ea typeface="+mj-ea"/>
                <a:cs typeface="+mj-cs"/>
              </a:rPr>
              <a:t>Toolbox</a:t>
            </a:r>
            <a:endParaRPr lang="en-US">
              <a:solidFill>
                <a:schemeClr val="accent1"/>
              </a:solidFill>
            </a:endParaRPr>
          </a:p>
        </p:txBody>
      </p:sp>
      <p:sp>
        <p:nvSpPr>
          <p:cNvPr id="4" name="Espace réservé du numéro de diapositive 3">
            <a:extLst>
              <a:ext uri="{FF2B5EF4-FFF2-40B4-BE49-F238E27FC236}">
                <a16:creationId xmlns:a16="http://schemas.microsoft.com/office/drawing/2014/main" id="{FBB615E4-8032-7534-75B1-E5B424DAA1A6}"/>
              </a:ext>
            </a:extLst>
          </p:cNvPr>
          <p:cNvSpPr>
            <a:spLocks noGrp="1"/>
          </p:cNvSpPr>
          <p:nvPr>
            <p:ph type="sldNum" sz="quarter" idx="12"/>
          </p:nvPr>
        </p:nvSpPr>
        <p:spPr/>
        <p:txBody>
          <a:bodyPr/>
          <a:lstStyle/>
          <a:p>
            <a:fld id="{3A28F117-D1D1-4562-BBA1-C4174F9770ED}" type="slidenum">
              <a:rPr lang="fr-FR" smtClean="0"/>
              <a:pPr/>
              <a:t>20</a:t>
            </a:fld>
            <a:endParaRPr lang="fr-FR"/>
          </a:p>
        </p:txBody>
      </p:sp>
      <p:sp>
        <p:nvSpPr>
          <p:cNvPr id="11" name="Espace réservé du texte 10">
            <a:extLst>
              <a:ext uri="{FF2B5EF4-FFF2-40B4-BE49-F238E27FC236}">
                <a16:creationId xmlns:a16="http://schemas.microsoft.com/office/drawing/2014/main" id="{79240824-BBE2-1C97-4D43-977D150132CA}"/>
              </a:ext>
            </a:extLst>
          </p:cNvPr>
          <p:cNvSpPr>
            <a:spLocks noGrp="1"/>
          </p:cNvSpPr>
          <p:nvPr>
            <p:ph type="body" sz="quarter" idx="13"/>
          </p:nvPr>
        </p:nvSpPr>
        <p:spPr>
          <a:xfrm>
            <a:off x="658813" y="1016000"/>
            <a:ext cx="1368735" cy="249299"/>
          </a:xfrm>
        </p:spPr>
        <p:txBody>
          <a:bodyPr/>
          <a:lstStyle/>
          <a:p>
            <a:r>
              <a:rPr lang="en-US"/>
              <a:t>Tableaux</a:t>
            </a:r>
          </a:p>
        </p:txBody>
      </p:sp>
      <p:sp>
        <p:nvSpPr>
          <p:cNvPr id="6" name="Espace réservé du pied de page 5">
            <a:extLst>
              <a:ext uri="{FF2B5EF4-FFF2-40B4-BE49-F238E27FC236}">
                <a16:creationId xmlns:a16="http://schemas.microsoft.com/office/drawing/2014/main" id="{97A734A8-833C-F7B4-7F12-A667B181B407}"/>
              </a:ext>
            </a:extLst>
          </p:cNvPr>
          <p:cNvSpPr>
            <a:spLocks noGrp="1"/>
          </p:cNvSpPr>
          <p:nvPr>
            <p:ph type="ftr" sz="quarter" idx="16"/>
          </p:nvPr>
        </p:nvSpPr>
        <p:spPr/>
        <p:txBody>
          <a:bodyPr/>
          <a:lstStyle/>
          <a:p>
            <a:r>
              <a:rPr lang="fr-FR"/>
              <a:t>Titre du document //  Niveau de confidentialité // Interne/Externe</a:t>
            </a:r>
          </a:p>
        </p:txBody>
      </p:sp>
      <p:graphicFrame>
        <p:nvGraphicFramePr>
          <p:cNvPr id="2" name="Tableau 1">
            <a:extLst>
              <a:ext uri="{FF2B5EF4-FFF2-40B4-BE49-F238E27FC236}">
                <a16:creationId xmlns:a16="http://schemas.microsoft.com/office/drawing/2014/main" id="{86F1A615-0F49-4CC7-7327-08B58E1E8308}"/>
              </a:ext>
            </a:extLst>
          </p:cNvPr>
          <p:cNvGraphicFramePr>
            <a:graphicFrameLocks noGrp="1"/>
          </p:cNvGraphicFramePr>
          <p:nvPr>
            <p:extLst>
              <p:ext uri="{D42A27DB-BD31-4B8C-83A1-F6EECF244321}">
                <p14:modId xmlns:p14="http://schemas.microsoft.com/office/powerpoint/2010/main" val="2233049780"/>
              </p:ext>
            </p:extLst>
          </p:nvPr>
        </p:nvGraphicFramePr>
        <p:xfrm>
          <a:off x="524425" y="2232844"/>
          <a:ext cx="11106814" cy="3830388"/>
        </p:xfrm>
        <a:graphic>
          <a:graphicData uri="http://schemas.openxmlformats.org/drawingml/2006/table">
            <a:tbl>
              <a:tblPr>
                <a:tableStyleId>{5C22544A-7EE6-4342-B048-85BDC9FD1C3A}</a:tableStyleId>
              </a:tblPr>
              <a:tblGrid>
                <a:gridCol w="1602814">
                  <a:extLst>
                    <a:ext uri="{9D8B030D-6E8A-4147-A177-3AD203B41FA5}">
                      <a16:colId xmlns:a16="http://schemas.microsoft.com/office/drawing/2014/main" val="3373877816"/>
                    </a:ext>
                  </a:extLst>
                </a:gridCol>
                <a:gridCol w="1152000">
                  <a:extLst>
                    <a:ext uri="{9D8B030D-6E8A-4147-A177-3AD203B41FA5}">
                      <a16:colId xmlns:a16="http://schemas.microsoft.com/office/drawing/2014/main" val="973498847"/>
                    </a:ext>
                  </a:extLst>
                </a:gridCol>
                <a:gridCol w="1152000">
                  <a:extLst>
                    <a:ext uri="{9D8B030D-6E8A-4147-A177-3AD203B41FA5}">
                      <a16:colId xmlns:a16="http://schemas.microsoft.com/office/drawing/2014/main" val="1541600152"/>
                    </a:ext>
                  </a:extLst>
                </a:gridCol>
                <a:gridCol w="1152000">
                  <a:extLst>
                    <a:ext uri="{9D8B030D-6E8A-4147-A177-3AD203B41FA5}">
                      <a16:colId xmlns:a16="http://schemas.microsoft.com/office/drawing/2014/main" val="483063861"/>
                    </a:ext>
                  </a:extLst>
                </a:gridCol>
                <a:gridCol w="1152000">
                  <a:extLst>
                    <a:ext uri="{9D8B030D-6E8A-4147-A177-3AD203B41FA5}">
                      <a16:colId xmlns:a16="http://schemas.microsoft.com/office/drawing/2014/main" val="669877960"/>
                    </a:ext>
                  </a:extLst>
                </a:gridCol>
                <a:gridCol w="1152000">
                  <a:extLst>
                    <a:ext uri="{9D8B030D-6E8A-4147-A177-3AD203B41FA5}">
                      <a16:colId xmlns:a16="http://schemas.microsoft.com/office/drawing/2014/main" val="1148852848"/>
                    </a:ext>
                  </a:extLst>
                </a:gridCol>
                <a:gridCol w="1152000">
                  <a:extLst>
                    <a:ext uri="{9D8B030D-6E8A-4147-A177-3AD203B41FA5}">
                      <a16:colId xmlns:a16="http://schemas.microsoft.com/office/drawing/2014/main" val="3732186180"/>
                    </a:ext>
                  </a:extLst>
                </a:gridCol>
                <a:gridCol w="288000">
                  <a:extLst>
                    <a:ext uri="{9D8B030D-6E8A-4147-A177-3AD203B41FA5}">
                      <a16:colId xmlns:a16="http://schemas.microsoft.com/office/drawing/2014/main" val="2307215563"/>
                    </a:ext>
                  </a:extLst>
                </a:gridCol>
                <a:gridCol w="1152000">
                  <a:extLst>
                    <a:ext uri="{9D8B030D-6E8A-4147-A177-3AD203B41FA5}">
                      <a16:colId xmlns:a16="http://schemas.microsoft.com/office/drawing/2014/main" val="1835280545"/>
                    </a:ext>
                  </a:extLst>
                </a:gridCol>
                <a:gridCol w="1152000">
                  <a:extLst>
                    <a:ext uri="{9D8B030D-6E8A-4147-A177-3AD203B41FA5}">
                      <a16:colId xmlns:a16="http://schemas.microsoft.com/office/drawing/2014/main" val="2398466999"/>
                    </a:ext>
                  </a:extLst>
                </a:gridCol>
              </a:tblGrid>
              <a:tr h="396240">
                <a:tc rowSpan="2">
                  <a:txBody>
                    <a:bodyPr/>
                    <a:lstStyle/>
                    <a:p>
                      <a:pPr algn="l" fontAlgn="ctr"/>
                      <a:endParaRPr lang="fr-FR" sz="800" b="0" i="1" u="none" strike="noStrike" dirty="0">
                        <a:solidFill>
                          <a:srgbClr val="000000"/>
                        </a:solidFill>
                        <a:effectLst/>
                        <a:latin typeface="+mn-lt"/>
                      </a:endParaRPr>
                    </a:p>
                  </a:txBody>
                  <a:tcPr marL="71411"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6">
                  <a:txBody>
                    <a:bodyPr/>
                    <a:lstStyle/>
                    <a:p>
                      <a:pPr algn="ctr" fontAlgn="ctr"/>
                      <a:r>
                        <a:rPr lang="fr-FR" sz="1000" u="none" strike="noStrike" cap="all" baseline="0">
                          <a:solidFill>
                            <a:schemeClr val="bg1"/>
                          </a:solidFill>
                          <a:effectLst/>
                          <a:latin typeface="+mj-lt"/>
                        </a:rPr>
                        <a:t>Votre texte ici</a:t>
                      </a:r>
                      <a:endParaRPr lang="fr-FR" sz="1000" b="1" i="0" u="none" strike="noStrike" cap="all" baseline="0" dirty="0">
                        <a:solidFill>
                          <a:schemeClr val="bg1"/>
                        </a:solidFill>
                        <a:effectLst/>
                        <a:latin typeface="+mj-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a:txBody>
                    <a:bodyPr/>
                    <a:lstStyle/>
                    <a:p>
                      <a:pPr algn="ctr" fontAlgn="ctr"/>
                      <a:endParaRPr lang="fr-FR" sz="1000" b="1" i="0" u="none" strike="noStrike" dirty="0">
                        <a:solidFill>
                          <a:schemeClr val="bg1"/>
                        </a:solidFill>
                        <a:effectLst/>
                        <a:latin typeface="+mj-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algn="ctr" fontAlgn="ctr"/>
                      <a:r>
                        <a:rPr lang="fr-FR" sz="1000" u="none" strike="noStrike" cap="all" baseline="0">
                          <a:solidFill>
                            <a:schemeClr val="bg1"/>
                          </a:solidFill>
                          <a:effectLst/>
                          <a:latin typeface="+mj-lt"/>
                        </a:rPr>
                        <a:t>Comparaison </a:t>
                      </a:r>
                      <a:endParaRPr lang="fr-FR" sz="1000" b="1" i="0" u="none" strike="noStrike" cap="all" baseline="0" dirty="0">
                        <a:solidFill>
                          <a:schemeClr val="bg1"/>
                        </a:solidFill>
                        <a:effectLst/>
                        <a:latin typeface="+mj-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hMerge="1">
                  <a:txBody>
                    <a:bodyPr/>
                    <a:lstStyle/>
                    <a:p>
                      <a:endParaRPr lang="fr-FR"/>
                    </a:p>
                  </a:txBody>
                  <a:tcPr/>
                </a:tc>
                <a:extLst>
                  <a:ext uri="{0D108BD9-81ED-4DB2-BD59-A6C34878D82A}">
                    <a16:rowId xmlns:a16="http://schemas.microsoft.com/office/drawing/2014/main" val="2271116359"/>
                  </a:ext>
                </a:extLst>
              </a:tr>
              <a:tr h="415810">
                <a:tc vMerge="1">
                  <a:txBody>
                    <a:bodyPr/>
                    <a:lstStyle/>
                    <a:p>
                      <a:endParaRPr lang="fr-FR"/>
                    </a:p>
                  </a:txBody>
                  <a:tcPr/>
                </a:tc>
                <a:tc>
                  <a:txBody>
                    <a:bodyPr/>
                    <a:lstStyle/>
                    <a:p>
                      <a:pPr algn="ctr" fontAlgn="ctr"/>
                      <a:r>
                        <a:rPr lang="fr-FR" sz="800" u="none" strike="noStrike">
                          <a:solidFill>
                            <a:schemeClr val="bg1"/>
                          </a:solidFill>
                          <a:effectLst/>
                          <a:latin typeface="+mn-lt"/>
                        </a:rPr>
                        <a:t>Item 01</a:t>
                      </a: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r>
                        <a:rPr lang="fr-FR" sz="800" u="none" strike="noStrike">
                          <a:solidFill>
                            <a:schemeClr val="bg1"/>
                          </a:solidFill>
                          <a:effectLst/>
                          <a:latin typeface="+mn-lt"/>
                        </a:rPr>
                        <a:t>Item 02</a:t>
                      </a: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r>
                        <a:rPr lang="fr-FR" sz="800" u="none" strike="noStrike">
                          <a:solidFill>
                            <a:schemeClr val="bg1"/>
                          </a:solidFill>
                          <a:effectLst/>
                          <a:latin typeface="+mn-lt"/>
                        </a:rPr>
                        <a:t>Item 03</a:t>
                      </a: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r>
                        <a:rPr lang="fr-FR" sz="800" u="none" strike="noStrike">
                          <a:solidFill>
                            <a:schemeClr val="bg1"/>
                          </a:solidFill>
                          <a:effectLst/>
                          <a:latin typeface="+mn-lt"/>
                        </a:rPr>
                        <a:t>Item 04</a:t>
                      </a: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r>
                        <a:rPr lang="fr-FR" sz="800" u="none" strike="noStrike">
                          <a:solidFill>
                            <a:schemeClr val="bg1"/>
                          </a:solidFill>
                          <a:effectLst/>
                          <a:latin typeface="+mn-lt"/>
                        </a:rPr>
                        <a:t>Item 05</a:t>
                      </a: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r>
                        <a:rPr lang="fr-FR" sz="800" u="none" strike="noStrike">
                          <a:solidFill>
                            <a:schemeClr val="bg1"/>
                          </a:solidFill>
                          <a:effectLst/>
                          <a:latin typeface="+mn-lt"/>
                        </a:rPr>
                        <a:t>Item 06</a:t>
                      </a: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endParaRPr lang="fr-FR" sz="800" b="0"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ctr"/>
                      <a:r>
                        <a:rPr lang="fr-FR" sz="800" u="none" strike="noStrike">
                          <a:solidFill>
                            <a:schemeClr val="bg1"/>
                          </a:solidFill>
                          <a:effectLst/>
                          <a:latin typeface="+mn-lt"/>
                        </a:rPr>
                        <a:t>2023</a:t>
                      </a:r>
                      <a:endParaRPr lang="fr-FR" sz="800" b="1"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fontAlgn="ctr"/>
                      <a:r>
                        <a:rPr lang="fr-FR" sz="800" u="none" strike="noStrike">
                          <a:solidFill>
                            <a:schemeClr val="bg1"/>
                          </a:solidFill>
                          <a:effectLst/>
                          <a:latin typeface="+mn-lt"/>
                        </a:rPr>
                        <a:t>2024</a:t>
                      </a:r>
                      <a:endParaRPr lang="fr-FR" sz="800" b="1" i="0" u="none" strike="noStrike" dirty="0">
                        <a:solidFill>
                          <a:schemeClr val="bg1"/>
                        </a:solidFill>
                        <a:effectLst/>
                        <a:latin typeface="+mn-lt"/>
                      </a:endParaRPr>
                    </a:p>
                  </a:txBody>
                  <a:tcPr marL="7935" marR="7935"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285991093"/>
                  </a:ext>
                </a:extLst>
              </a:tr>
              <a:tr h="222191">
                <a:tc>
                  <a:txBody>
                    <a:bodyPr/>
                    <a:lstStyle/>
                    <a:p>
                      <a:pPr algn="r" fontAlgn="ctr"/>
                      <a:r>
                        <a:rPr lang="fr-FR" sz="800" u="none" strike="noStrike">
                          <a:effectLst/>
                          <a:latin typeface="+mn-lt"/>
                        </a:rPr>
                        <a:t>Votre texte ici</a:t>
                      </a:r>
                      <a:endParaRPr lang="fr-FR" sz="800" b="0" i="0" u="none" strike="noStrike" dirty="0">
                        <a:solidFill>
                          <a:srgbClr val="595959"/>
                        </a:solidFill>
                        <a:effectLst/>
                        <a:latin typeface="+mn-lt"/>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145971"/>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+21%</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+21%</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+21%</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extLst>
                  <a:ext uri="{0D108BD9-81ED-4DB2-BD59-A6C34878D82A}">
                    <a16:rowId xmlns:a16="http://schemas.microsoft.com/office/drawing/2014/main" val="291477032"/>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0836071"/>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+19%</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+19%</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+19%</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extLst>
                  <a:ext uri="{0D108BD9-81ED-4DB2-BD59-A6C34878D82A}">
                    <a16:rowId xmlns:a16="http://schemas.microsoft.com/office/drawing/2014/main" val="3200687079"/>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+18%</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+18%</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+18%</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7730986"/>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+17%</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+17%</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+17%</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extLst>
                  <a:ext uri="{0D108BD9-81ED-4DB2-BD59-A6C34878D82A}">
                    <a16:rowId xmlns:a16="http://schemas.microsoft.com/office/drawing/2014/main" val="3105967554"/>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12,0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+16%</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+16%</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+16%</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+2%</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14%</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81572145"/>
                  </a:ext>
                </a:extLst>
              </a:tr>
              <a:tr h="222191">
                <a:tc>
                  <a:txBody>
                    <a:bodyPr/>
                    <a:lstStyle/>
                    <a:p>
                      <a:pPr algn="r" fontAlgn="ctr"/>
                      <a:r>
                        <a:rPr lang="fr-FR" sz="900" b="1" u="none" strike="noStrike">
                          <a:solidFill>
                            <a:schemeClr val="bg1"/>
                          </a:solidFill>
                          <a:effectLst/>
                          <a:latin typeface="+mn-lt"/>
                        </a:rPr>
                        <a:t>Total</a:t>
                      </a:r>
                      <a:endParaRPr lang="fr-FR" sz="900" b="1" i="0" u="none" strike="noStrike" dirty="0">
                        <a:solidFill>
                          <a:schemeClr val="bg1"/>
                        </a:solidFill>
                        <a:effectLst/>
                        <a:latin typeface="+mn-lt"/>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84,0 </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+20%</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+20%</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+20%</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endParaRPr lang="fr-FR" sz="900" b="1" i="0"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900" b="1" u="none" strike="noStrike" dirty="0">
                          <a:solidFill>
                            <a:schemeClr val="bg1"/>
                          </a:solidFill>
                          <a:effectLst/>
                          <a:latin typeface="+mn-lt"/>
                        </a:rPr>
                        <a:t>100%</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pPr algn="r" fontAlgn="ctr"/>
                      <a:r>
                        <a:rPr lang="fr-FR" sz="900" b="1" u="none" strike="noStrike" dirty="0">
                          <a:solidFill>
                            <a:schemeClr val="bg1"/>
                          </a:solidFill>
                          <a:effectLst/>
                          <a:latin typeface="+mn-lt"/>
                        </a:rPr>
                        <a:t>100%</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199076419"/>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700" u="none" strike="noStrike" dirty="0">
                          <a:effectLst/>
                          <a:latin typeface="+mn-lt"/>
                        </a:rPr>
                        <a:t>25,0 </a:t>
                      </a:r>
                      <a:endParaRPr lang="fr-FR" sz="7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700" u="none" strike="noStrike" dirty="0">
                          <a:effectLst/>
                          <a:latin typeface="+mn-lt"/>
                        </a:rPr>
                        <a:t>+20%</a:t>
                      </a:r>
                      <a:endParaRPr lang="fr-FR" sz="7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700" u="none" strike="noStrike" dirty="0">
                          <a:effectLst/>
                          <a:latin typeface="+mn-lt"/>
                        </a:rPr>
                        <a:t>+20%</a:t>
                      </a:r>
                      <a:endParaRPr lang="fr-FR" sz="7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700" u="none" strike="noStrike" dirty="0">
                          <a:effectLst/>
                          <a:latin typeface="+mn-lt"/>
                        </a:rPr>
                        <a:t>+20%</a:t>
                      </a:r>
                      <a:endParaRPr lang="fr-FR" sz="7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700" u="none" strike="noStrike" dirty="0">
                          <a:effectLst/>
                          <a:latin typeface="+mn-lt"/>
                        </a:rPr>
                        <a:t>+2%</a:t>
                      </a:r>
                      <a:endParaRPr lang="fr-FR" sz="7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700" u="none" strike="noStrike" dirty="0">
                          <a:effectLst/>
                          <a:latin typeface="+mn-lt"/>
                        </a:rPr>
                        <a:t>+2%</a:t>
                      </a:r>
                      <a:endParaRPr lang="fr-FR" sz="7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1"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700" u="none" strike="noStrike" dirty="0">
                          <a:effectLst/>
                          <a:latin typeface="+mn-lt"/>
                        </a:rPr>
                        <a:t>30%</a:t>
                      </a:r>
                      <a:endParaRPr lang="fr-FR" sz="700" b="0" i="1" u="none" strike="noStrike" dirty="0">
                        <a:solidFill>
                          <a:srgbClr val="80808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40000"/>
                        <a:lumOff val="60000"/>
                      </a:schemeClr>
                    </a:solidFill>
                  </a:tcPr>
                </a:tc>
                <a:tc>
                  <a:txBody>
                    <a:bodyPr/>
                    <a:lstStyle/>
                    <a:p>
                      <a:pPr algn="r" fontAlgn="ctr"/>
                      <a:r>
                        <a:rPr lang="fr-FR" sz="700" u="none" strike="noStrike" dirty="0">
                          <a:effectLst/>
                          <a:latin typeface="+mn-lt"/>
                        </a:rPr>
                        <a:t>30%</a:t>
                      </a:r>
                      <a:endParaRPr lang="fr-FR" sz="700" b="0" i="1" u="none" strike="noStrike" dirty="0">
                        <a:solidFill>
                          <a:srgbClr val="80808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19144394"/>
                  </a:ext>
                </a:extLst>
              </a:tr>
              <a:tr h="121747">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a:effectLst/>
                          <a:latin typeface="+mn-lt"/>
                        </a:rPr>
                        <a:t> </a:t>
                      </a:r>
                      <a:endParaRPr lang="fr-FR" sz="800" b="0" i="1" u="none" strike="noStrike">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a:effectLst/>
                          <a:latin typeface="+mn-lt"/>
                        </a:rPr>
                        <a:t> </a:t>
                      </a:r>
                      <a:endParaRPr lang="fr-FR" sz="800" b="0" i="1" u="none" strike="noStrike">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a:effectLst/>
                          <a:latin typeface="+mn-lt"/>
                        </a:rPr>
                        <a:t> </a:t>
                      </a:r>
                      <a:endParaRPr lang="fr-FR" sz="800" b="0" i="1" u="none" strike="noStrike">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 </a:t>
                      </a:r>
                      <a:endParaRPr lang="fr-FR" sz="800" b="0" i="1"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 </a:t>
                      </a:r>
                      <a:endParaRPr lang="fr-FR" sz="800" b="0" i="1"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 </a:t>
                      </a:r>
                      <a:endParaRPr lang="fr-FR" sz="800" b="0" i="1"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1"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1"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1"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56323599"/>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6,0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a:effectLst/>
                          <a:latin typeface="+mn-lt"/>
                        </a:rPr>
                        <a:t>-10%</a:t>
                      </a:r>
                      <a:endParaRPr lang="fr-FR" sz="800" b="0" i="0" u="none" strike="noStrike">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a:effectLst/>
                          <a:latin typeface="+mn-lt"/>
                        </a:rPr>
                        <a:t>-10%</a:t>
                      </a:r>
                      <a:endParaRPr lang="fr-FR" sz="800" b="0" i="0" u="none" strike="noStrike">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extLst>
                  <a:ext uri="{0D108BD9-81ED-4DB2-BD59-A6C34878D82A}">
                    <a16:rowId xmlns:a16="http://schemas.microsoft.com/office/drawing/2014/main" val="1185503607"/>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a:effectLst/>
                          <a:latin typeface="+mn-lt"/>
                        </a:rPr>
                        <a:t>6,0 </a:t>
                      </a:r>
                      <a:endParaRPr lang="fr-FR" sz="800" b="0" i="0" u="none" strike="noStrike">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a:effectLst/>
                          <a:latin typeface="+mn-lt"/>
                        </a:rPr>
                        <a:t>-10%</a:t>
                      </a:r>
                      <a:endParaRPr lang="fr-FR" sz="800" b="0" i="0" u="none" strike="noStrike">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a:effectLst/>
                          <a:latin typeface="+mn-lt"/>
                        </a:rPr>
                        <a:t>-10%</a:t>
                      </a:r>
                      <a:endParaRPr lang="fr-FR" sz="800" b="0" i="0" u="none" strike="noStrike">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u="none" strike="noStrike" dirty="0">
                          <a:effectLst/>
                          <a:latin typeface="+mn-lt"/>
                        </a:rPr>
                        <a:t>+0%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8768662"/>
                  </a:ext>
                </a:extLst>
              </a:tr>
              <a:tr h="222191">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prstClr val="black"/>
                          </a:solidFill>
                          <a:effectLst/>
                          <a:uLnTx/>
                          <a:uFillTx/>
                          <a:latin typeface="Glacial Indifference"/>
                          <a:ea typeface="+mn-ea"/>
                          <a:cs typeface="+mn-cs"/>
                        </a:rPr>
                        <a:t>Votre texte ici</a:t>
                      </a:r>
                      <a:endParaRPr kumimoji="0" lang="fr-FR" sz="800" b="0" i="0" u="none" strike="noStrike" kern="1200" cap="none" spc="0" normalizeH="0" baseline="0" noProof="0" dirty="0">
                        <a:ln>
                          <a:noFill/>
                        </a:ln>
                        <a:solidFill>
                          <a:srgbClr val="595959"/>
                        </a:solidFill>
                        <a:effectLst/>
                        <a:uLnTx/>
                        <a:uFillTx/>
                        <a:latin typeface="Glacial Indifference"/>
                        <a:ea typeface="+mn-ea"/>
                        <a:cs typeface="+mn-cs"/>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6,0 </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-10%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a:effectLst/>
                          <a:latin typeface="+mn-lt"/>
                        </a:rPr>
                        <a:t>-10%</a:t>
                      </a:r>
                      <a:endParaRPr lang="fr-FR" sz="800" b="0" i="0" u="none" strike="noStrike">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r>
                        <a:rPr lang="fr-FR" sz="800" u="none" strike="noStrike" dirty="0">
                          <a:effectLst/>
                          <a:latin typeface="+mn-lt"/>
                        </a:rPr>
                        <a:t>+0%</a:t>
                      </a: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20000"/>
                        <a:lumOff val="80000"/>
                        <a:alpha val="70000"/>
                      </a:schemeClr>
                    </a:solidFill>
                  </a:tcPr>
                </a:tc>
                <a:tc>
                  <a:txBody>
                    <a:bodyPr/>
                    <a:lstStyle/>
                    <a:p>
                      <a:pPr algn="r" fontAlgn="ctr"/>
                      <a:endParaRPr lang="fr-FR" sz="800" b="0" i="0" u="none" strike="noStrike" dirty="0">
                        <a:solidFill>
                          <a:srgbClr val="595959"/>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r" fontAlgn="ctr"/>
                      <a:endParaRPr lang="fr-FR" sz="800" b="0" i="0" u="none" strike="noStrike" dirty="0">
                        <a:solidFill>
                          <a:srgbClr val="000000"/>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extLst>
                  <a:ext uri="{0D108BD9-81ED-4DB2-BD59-A6C34878D82A}">
                    <a16:rowId xmlns:a16="http://schemas.microsoft.com/office/drawing/2014/main" val="339166084"/>
                  </a:ext>
                </a:extLst>
              </a:tr>
              <a:tr h="222191">
                <a:tc>
                  <a:txBody>
                    <a:bodyPr/>
                    <a:lstStyle/>
                    <a:p>
                      <a:pPr algn="r" fontAlgn="ctr"/>
                      <a:r>
                        <a:rPr lang="fr-FR" sz="900" b="1" u="none" strike="noStrike">
                          <a:solidFill>
                            <a:schemeClr val="bg1"/>
                          </a:solidFill>
                          <a:effectLst/>
                          <a:latin typeface="+mn-lt"/>
                        </a:rPr>
                        <a:t>Total</a:t>
                      </a:r>
                      <a:endParaRPr lang="fr-FR" sz="900" b="1" i="0" u="none" strike="noStrike" dirty="0">
                        <a:solidFill>
                          <a:schemeClr val="bg1"/>
                        </a:solidFill>
                        <a:effectLst/>
                        <a:latin typeface="+mn-lt"/>
                      </a:endParaRPr>
                    </a:p>
                  </a:txBody>
                  <a:tcPr marL="71411" marR="72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102,0 </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+18%</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+18%</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i="0" u="none" strike="noStrike" dirty="0">
                          <a:solidFill>
                            <a:schemeClr val="bg1"/>
                          </a:solidFill>
                          <a:effectLst/>
                          <a:latin typeface="+mn-lt"/>
                        </a:rPr>
                        <a:t>-</a:t>
                      </a: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r>
                        <a:rPr lang="fr-FR" sz="900" b="1" u="none" strike="noStrike" dirty="0">
                          <a:solidFill>
                            <a:schemeClr val="bg1"/>
                          </a:solidFill>
                          <a:effectLst/>
                          <a:latin typeface="+mn-lt"/>
                        </a:rPr>
                        <a:t>+2%</a:t>
                      </a:r>
                      <a:endParaRPr lang="fr-FR" sz="900" b="1" i="0" u="none" strike="noStrike" dirty="0">
                        <a:solidFill>
                          <a:schemeClr val="bg1"/>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60000"/>
                        <a:lumOff val="40000"/>
                      </a:schemeClr>
                    </a:solidFill>
                  </a:tcPr>
                </a:tc>
                <a:tc>
                  <a:txBody>
                    <a:bodyPr/>
                    <a:lstStyle/>
                    <a:p>
                      <a:pPr algn="r" fontAlgn="ctr"/>
                      <a:endParaRPr lang="fr-FR" sz="800" b="1" i="0" u="none" strike="noStrike" dirty="0">
                        <a:solidFill>
                          <a:srgbClr val="996633"/>
                        </a:solidFill>
                        <a:effectLst/>
                        <a:latin typeface="+mn-lt"/>
                      </a:endParaRP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r>
                        <a:rPr lang="fr-FR" sz="800" b="0" i="0" u="none" strike="noStrike" dirty="0">
                          <a:solidFill>
                            <a:schemeClr val="bg1"/>
                          </a:solidFill>
                          <a:effectLst/>
                          <a:latin typeface="+mn-lt"/>
                        </a:rPr>
                        <a:t>-</a:t>
                      </a: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pPr algn="r" fontAlgn="ctr"/>
                      <a:r>
                        <a:rPr lang="fr-FR" sz="800" b="0" i="0" u="none" strike="noStrike" dirty="0">
                          <a:solidFill>
                            <a:schemeClr val="bg1"/>
                          </a:solidFill>
                          <a:effectLst/>
                          <a:latin typeface="+mn-lt"/>
                        </a:rPr>
                        <a:t>-</a:t>
                      </a:r>
                    </a:p>
                  </a:txBody>
                  <a:tcPr marL="7935" marR="72000" marT="793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793472214"/>
                  </a:ext>
                </a:extLst>
              </a:tr>
            </a:tbl>
          </a:graphicData>
        </a:graphic>
      </p:graphicFrame>
      <p:sp>
        <p:nvSpPr>
          <p:cNvPr id="25" name="Espace réservé du texte 10">
            <a:extLst>
              <a:ext uri="{FF2B5EF4-FFF2-40B4-BE49-F238E27FC236}">
                <a16:creationId xmlns:a16="http://schemas.microsoft.com/office/drawing/2014/main" id="{171D6D34-B6F2-F8D0-92FF-D74C6B63D2EE}"/>
              </a:ext>
            </a:extLst>
          </p:cNvPr>
          <p:cNvSpPr txBox="1">
            <a:spLocks/>
          </p:cNvSpPr>
          <p:nvPr/>
        </p:nvSpPr>
        <p:spPr>
          <a:xfrm>
            <a:off x="524425" y="1581467"/>
            <a:ext cx="11108775" cy="279115"/>
          </a:xfrm>
          <a:prstGeom prst="rect">
            <a:avLst/>
          </a:prstGeom>
        </p:spPr>
        <p:txBody>
          <a:bodyPr vert="horz" wrap="square" lIns="36000" tIns="0" rIns="0" bIns="0" rtlCol="0">
            <a:spAutoFit/>
          </a:bodyPr>
          <a:lstStyle>
            <a:lvl1pPr marL="0" indent="0" algn="l" defTabSz="914400" rtl="0" eaLnBrk="1" latinLnBrk="0" hangingPunct="1">
              <a:lnSpc>
                <a:spcPct val="110000"/>
              </a:lnSpc>
              <a:spcBef>
                <a:spcPts val="1000"/>
              </a:spcBef>
              <a:buFont typeface="Poppins Light" panose="00000400000000000000" pitchFamily="2" charset="0"/>
              <a:buNone/>
              <a:defRPr lang="fr-FR" sz="1000" kern="1200" cap="all" spc="400" smtClean="0">
                <a:solidFill>
                  <a:schemeClr val="accent1"/>
                </a:solidFill>
                <a:latin typeface="Source Sans 3" panose="020B0303030403020204" pitchFamily="34" charset="0"/>
                <a:ea typeface="+mn-ea"/>
                <a:cs typeface="+mn-cs"/>
              </a:defRPr>
            </a:lvl1pPr>
            <a:lvl2pPr marL="357188" indent="-138113" algn="l" defTabSz="914400" rtl="0" eaLnBrk="1" latinLnBrk="0" hangingPunct="1">
              <a:lnSpc>
                <a:spcPct val="110000"/>
              </a:lnSpc>
              <a:spcBef>
                <a:spcPts val="500"/>
              </a:spcBef>
              <a:buClr>
                <a:schemeClr val="accent1"/>
              </a:buClr>
              <a:buFont typeface="Arial" panose="020B0604020202020204" pitchFamily="34" charset="0"/>
              <a:buChar char="I"/>
              <a:tabLst>
                <a:tab pos="266700" algn="l"/>
              </a:tabLst>
              <a:defRPr sz="1400" kern="1200">
                <a:solidFill>
                  <a:schemeClr val="tx1"/>
                </a:solidFill>
                <a:latin typeface="Source Sans 3 Medium" panose="020B0604020202020204" charset="0"/>
                <a:ea typeface="+mn-ea"/>
                <a:cs typeface="+mn-cs"/>
              </a:defRPr>
            </a:lvl2pPr>
            <a:lvl3pPr marL="504825" indent="-139700" algn="l" defTabSz="914400" rtl="0" eaLnBrk="1" latinLnBrk="0" hangingPunct="1">
              <a:lnSpc>
                <a:spcPct val="110000"/>
              </a:lnSpc>
              <a:spcBef>
                <a:spcPts val="500"/>
              </a:spcBef>
              <a:buClr>
                <a:schemeClr val="accent1"/>
              </a:buClr>
              <a:buFont typeface="Arial" panose="020B0604020202020204" pitchFamily="34" charset="0"/>
              <a:buChar char="○"/>
              <a:defRPr lang="fr-FR" sz="1200" kern="1200" dirty="0" smtClean="0">
                <a:solidFill>
                  <a:schemeClr val="tx1"/>
                </a:solidFill>
                <a:latin typeface="Source Sans 3 Light" panose="020B0604020202020204" charset="0"/>
                <a:ea typeface="+mn-ea"/>
                <a:cs typeface="+mn-cs"/>
              </a:defRPr>
            </a:lvl3pPr>
            <a:lvl4pPr marL="647700" indent="-138113" algn="l" defTabSz="914400" rtl="0" eaLnBrk="1" latinLnBrk="0" hangingPunct="1">
              <a:lnSpc>
                <a:spcPct val="110000"/>
              </a:lnSpc>
              <a:spcBef>
                <a:spcPts val="500"/>
              </a:spcBef>
              <a:buClr>
                <a:schemeClr val="accent1"/>
              </a:buClr>
              <a:buFont typeface="Arial" panose="020B0604020202020204" pitchFamily="34" charset="0"/>
              <a:buChar char="•"/>
              <a:tabLst>
                <a:tab pos="179388" algn="l"/>
              </a:tabLst>
              <a:defRPr lang="fr-FR" sz="1000" kern="1200" dirty="0" smtClean="0">
                <a:solidFill>
                  <a:schemeClr val="tx1"/>
                </a:solidFill>
                <a:latin typeface="Source Sans 3 Light" panose="020B0303030403020204" pitchFamily="34" charset="0"/>
                <a:ea typeface="+mn-ea"/>
                <a:cs typeface="+mn-cs"/>
              </a:defRPr>
            </a:lvl4pPr>
            <a:lvl5pPr marL="982663" indent="-228600" algn="l" defTabSz="914400" rtl="0" eaLnBrk="1" latinLnBrk="0" hangingPunct="1">
              <a:lnSpc>
                <a:spcPct val="90000"/>
              </a:lnSpc>
              <a:spcBef>
                <a:spcPts val="500"/>
              </a:spcBef>
              <a:buFont typeface="Arial" panose="020B0604020202020204" pitchFamily="34" charset="0"/>
              <a:buChar char="•"/>
              <a:defRPr lang="fr-FR" sz="1000" kern="1200" dirty="0">
                <a:solidFill>
                  <a:schemeClr val="tx1"/>
                </a:solidFill>
                <a:latin typeface="Source Sans 3 Light" panose="020B03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cap="none" spc="0">
                <a:solidFill>
                  <a:schemeClr val="tx1"/>
                </a:solidFill>
                <a:latin typeface="+mj-lt"/>
              </a:rPr>
              <a:t>Titre du tableau</a:t>
            </a:r>
            <a:endParaRPr lang="fr-FR" sz="1800" cap="none" spc="0" dirty="0">
              <a:solidFill>
                <a:schemeClr val="tx1"/>
              </a:solidFill>
              <a:latin typeface="+mj-lt"/>
            </a:endParaRPr>
          </a:p>
        </p:txBody>
      </p:sp>
      <p:sp>
        <p:nvSpPr>
          <p:cNvPr id="38" name="Espace réservé du texte 10">
            <a:extLst>
              <a:ext uri="{FF2B5EF4-FFF2-40B4-BE49-F238E27FC236}">
                <a16:creationId xmlns:a16="http://schemas.microsoft.com/office/drawing/2014/main" id="{6248E3EB-A28F-0537-42CC-C75CB48C5B8D}"/>
              </a:ext>
            </a:extLst>
          </p:cNvPr>
          <p:cNvSpPr txBox="1">
            <a:spLocks/>
          </p:cNvSpPr>
          <p:nvPr/>
        </p:nvSpPr>
        <p:spPr>
          <a:xfrm>
            <a:off x="524425" y="1884362"/>
            <a:ext cx="11108775" cy="166520"/>
          </a:xfrm>
          <a:prstGeom prst="rect">
            <a:avLst/>
          </a:prstGeom>
        </p:spPr>
        <p:txBody>
          <a:bodyPr vert="horz" wrap="square" lIns="36000" tIns="0" rIns="0" bIns="0" rtlCol="0">
            <a:spAutoFit/>
          </a:bodyPr>
          <a:lstStyle>
            <a:lvl1pPr marL="0" indent="0" algn="l" defTabSz="914400" rtl="0" eaLnBrk="1" latinLnBrk="0" hangingPunct="1">
              <a:lnSpc>
                <a:spcPct val="110000"/>
              </a:lnSpc>
              <a:spcBef>
                <a:spcPts val="1000"/>
              </a:spcBef>
              <a:buFont typeface="Poppins Light" panose="00000400000000000000" pitchFamily="2" charset="0"/>
              <a:buNone/>
              <a:defRPr lang="fr-FR" sz="1000" kern="1200" cap="all" spc="400" smtClean="0">
                <a:solidFill>
                  <a:schemeClr val="accent1"/>
                </a:solidFill>
                <a:latin typeface="Source Sans 3" panose="020B0303030403020204" pitchFamily="34" charset="0"/>
                <a:ea typeface="+mn-ea"/>
                <a:cs typeface="+mn-cs"/>
              </a:defRPr>
            </a:lvl1pPr>
            <a:lvl2pPr marL="357188" indent="-138113" algn="l" defTabSz="914400" rtl="0" eaLnBrk="1" latinLnBrk="0" hangingPunct="1">
              <a:lnSpc>
                <a:spcPct val="110000"/>
              </a:lnSpc>
              <a:spcBef>
                <a:spcPts val="500"/>
              </a:spcBef>
              <a:buClr>
                <a:schemeClr val="accent1"/>
              </a:buClr>
              <a:buFont typeface="Arial" panose="020B0604020202020204" pitchFamily="34" charset="0"/>
              <a:buChar char="I"/>
              <a:tabLst>
                <a:tab pos="266700" algn="l"/>
              </a:tabLst>
              <a:defRPr sz="1400" kern="1200">
                <a:solidFill>
                  <a:schemeClr val="tx1"/>
                </a:solidFill>
                <a:latin typeface="Source Sans 3 Medium" panose="020B0604020202020204" charset="0"/>
                <a:ea typeface="+mn-ea"/>
                <a:cs typeface="+mn-cs"/>
              </a:defRPr>
            </a:lvl2pPr>
            <a:lvl3pPr marL="504825" indent="-139700" algn="l" defTabSz="914400" rtl="0" eaLnBrk="1" latinLnBrk="0" hangingPunct="1">
              <a:lnSpc>
                <a:spcPct val="110000"/>
              </a:lnSpc>
              <a:spcBef>
                <a:spcPts val="500"/>
              </a:spcBef>
              <a:buClr>
                <a:schemeClr val="accent1"/>
              </a:buClr>
              <a:buFont typeface="Arial" panose="020B0604020202020204" pitchFamily="34" charset="0"/>
              <a:buChar char="○"/>
              <a:defRPr lang="fr-FR" sz="1200" kern="1200" dirty="0" smtClean="0">
                <a:solidFill>
                  <a:schemeClr val="tx1"/>
                </a:solidFill>
                <a:latin typeface="Source Sans 3 Light" panose="020B0604020202020204" charset="0"/>
                <a:ea typeface="+mn-ea"/>
                <a:cs typeface="+mn-cs"/>
              </a:defRPr>
            </a:lvl3pPr>
            <a:lvl4pPr marL="647700" indent="-138113" algn="l" defTabSz="914400" rtl="0" eaLnBrk="1" latinLnBrk="0" hangingPunct="1">
              <a:lnSpc>
                <a:spcPct val="110000"/>
              </a:lnSpc>
              <a:spcBef>
                <a:spcPts val="500"/>
              </a:spcBef>
              <a:buClr>
                <a:schemeClr val="accent1"/>
              </a:buClr>
              <a:buFont typeface="Arial" panose="020B0604020202020204" pitchFamily="34" charset="0"/>
              <a:buChar char="•"/>
              <a:tabLst>
                <a:tab pos="179388" algn="l"/>
              </a:tabLst>
              <a:defRPr lang="fr-FR" sz="1000" kern="1200" dirty="0" smtClean="0">
                <a:solidFill>
                  <a:schemeClr val="tx1"/>
                </a:solidFill>
                <a:latin typeface="Source Sans 3 Light" panose="020B0303030403020204" pitchFamily="34" charset="0"/>
                <a:ea typeface="+mn-ea"/>
                <a:cs typeface="+mn-cs"/>
              </a:defRPr>
            </a:lvl4pPr>
            <a:lvl5pPr marL="982663" indent="-228600" algn="l" defTabSz="914400" rtl="0" eaLnBrk="1" latinLnBrk="0" hangingPunct="1">
              <a:lnSpc>
                <a:spcPct val="90000"/>
              </a:lnSpc>
              <a:spcBef>
                <a:spcPts val="500"/>
              </a:spcBef>
              <a:buFont typeface="Arial" panose="020B0604020202020204" pitchFamily="34" charset="0"/>
              <a:buChar char="•"/>
              <a:defRPr lang="fr-FR" sz="1000" kern="1200" dirty="0">
                <a:solidFill>
                  <a:schemeClr val="tx1"/>
                </a:solidFill>
                <a:latin typeface="Source Sans 3 Light" panose="020B03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050" cap="none" spc="0">
                <a:latin typeface="+mn-lt"/>
              </a:rPr>
              <a:t>(en </a:t>
            </a:r>
            <a:r>
              <a:rPr lang="fr-FR" sz="1050" cap="none" spc="0" dirty="0">
                <a:latin typeface="+mn-lt"/>
              </a:rPr>
              <a:t>K€)</a:t>
            </a:r>
          </a:p>
        </p:txBody>
      </p:sp>
      <p:grpSp>
        <p:nvGrpSpPr>
          <p:cNvPr id="39" name="Group 14">
            <a:extLst>
              <a:ext uri="{FF2B5EF4-FFF2-40B4-BE49-F238E27FC236}">
                <a16:creationId xmlns:a16="http://schemas.microsoft.com/office/drawing/2014/main" id="{3B135BE0-C3E3-E348-29F8-CB2C64BDCA7A}"/>
              </a:ext>
            </a:extLst>
          </p:cNvPr>
          <p:cNvGrpSpPr/>
          <p:nvPr/>
        </p:nvGrpSpPr>
        <p:grpSpPr>
          <a:xfrm>
            <a:off x="1992264" y="1088740"/>
            <a:ext cx="423312" cy="85502"/>
            <a:chOff x="2046212" y="1074167"/>
            <a:chExt cx="550540" cy="111200"/>
          </a:xfrm>
        </p:grpSpPr>
        <p:sp>
          <p:nvSpPr>
            <p:cNvPr id="40" name="Ellipse 39">
              <a:extLst>
                <a:ext uri="{FF2B5EF4-FFF2-40B4-BE49-F238E27FC236}">
                  <a16:creationId xmlns:a16="http://schemas.microsoft.com/office/drawing/2014/main" id="{9E614B4A-F95E-8B3D-BD67-9173729911A8}"/>
                </a:ext>
              </a:extLst>
            </p:cNvPr>
            <p:cNvSpPr/>
            <p:nvPr/>
          </p:nvSpPr>
          <p:spPr>
            <a:xfrm>
              <a:off x="2046212"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Ellipse 40">
              <a:extLst>
                <a:ext uri="{FF2B5EF4-FFF2-40B4-BE49-F238E27FC236}">
                  <a16:creationId xmlns:a16="http://schemas.microsoft.com/office/drawing/2014/main" id="{5BC9FB73-E0C2-DB2D-5DBC-1D633AE48E1B}"/>
                </a:ext>
              </a:extLst>
            </p:cNvPr>
            <p:cNvSpPr/>
            <p:nvPr/>
          </p:nvSpPr>
          <p:spPr>
            <a:xfrm>
              <a:off x="2192659"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Ellipse 41">
              <a:extLst>
                <a:ext uri="{FF2B5EF4-FFF2-40B4-BE49-F238E27FC236}">
                  <a16:creationId xmlns:a16="http://schemas.microsoft.com/office/drawing/2014/main" id="{D7BE1692-7495-B2E1-8DD8-53D80A98EF83}"/>
                </a:ext>
              </a:extLst>
            </p:cNvPr>
            <p:cNvSpPr/>
            <p:nvPr/>
          </p:nvSpPr>
          <p:spPr>
            <a:xfrm>
              <a:off x="2339106" y="1074167"/>
              <a:ext cx="111200" cy="1112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Ellipse 42">
              <a:extLst>
                <a:ext uri="{FF2B5EF4-FFF2-40B4-BE49-F238E27FC236}">
                  <a16:creationId xmlns:a16="http://schemas.microsoft.com/office/drawing/2014/main" id="{67402BD6-C332-C8AF-D59C-492A520A1C27}"/>
                </a:ext>
              </a:extLst>
            </p:cNvPr>
            <p:cNvSpPr/>
            <p:nvPr/>
          </p:nvSpPr>
          <p:spPr>
            <a:xfrm>
              <a:off x="2485552" y="1074167"/>
              <a:ext cx="111200" cy="1112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003559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3219C320_B080_4069_8238_72F88FE2EBF3&quot;,&quot;SourceFullName&quot;:&quot;&quot;,&quot;LastUpdate&quot;:&quot;2023-09-25 2:27 PM&quot;,&quot;UpdatedBy&quot;:&quot;CamilleCourjault&quot;,&quot;IsLinked&quot;:false,&quot;IsBrokenLink&quot;:false,&quot;Type&quot;:2}"/>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DrTRYintckapt9U2oKYAIA"/>
</p:tagLst>
</file>

<file path=ppt/theme/theme1.xml><?xml version="1.0" encoding="utf-8"?>
<a:theme xmlns:a="http://schemas.openxmlformats.org/drawingml/2006/main" name="Thème Office">
  <a:themeElements>
    <a:clrScheme name="Impulsion 2027">
      <a:dk1>
        <a:sysClr val="windowText" lastClr="000000"/>
      </a:dk1>
      <a:lt1>
        <a:sysClr val="window" lastClr="FFFFFF"/>
      </a:lt1>
      <a:dk2>
        <a:srgbClr val="002060"/>
      </a:dk2>
      <a:lt2>
        <a:srgbClr val="E5E5E5"/>
      </a:lt2>
      <a:accent1>
        <a:srgbClr val="E7461C"/>
      </a:accent1>
      <a:accent2>
        <a:srgbClr val="002060"/>
      </a:accent2>
      <a:accent3>
        <a:srgbClr val="E5E5E5"/>
      </a:accent3>
      <a:accent4>
        <a:srgbClr val="E7461C"/>
      </a:accent4>
      <a:accent5>
        <a:srgbClr val="002060"/>
      </a:accent5>
      <a:accent6>
        <a:srgbClr val="E5E5E5"/>
      </a:accent6>
      <a:hlink>
        <a:srgbClr val="E7461C"/>
      </a:hlink>
      <a:folHlink>
        <a:srgbClr val="F19177"/>
      </a:folHlink>
    </a:clrScheme>
    <a:fontScheme name="Impulsion2027">
      <a:majorFont>
        <a:latin typeface="Fivo Sans Heavy"/>
        <a:ea typeface=""/>
        <a:cs typeface=""/>
      </a:majorFont>
      <a:minorFont>
        <a:latin typeface="Glacial Indifferen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a:spAutoFit/>
      </a:bodyPr>
      <a:lstStyle>
        <a:defPPr algn="l">
          <a:defRPr sz="1200" b="0" u="none" strike="noStrike" baseline="0" smtClean="0">
            <a:solidFill>
              <a:schemeClr val="bg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Impulsion 2027">
      <a:dk1>
        <a:sysClr val="windowText" lastClr="000000"/>
      </a:dk1>
      <a:lt1>
        <a:sysClr val="window" lastClr="FFFFFF"/>
      </a:lt1>
      <a:dk2>
        <a:srgbClr val="002060"/>
      </a:dk2>
      <a:lt2>
        <a:srgbClr val="E5E5E5"/>
      </a:lt2>
      <a:accent1>
        <a:srgbClr val="E7461C"/>
      </a:accent1>
      <a:accent2>
        <a:srgbClr val="002060"/>
      </a:accent2>
      <a:accent3>
        <a:srgbClr val="E5E5E5"/>
      </a:accent3>
      <a:accent4>
        <a:srgbClr val="E7461C"/>
      </a:accent4>
      <a:accent5>
        <a:srgbClr val="002060"/>
      </a:accent5>
      <a:accent6>
        <a:srgbClr val="E5E5E5"/>
      </a:accent6>
      <a:hlink>
        <a:srgbClr val="E7461C"/>
      </a:hlink>
      <a:folHlink>
        <a:srgbClr val="F19177"/>
      </a:folHlink>
    </a:clrScheme>
    <a:fontScheme name="Impulsion2027">
      <a:majorFont>
        <a:latin typeface="Fivo Sans Heavy"/>
        <a:ea typeface=""/>
        <a:cs typeface=""/>
      </a:majorFont>
      <a:minorFont>
        <a:latin typeface="Glacial Indifferen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a:spAutoFit/>
      </a:bodyPr>
      <a:lstStyle>
        <a:defPPr algn="l">
          <a:defRPr sz="1200" b="0" u="none" strike="noStrike" baseline="0" smtClean="0">
            <a:solidFill>
              <a:schemeClr val="bg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b8c4a3c-86f2-4948-8ce8-e148c2584048">
      <Terms xmlns="http://schemas.microsoft.com/office/infopath/2007/PartnerControls"/>
    </lcf76f155ced4ddcb4097134ff3c332f>
    <TaxCatchAll xmlns="86d0f9f0-ac60-45a2-81cf-a1adf727fbc2"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E7F6365DF22454A8C949C280325FBAA" ma:contentTypeVersion="20" ma:contentTypeDescription="Crée un document." ma:contentTypeScope="" ma:versionID="0f09186a86c9a34de9dc2e39dcc7ffd8">
  <xsd:schema xmlns:xsd="http://www.w3.org/2001/XMLSchema" xmlns:xs="http://www.w3.org/2001/XMLSchema" xmlns:p="http://schemas.microsoft.com/office/2006/metadata/properties" xmlns:ns1="http://schemas.microsoft.com/sharepoint/v3" xmlns:ns2="4b8c4a3c-86f2-4948-8ce8-e148c2584048" xmlns:ns3="86d0f9f0-ac60-45a2-81cf-a1adf727fbc2" targetNamespace="http://schemas.microsoft.com/office/2006/metadata/properties" ma:root="true" ma:fieldsID="9aa15e46d9a9e678d70d78a5a51f4100" ns1:_="" ns2:_="" ns3:_="">
    <xsd:import namespace="http://schemas.microsoft.com/sharepoint/v3"/>
    <xsd:import namespace="4b8c4a3c-86f2-4948-8ce8-e148c2584048"/>
    <xsd:import namespace="86d0f9f0-ac60-45a2-81cf-a1adf727fbc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1:_ip_UnifiedCompliancePolicyProperties" minOccurs="0"/>
                <xsd:element ref="ns1:_ip_UnifiedCompliancePolicyUIActio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Propriétés de la stratégie de conformité unifiée" ma:hidden="true" ma:internalName="_ip_UnifiedCompliancePolicyProperties">
      <xsd:simpleType>
        <xsd:restriction base="dms:Note"/>
      </xsd:simpleType>
    </xsd:element>
    <xsd:element name="_ip_UnifiedCompliancePolicyUIAction" ma:index="22" nillable="true" ma:displayName="Action d’interface utilisateur de la stratégie de conformité unifié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b8c4a3c-86f2-4948-8ce8-e148c25840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cb4e1ff1-4910-4b26-8f48-d1ddcd02db2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23" nillable="true" ma:displayName="MediaLengthInSeconds" ma:hidden="true" ma:internalName="MediaLengthInSeconds" ma:readOnly="true">
      <xsd:simpleType>
        <xsd:restriction base="dms:Unknown"/>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6d0f9f0-ac60-45a2-81cf-a1adf727fbc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5ffa2e2-da72-4cb1-98a1-0f796cc1a3a8}" ma:internalName="TaxCatchAll" ma:showField="CatchAllData" ma:web="86d0f9f0-ac60-45a2-81cf-a1adf727fbc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BEBB10-000C-4AC9-BC6D-F63147344F06}">
  <ds:schemaRefs>
    <ds:schemaRef ds:uri="7f0de041-62fb-44cc-a81b-bfb825d3836e"/>
    <ds:schemaRef ds:uri="ec9730e7-46a7-4b57-8ed6-4af83f2620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1A90B44-61D4-4FA2-A7AB-16A4ACFBE736}"/>
</file>

<file path=customXml/itemProps3.xml><?xml version="1.0" encoding="utf-8"?>
<ds:datastoreItem xmlns:ds="http://schemas.openxmlformats.org/officeDocument/2006/customXml" ds:itemID="{55023095-198B-41A7-8D77-A1A7A2790C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1145</TotalTime>
  <Words>2443</Words>
  <Application>Microsoft Office PowerPoint</Application>
  <PresentationFormat>Grand écran</PresentationFormat>
  <Paragraphs>541</Paragraphs>
  <Slides>20</Slides>
  <Notes>1</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20</vt:i4>
      </vt:variant>
    </vt:vector>
  </HeadingPairs>
  <TitlesOfParts>
    <vt:vector size="31" baseType="lpstr">
      <vt:lpstr>Glacial Indifference</vt:lpstr>
      <vt:lpstr>Metropolis Semi Bold</vt:lpstr>
      <vt:lpstr>Wingdings 3</vt:lpstr>
      <vt:lpstr>Arial</vt:lpstr>
      <vt:lpstr>Calibri Light</vt:lpstr>
      <vt:lpstr>Verdana</vt:lpstr>
      <vt:lpstr>Fivo Sans Heavy</vt:lpstr>
      <vt:lpstr>Aptos</vt:lpstr>
      <vt:lpstr>Metropolis Extra Light</vt:lpstr>
      <vt:lpstr>Thème Office</vt:lpstr>
      <vt:lpstr>1_Thème Office</vt:lpstr>
      <vt:lpstr>Présentation PowerPoint</vt:lpstr>
      <vt:lpstr>Présentation PowerPoint</vt:lpstr>
      <vt:lpstr>En synthèse </vt:lpstr>
      <vt:lpstr>Décisions attendues et actions à valider </vt:lpstr>
      <vt:lpstr>Avis transversaux</vt:lpstr>
      <vt:lpstr>Présentation PowerPoint</vt:lpstr>
      <vt:lpstr>Présentation PowerPoint</vt:lpstr>
      <vt:lpstr>Titre  de la slide</vt:lpstr>
      <vt:lpstr>Titre de la slide</vt:lpstr>
      <vt:lpstr>Titre de la slide</vt:lpstr>
      <vt:lpstr>Titre de la slide</vt:lpstr>
      <vt:lpstr>Titre de la slide</vt:lpstr>
      <vt:lpstr>Titre de la slide</vt:lpstr>
      <vt:lpstr>Titre de la slide</vt:lpstr>
      <vt:lpstr>Titre de la slide</vt:lpstr>
      <vt:lpstr>Titre de la slide</vt:lpstr>
      <vt:lpstr>Toolbox</vt:lpstr>
      <vt:lpstr>Toolbox</vt:lpstr>
      <vt:lpstr>Toolbox</vt:lpstr>
      <vt:lpstr>Toolbox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HdS</dc:title>
  <dc:creator>Histoires de Slides</dc:creator>
  <cp:lastModifiedBy>TAIT Charlotte</cp:lastModifiedBy>
  <cp:revision>27</cp:revision>
  <dcterms:created xsi:type="dcterms:W3CDTF">2023-07-26T08:59:56Z</dcterms:created>
  <dcterms:modified xsi:type="dcterms:W3CDTF">2025-03-03T12:54:49Z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0x010100CE7F6365DF22454A8C949C280325FBAA</vt:lpwstr>
  </property>
  <property fmtid="{D5CDD505-2E9C-101B-9397-08002B2CF9AE}" pid="3" name="MediaServiceImageTags">
    <vt:lpwstr/>
  </property>
  <property fmtid="{D5CDD505-2E9C-101B-9397-08002B2CF9AE}" pid="4" name="MSIP_Label_3858d678-0087-4cf9-899e-95d7dd211b1f_Enabled">
    <vt:lpwstr>true</vt:lpwstr>
  </property>
  <property fmtid="{D5CDD505-2E9C-101B-9397-08002B2CF9AE}" pid="5" name="MSIP_Label_3858d678-0087-4cf9-899e-95d7dd211b1f_SetDate">
    <vt:lpwstr>2024-11-15T17:39:31Z</vt:lpwstr>
  </property>
  <property fmtid="{D5CDD505-2E9C-101B-9397-08002B2CF9AE}" pid="6" name="MSIP_Label_3858d678-0087-4cf9-899e-95d7dd211b1f_Method">
    <vt:lpwstr>Privileged</vt:lpwstr>
  </property>
  <property fmtid="{D5CDD505-2E9C-101B-9397-08002B2CF9AE}" pid="7" name="MSIP_Label_3858d678-0087-4cf9-899e-95d7dd211b1f_Name">
    <vt:lpwstr>Usage Interne - C2</vt:lpwstr>
  </property>
  <property fmtid="{D5CDD505-2E9C-101B-9397-08002B2CF9AE}" pid="8" name="MSIP_Label_3858d678-0087-4cf9-899e-95d7dd211b1f_SiteId">
    <vt:lpwstr>fb3baf17-c313-474c-8d5d-577a3ec97a32</vt:lpwstr>
  </property>
  <property fmtid="{D5CDD505-2E9C-101B-9397-08002B2CF9AE}" pid="9" name="MSIP_Label_3858d678-0087-4cf9-899e-95d7dd211b1f_ActionId">
    <vt:lpwstr>97f10fda-338f-4188-9414-6427da5ceb8d</vt:lpwstr>
  </property>
  <property fmtid="{D5CDD505-2E9C-101B-9397-08002B2CF9AE}" pid="10" name="MSIP_Label_3858d678-0087-4cf9-899e-95d7dd211b1f_ContentBits">
    <vt:lpwstr>0</vt:lpwstr>
  </property>
  <property fmtid="{D5CDD505-2E9C-101B-9397-08002B2CF9AE}" pid="11" name="_AdHocReviewCycleID">
    <vt:i4>-1698709362</vt:i4>
  </property>
  <property fmtid="{D5CDD505-2E9C-101B-9397-08002B2CF9AE}" pid="12" name="_NewReviewCycle">
    <vt:lpwstr/>
  </property>
  <property fmtid="{D5CDD505-2E9C-101B-9397-08002B2CF9AE}" pid="13" name="_EmailSubject">
    <vt:lpwstr>Nouveau template comitologie</vt:lpwstr>
  </property>
  <property fmtid="{D5CDD505-2E9C-101B-9397-08002B2CF9AE}" pid="14" name="_AuthorEmail">
    <vt:lpwstr>Charlotte.TAIT@ca-toulouse31.fr</vt:lpwstr>
  </property>
  <property fmtid="{D5CDD505-2E9C-101B-9397-08002B2CF9AE}" pid="15" name="_AuthorEmailDisplayName">
    <vt:lpwstr>TAIT Charlotte</vt:lpwstr>
  </property>
</Properties>
</file>